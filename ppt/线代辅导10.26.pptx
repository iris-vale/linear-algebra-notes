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76" r:id="rId2"/>
    <p:sldId id="286" r:id="rId3"/>
    <p:sldId id="256" r:id="rId4"/>
    <p:sldId id="257" r:id="rId5"/>
    <p:sldId id="261" r:id="rId6"/>
    <p:sldId id="258" r:id="rId7"/>
    <p:sldId id="259" r:id="rId8"/>
    <p:sldId id="260" r:id="rId9"/>
    <p:sldId id="262" r:id="rId10"/>
    <p:sldId id="263" r:id="rId11"/>
    <p:sldId id="264" r:id="rId12"/>
    <p:sldId id="265" r:id="rId13"/>
    <p:sldId id="266" r:id="rId14"/>
    <p:sldId id="275" r:id="rId15"/>
    <p:sldId id="268" r:id="rId16"/>
    <p:sldId id="267" r:id="rId17"/>
    <p:sldId id="269" r:id="rId18"/>
    <p:sldId id="270" r:id="rId19"/>
    <p:sldId id="271" r:id="rId20"/>
    <p:sldId id="272" r:id="rId21"/>
    <p:sldId id="273" r:id="rId22"/>
    <p:sldId id="282" r:id="rId23"/>
    <p:sldId id="278" r:id="rId24"/>
    <p:sldId id="280" r:id="rId25"/>
    <p:sldId id="277" r:id="rId26"/>
    <p:sldId id="274" r:id="rId27"/>
    <p:sldId id="283" r:id="rId28"/>
    <p:sldId id="284" r:id="rId29"/>
    <p:sldId id="287" r:id="rId30"/>
    <p:sldId id="285" r:id="rId31"/>
    <p:sldId id="288" r:id="rId32"/>
    <p:sldId id="289" r:id="rId33"/>
    <p:sldId id="290" r:id="rId34"/>
    <p:sldId id="291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1543"/>
    <a:srgbClr val="4C21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475" y="5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47E69-19FA-4CB8-8297-57ABAF383038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47A0A9-BF48-49B9-A29D-3174C8DA09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6232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47A0A9-BF48-49B9-A29D-3174C8DA09D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95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47A0A9-BF48-49B9-A29D-3174C8DA09D8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6518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7A7C3-A3F8-1EA2-FF70-3D45DC3AA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5013AF3-A77B-2B37-9454-15F269CBE0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6589A9-967E-2A24-1CD9-74686CE44E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808DE1-1C13-4120-31FF-59E7113C7D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47A0A9-BF48-49B9-A29D-3174C8DA09D8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1811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47A0A9-BF48-49B9-A29D-3174C8DA09D8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696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5B326A-83FA-B83D-9EE2-494AA34D8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1459E1E-D8F1-9309-2782-0361E03BE4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667128-810B-1F54-01D2-B497A6117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E39364-ACC9-CA04-202F-F8519BB85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D57ADD-F9FA-6F3B-6C6F-DB3119E12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1461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7DAA0C-57F6-ED73-2AEA-40B68A736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A72A5F-7D25-7CC4-F5CE-C32F82BA6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A5231C-6DDE-D341-11C9-C5820FD5D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481D57-30CD-F492-D122-6783FD14C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9F328E-40CE-4BD2-FBC9-86DD51BBC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527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76FB81-F72B-2001-EA17-E2480A2FD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9BF193-0B02-4C8C-B16D-604A6C7EA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F1ABD6-B441-C141-3C80-71AA4472F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063BAF-877D-C365-A6EA-EFC58943A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F89BE8-75DA-F421-2B5A-A43CB9838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3298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398A35-F457-1EB4-C0AA-32E739404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EAC9AA-B13B-A1D3-DA01-61F8265829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E3D6DE8-3275-4ED5-FBC1-B713235A5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7A7405F-BBEC-CAB3-AB3C-FDA262F12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0F0BA3-BD50-CF61-21BE-364FB6C9A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D3DDD2-A123-E338-3BFB-C0B03E08D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3410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7ACD0C-5074-56BD-AB91-248CF7347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24055D-D949-5220-1600-CFEA21813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B1183C-524D-E096-34C8-6FB2AE4FC7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D74E466-C2C1-1E02-D3F6-3FBB7C9D57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441578E-8D2E-7B26-457F-4808CFAE2C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58870C8-AADE-D57D-F8E0-62E8013B8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450D9B9-E6DA-3F30-A300-0FE73B871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8DCFB07-4AE1-6BEB-251E-2C9FF2A78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149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31330C-8CDA-AC69-A7F6-094934059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2038417-B5BC-9B1C-20CC-DC7881AB9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CACB849-8DFD-C7CB-3D95-1AC0F35A0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27BDC2F-4255-BE11-295E-0F81568AB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961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B7F24A4-1774-FD43-3EDC-ABBAE45C2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7150C1C-CF2D-ACB8-14FC-A4A1744B3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5F1E06-3213-B5C6-B242-2513505CD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5635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D4F7F4-FBA2-D5B0-20CA-09DF0D5F0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882659-EB13-76DC-D70B-28C31D8B9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985194-D317-86B1-CE85-BC323A9F6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111627-6E1D-DE45-6466-8CD4B6DC8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84F075-A4A0-B2A5-EE6E-3B69B910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7A3844-B2B6-C942-EE05-FB7CAC111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565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3C3408-1F55-8854-E8AA-10F33A6E1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7C1C509-1011-CBD0-5EDB-E69C5933E2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73D895-1427-C272-4E64-2654581F38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0DD75F-39B1-4885-3779-6E9FBEA08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BE290D-98F2-02D7-5371-BA1420984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5B4DBF-EF60-E726-C81D-C4EC5DC90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210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32C752-1B51-D109-3034-8961DA083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D569E59-F8AF-AA55-F41D-E42DE7773E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4AF6FF-3543-256D-8612-4C2F424D3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E33E6F-E27C-CD76-DB4B-31A85D2DA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68F9A0-1CD2-CFC5-32DE-8308CD676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766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34BD213-287C-B19E-AFDB-0D09344778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E916C44-6E81-0627-5B8C-9838F29CEC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BFCA91-6CD3-C67A-FE4F-2252B4FB7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BA20E6-DA0C-77C2-821D-455101569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E8AAA7-7271-D286-22E8-81C33B5AD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2922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3559BBE-A2CC-42BF-FE53-539F156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AA0754-0FD5-CA3C-5285-0688EB240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AA4768-FAF9-7878-F4DC-77ECC89DF6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990C73-9E8C-4CB1-BF34-D5E84A616C6A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2552E4-E095-C326-9EB7-48D25E97DF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95BC13-8DCE-3FF9-8F41-F2DC1E5ED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5317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10.png"/><Relationship Id="rId26" Type="http://schemas.openxmlformats.org/officeDocument/2006/relationships/image" Target="../media/image18.png"/><Relationship Id="rId3" Type="http://schemas.openxmlformats.org/officeDocument/2006/relationships/tags" Target="../tags/tag3.xml"/><Relationship Id="rId21" Type="http://schemas.openxmlformats.org/officeDocument/2006/relationships/image" Target="../media/image13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9.png"/><Relationship Id="rId25" Type="http://schemas.openxmlformats.org/officeDocument/2006/relationships/image" Target="../media/image17.png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1.xml"/><Relationship Id="rId20" Type="http://schemas.openxmlformats.org/officeDocument/2006/relationships/image" Target="../media/image12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16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image" Target="../media/image15.png"/><Relationship Id="rId10" Type="http://schemas.openxmlformats.org/officeDocument/2006/relationships/tags" Target="../tags/tag10.xml"/><Relationship Id="rId19" Type="http://schemas.openxmlformats.org/officeDocument/2006/relationships/image" Target="../media/image11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13" Type="http://schemas.openxmlformats.org/officeDocument/2006/relationships/tags" Target="../tags/tag29.xml"/><Relationship Id="rId18" Type="http://schemas.openxmlformats.org/officeDocument/2006/relationships/image" Target="../media/image10.png"/><Relationship Id="rId3" Type="http://schemas.openxmlformats.org/officeDocument/2006/relationships/tags" Target="../tags/tag19.xml"/><Relationship Id="rId21" Type="http://schemas.openxmlformats.org/officeDocument/2006/relationships/image" Target="../media/image13.png"/><Relationship Id="rId7" Type="http://schemas.openxmlformats.org/officeDocument/2006/relationships/tags" Target="../tags/tag23.xml"/><Relationship Id="rId12" Type="http://schemas.openxmlformats.org/officeDocument/2006/relationships/tags" Target="../tags/tag28.xml"/><Relationship Id="rId17" Type="http://schemas.openxmlformats.org/officeDocument/2006/relationships/image" Target="../media/image9.png"/><Relationship Id="rId2" Type="http://schemas.openxmlformats.org/officeDocument/2006/relationships/tags" Target="../tags/tag18.xml"/><Relationship Id="rId16" Type="http://schemas.openxmlformats.org/officeDocument/2006/relationships/slideLayout" Target="../slideLayouts/slideLayout1.xml"/><Relationship Id="rId20" Type="http://schemas.openxmlformats.org/officeDocument/2006/relationships/image" Target="../media/image12.png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tags" Target="../tags/tag27.xml"/><Relationship Id="rId5" Type="http://schemas.openxmlformats.org/officeDocument/2006/relationships/tags" Target="../tags/tag21.xml"/><Relationship Id="rId15" Type="http://schemas.openxmlformats.org/officeDocument/2006/relationships/tags" Target="../tags/tag31.xml"/><Relationship Id="rId23" Type="http://schemas.openxmlformats.org/officeDocument/2006/relationships/image" Target="../media/image16.png"/><Relationship Id="rId10" Type="http://schemas.openxmlformats.org/officeDocument/2006/relationships/tags" Target="../tags/tag26.xml"/><Relationship Id="rId19" Type="http://schemas.openxmlformats.org/officeDocument/2006/relationships/image" Target="../media/image11.png"/><Relationship Id="rId4" Type="http://schemas.openxmlformats.org/officeDocument/2006/relationships/tags" Target="../tags/tag20.xml"/><Relationship Id="rId9" Type="http://schemas.openxmlformats.org/officeDocument/2006/relationships/tags" Target="../tags/tag25.xml"/><Relationship Id="rId14" Type="http://schemas.openxmlformats.org/officeDocument/2006/relationships/tags" Target="../tags/tag30.xml"/><Relationship Id="rId22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2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13" Type="http://schemas.openxmlformats.org/officeDocument/2006/relationships/tags" Target="../tags/tag45.xml"/><Relationship Id="rId18" Type="http://schemas.openxmlformats.org/officeDocument/2006/relationships/image" Target="../media/image10.png"/><Relationship Id="rId26" Type="http://schemas.openxmlformats.org/officeDocument/2006/relationships/image" Target="../media/image18.png"/><Relationship Id="rId3" Type="http://schemas.openxmlformats.org/officeDocument/2006/relationships/tags" Target="../tags/tag35.xml"/><Relationship Id="rId21" Type="http://schemas.openxmlformats.org/officeDocument/2006/relationships/image" Target="../media/image13.png"/><Relationship Id="rId7" Type="http://schemas.openxmlformats.org/officeDocument/2006/relationships/tags" Target="../tags/tag39.xml"/><Relationship Id="rId12" Type="http://schemas.openxmlformats.org/officeDocument/2006/relationships/tags" Target="../tags/tag44.xml"/><Relationship Id="rId17" Type="http://schemas.openxmlformats.org/officeDocument/2006/relationships/image" Target="../media/image9.png"/><Relationship Id="rId25" Type="http://schemas.openxmlformats.org/officeDocument/2006/relationships/image" Target="../media/image17.png"/><Relationship Id="rId2" Type="http://schemas.openxmlformats.org/officeDocument/2006/relationships/tags" Target="../tags/tag34.xml"/><Relationship Id="rId16" Type="http://schemas.openxmlformats.org/officeDocument/2006/relationships/slideLayout" Target="../slideLayouts/slideLayout1.xml"/><Relationship Id="rId20" Type="http://schemas.openxmlformats.org/officeDocument/2006/relationships/image" Target="../media/image12.png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tags" Target="../tags/tag43.xml"/><Relationship Id="rId24" Type="http://schemas.openxmlformats.org/officeDocument/2006/relationships/image" Target="../media/image16.png"/><Relationship Id="rId5" Type="http://schemas.openxmlformats.org/officeDocument/2006/relationships/tags" Target="../tags/tag37.xml"/><Relationship Id="rId15" Type="http://schemas.openxmlformats.org/officeDocument/2006/relationships/tags" Target="../tags/tag47.xml"/><Relationship Id="rId23" Type="http://schemas.openxmlformats.org/officeDocument/2006/relationships/image" Target="../media/image15.png"/><Relationship Id="rId10" Type="http://schemas.openxmlformats.org/officeDocument/2006/relationships/tags" Target="../tags/tag42.xml"/><Relationship Id="rId19" Type="http://schemas.openxmlformats.org/officeDocument/2006/relationships/image" Target="../media/image11.png"/><Relationship Id="rId4" Type="http://schemas.openxmlformats.org/officeDocument/2006/relationships/tags" Target="../tags/tag36.xml"/><Relationship Id="rId9" Type="http://schemas.openxmlformats.org/officeDocument/2006/relationships/tags" Target="../tags/tag41.xml"/><Relationship Id="rId14" Type="http://schemas.openxmlformats.org/officeDocument/2006/relationships/tags" Target="../tags/tag46.xml"/><Relationship Id="rId22" Type="http://schemas.openxmlformats.org/officeDocument/2006/relationships/image" Target="../media/image14.png"/><Relationship Id="rId27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13" Type="http://schemas.openxmlformats.org/officeDocument/2006/relationships/tags" Target="../tags/tag60.xml"/><Relationship Id="rId18" Type="http://schemas.openxmlformats.org/officeDocument/2006/relationships/image" Target="../media/image9.png"/><Relationship Id="rId26" Type="http://schemas.openxmlformats.org/officeDocument/2006/relationships/image" Target="../media/image37.png"/><Relationship Id="rId3" Type="http://schemas.openxmlformats.org/officeDocument/2006/relationships/tags" Target="../tags/tag50.xml"/><Relationship Id="rId21" Type="http://schemas.openxmlformats.org/officeDocument/2006/relationships/image" Target="../media/image12.png"/><Relationship Id="rId7" Type="http://schemas.openxmlformats.org/officeDocument/2006/relationships/tags" Target="../tags/tag54.xml"/><Relationship Id="rId12" Type="http://schemas.openxmlformats.org/officeDocument/2006/relationships/tags" Target="../tags/tag59.xml"/><Relationship Id="rId17" Type="http://schemas.openxmlformats.org/officeDocument/2006/relationships/slideLayout" Target="../slideLayouts/slideLayout1.xml"/><Relationship Id="rId25" Type="http://schemas.openxmlformats.org/officeDocument/2006/relationships/image" Target="../media/image36.png"/><Relationship Id="rId2" Type="http://schemas.openxmlformats.org/officeDocument/2006/relationships/tags" Target="../tags/tag49.xml"/><Relationship Id="rId16" Type="http://schemas.openxmlformats.org/officeDocument/2006/relationships/tags" Target="../tags/tag63.xml"/><Relationship Id="rId20" Type="http://schemas.openxmlformats.org/officeDocument/2006/relationships/image" Target="../media/image11.png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tags" Target="../tags/tag58.xml"/><Relationship Id="rId24" Type="http://schemas.openxmlformats.org/officeDocument/2006/relationships/image" Target="../media/image16.png"/><Relationship Id="rId5" Type="http://schemas.openxmlformats.org/officeDocument/2006/relationships/tags" Target="../tags/tag52.xml"/><Relationship Id="rId15" Type="http://schemas.openxmlformats.org/officeDocument/2006/relationships/tags" Target="../tags/tag62.xml"/><Relationship Id="rId23" Type="http://schemas.openxmlformats.org/officeDocument/2006/relationships/image" Target="../media/image22.png"/><Relationship Id="rId10" Type="http://schemas.openxmlformats.org/officeDocument/2006/relationships/tags" Target="../tags/tag57.xml"/><Relationship Id="rId19" Type="http://schemas.openxmlformats.org/officeDocument/2006/relationships/image" Target="../media/image10.png"/><Relationship Id="rId4" Type="http://schemas.openxmlformats.org/officeDocument/2006/relationships/tags" Target="../tags/tag51.xml"/><Relationship Id="rId9" Type="http://schemas.openxmlformats.org/officeDocument/2006/relationships/tags" Target="../tags/tag56.xml"/><Relationship Id="rId14" Type="http://schemas.openxmlformats.org/officeDocument/2006/relationships/tags" Target="../tags/tag61.xml"/><Relationship Id="rId22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13" Type="http://schemas.openxmlformats.org/officeDocument/2006/relationships/image" Target="../media/image9.png"/><Relationship Id="rId18" Type="http://schemas.openxmlformats.org/officeDocument/2006/relationships/image" Target="../media/image51.png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12" Type="http://schemas.openxmlformats.org/officeDocument/2006/relationships/slideLayout" Target="../slideLayouts/slideLayout1.xml"/><Relationship Id="rId17" Type="http://schemas.openxmlformats.org/officeDocument/2006/relationships/image" Target="../media/image50.png"/><Relationship Id="rId2" Type="http://schemas.openxmlformats.org/officeDocument/2006/relationships/tags" Target="../tags/tag65.xml"/><Relationship Id="rId16" Type="http://schemas.openxmlformats.org/officeDocument/2006/relationships/image" Target="../media/image49.png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tags" Target="../tags/tag74.xml"/><Relationship Id="rId5" Type="http://schemas.openxmlformats.org/officeDocument/2006/relationships/tags" Target="../tags/tag68.xml"/><Relationship Id="rId15" Type="http://schemas.openxmlformats.org/officeDocument/2006/relationships/image" Target="../media/image12.png"/><Relationship Id="rId10" Type="http://schemas.openxmlformats.org/officeDocument/2006/relationships/tags" Target="../tags/tag73.xml"/><Relationship Id="rId19" Type="http://schemas.openxmlformats.org/officeDocument/2006/relationships/image" Target="../media/image52.png"/><Relationship Id="rId4" Type="http://schemas.openxmlformats.org/officeDocument/2006/relationships/tags" Target="../tags/tag67.xml"/><Relationship Id="rId9" Type="http://schemas.openxmlformats.org/officeDocument/2006/relationships/tags" Target="../tags/tag72.xml"/><Relationship Id="rId1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82.xml"/><Relationship Id="rId13" Type="http://schemas.openxmlformats.org/officeDocument/2006/relationships/tags" Target="../tags/tag87.xml"/><Relationship Id="rId18" Type="http://schemas.openxmlformats.org/officeDocument/2006/relationships/tags" Target="../tags/tag92.xml"/><Relationship Id="rId26" Type="http://schemas.openxmlformats.org/officeDocument/2006/relationships/image" Target="../media/image50.png"/><Relationship Id="rId3" Type="http://schemas.openxmlformats.org/officeDocument/2006/relationships/tags" Target="../tags/tag77.xml"/><Relationship Id="rId21" Type="http://schemas.openxmlformats.org/officeDocument/2006/relationships/slideLayout" Target="../slideLayouts/slideLayout1.xml"/><Relationship Id="rId7" Type="http://schemas.openxmlformats.org/officeDocument/2006/relationships/tags" Target="../tags/tag81.xml"/><Relationship Id="rId12" Type="http://schemas.openxmlformats.org/officeDocument/2006/relationships/tags" Target="../tags/tag86.xml"/><Relationship Id="rId17" Type="http://schemas.openxmlformats.org/officeDocument/2006/relationships/tags" Target="../tags/tag91.xml"/><Relationship Id="rId25" Type="http://schemas.openxmlformats.org/officeDocument/2006/relationships/image" Target="../media/image49.png"/><Relationship Id="rId2" Type="http://schemas.openxmlformats.org/officeDocument/2006/relationships/tags" Target="../tags/tag76.xml"/><Relationship Id="rId16" Type="http://schemas.openxmlformats.org/officeDocument/2006/relationships/tags" Target="../tags/tag90.xml"/><Relationship Id="rId20" Type="http://schemas.openxmlformats.org/officeDocument/2006/relationships/tags" Target="../tags/tag94.xml"/><Relationship Id="rId29" Type="http://schemas.openxmlformats.org/officeDocument/2006/relationships/image" Target="../media/image56.png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11" Type="http://schemas.openxmlformats.org/officeDocument/2006/relationships/tags" Target="../tags/tag85.xml"/><Relationship Id="rId24" Type="http://schemas.openxmlformats.org/officeDocument/2006/relationships/image" Target="../media/image12.png"/><Relationship Id="rId5" Type="http://schemas.openxmlformats.org/officeDocument/2006/relationships/tags" Target="../tags/tag79.xml"/><Relationship Id="rId15" Type="http://schemas.openxmlformats.org/officeDocument/2006/relationships/tags" Target="../tags/tag89.xml"/><Relationship Id="rId23" Type="http://schemas.openxmlformats.org/officeDocument/2006/relationships/image" Target="../media/image11.png"/><Relationship Id="rId28" Type="http://schemas.openxmlformats.org/officeDocument/2006/relationships/image" Target="../media/image55.png"/><Relationship Id="rId10" Type="http://schemas.openxmlformats.org/officeDocument/2006/relationships/tags" Target="../tags/tag84.xml"/><Relationship Id="rId19" Type="http://schemas.openxmlformats.org/officeDocument/2006/relationships/tags" Target="../tags/tag93.xml"/><Relationship Id="rId31" Type="http://schemas.openxmlformats.org/officeDocument/2006/relationships/image" Target="../media/image58.png"/><Relationship Id="rId4" Type="http://schemas.openxmlformats.org/officeDocument/2006/relationships/tags" Target="../tags/tag78.xml"/><Relationship Id="rId9" Type="http://schemas.openxmlformats.org/officeDocument/2006/relationships/tags" Target="../tags/tag83.xml"/><Relationship Id="rId14" Type="http://schemas.openxmlformats.org/officeDocument/2006/relationships/tags" Target="../tags/tag88.xml"/><Relationship Id="rId22" Type="http://schemas.openxmlformats.org/officeDocument/2006/relationships/image" Target="../media/image9.png"/><Relationship Id="rId27" Type="http://schemas.openxmlformats.org/officeDocument/2006/relationships/image" Target="../media/image54.png"/><Relationship Id="rId30" Type="http://schemas.openxmlformats.org/officeDocument/2006/relationships/image" Target="../media/image57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102.xml"/><Relationship Id="rId13" Type="http://schemas.openxmlformats.org/officeDocument/2006/relationships/tags" Target="../tags/tag107.xml"/><Relationship Id="rId18" Type="http://schemas.openxmlformats.org/officeDocument/2006/relationships/tags" Target="../tags/tag112.xml"/><Relationship Id="rId26" Type="http://schemas.openxmlformats.org/officeDocument/2006/relationships/image" Target="../media/image12.png"/><Relationship Id="rId3" Type="http://schemas.openxmlformats.org/officeDocument/2006/relationships/tags" Target="../tags/tag97.xml"/><Relationship Id="rId21" Type="http://schemas.openxmlformats.org/officeDocument/2006/relationships/slideLayout" Target="../slideLayouts/slideLayout1.xml"/><Relationship Id="rId7" Type="http://schemas.openxmlformats.org/officeDocument/2006/relationships/tags" Target="../tags/tag101.xml"/><Relationship Id="rId12" Type="http://schemas.openxmlformats.org/officeDocument/2006/relationships/tags" Target="../tags/tag106.xml"/><Relationship Id="rId17" Type="http://schemas.openxmlformats.org/officeDocument/2006/relationships/tags" Target="../tags/tag111.xml"/><Relationship Id="rId25" Type="http://schemas.openxmlformats.org/officeDocument/2006/relationships/image" Target="../media/image11.png"/><Relationship Id="rId2" Type="http://schemas.openxmlformats.org/officeDocument/2006/relationships/tags" Target="../tags/tag96.xml"/><Relationship Id="rId16" Type="http://schemas.openxmlformats.org/officeDocument/2006/relationships/tags" Target="../tags/tag110.xml"/><Relationship Id="rId20" Type="http://schemas.openxmlformats.org/officeDocument/2006/relationships/tags" Target="../tags/tag114.xml"/><Relationship Id="rId29" Type="http://schemas.openxmlformats.org/officeDocument/2006/relationships/image" Target="../media/image56.png"/><Relationship Id="rId1" Type="http://schemas.openxmlformats.org/officeDocument/2006/relationships/tags" Target="../tags/tag95.xml"/><Relationship Id="rId6" Type="http://schemas.openxmlformats.org/officeDocument/2006/relationships/tags" Target="../tags/tag100.xml"/><Relationship Id="rId11" Type="http://schemas.openxmlformats.org/officeDocument/2006/relationships/tags" Target="../tags/tag105.xml"/><Relationship Id="rId24" Type="http://schemas.openxmlformats.org/officeDocument/2006/relationships/image" Target="../media/image9.png"/><Relationship Id="rId32" Type="http://schemas.openxmlformats.org/officeDocument/2006/relationships/image" Target="../media/image57.png"/><Relationship Id="rId5" Type="http://schemas.openxmlformats.org/officeDocument/2006/relationships/tags" Target="../tags/tag99.xml"/><Relationship Id="rId15" Type="http://schemas.openxmlformats.org/officeDocument/2006/relationships/tags" Target="../tags/tag109.xml"/><Relationship Id="rId23" Type="http://schemas.openxmlformats.org/officeDocument/2006/relationships/image" Target="../media/image59.png"/><Relationship Id="rId28" Type="http://schemas.openxmlformats.org/officeDocument/2006/relationships/image" Target="../media/image50.png"/><Relationship Id="rId10" Type="http://schemas.openxmlformats.org/officeDocument/2006/relationships/tags" Target="../tags/tag104.xml"/><Relationship Id="rId19" Type="http://schemas.openxmlformats.org/officeDocument/2006/relationships/tags" Target="../tags/tag113.xml"/><Relationship Id="rId31" Type="http://schemas.openxmlformats.org/officeDocument/2006/relationships/image" Target="../media/image55.png"/><Relationship Id="rId4" Type="http://schemas.openxmlformats.org/officeDocument/2006/relationships/tags" Target="../tags/tag98.xml"/><Relationship Id="rId9" Type="http://schemas.openxmlformats.org/officeDocument/2006/relationships/tags" Target="../tags/tag103.xml"/><Relationship Id="rId14" Type="http://schemas.openxmlformats.org/officeDocument/2006/relationships/tags" Target="../tags/tag108.xml"/><Relationship Id="rId22" Type="http://schemas.openxmlformats.org/officeDocument/2006/relationships/notesSlide" Target="../notesSlides/notesSlide4.xml"/><Relationship Id="rId27" Type="http://schemas.openxmlformats.org/officeDocument/2006/relationships/image" Target="../media/image49.png"/><Relationship Id="rId30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04CAA-F447-DB5B-D206-C1766EC03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5">
            <a:extLst>
              <a:ext uri="{FF2B5EF4-FFF2-40B4-BE49-F238E27FC236}">
                <a16:creationId xmlns:a16="http://schemas.microsoft.com/office/drawing/2014/main" id="{E30A66F9-1FB7-CFB1-C628-668FB893BA77}"/>
              </a:ext>
            </a:extLst>
          </p:cNvPr>
          <p:cNvSpPr txBox="1"/>
          <p:nvPr/>
        </p:nvSpPr>
        <p:spPr>
          <a:xfrm>
            <a:off x="1117935" y="2485803"/>
            <a:ext cx="9956129" cy="1063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48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2025</a:t>
            </a:r>
            <a:r>
              <a:rPr lang="zh-CN" altLang="en-US" sz="48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秋线性代数学业辅导</a:t>
            </a:r>
            <a:endParaRPr lang="en-US" altLang="zh-CN" sz="48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" name="文本框 5">
            <a:extLst>
              <a:ext uri="{FF2B5EF4-FFF2-40B4-BE49-F238E27FC236}">
                <a16:creationId xmlns:a16="http://schemas.microsoft.com/office/drawing/2014/main" id="{8D39E0C9-1AE4-9FF5-BC13-9C33982A4F44}"/>
              </a:ext>
            </a:extLst>
          </p:cNvPr>
          <p:cNvSpPr txBox="1"/>
          <p:nvPr/>
        </p:nvSpPr>
        <p:spPr>
          <a:xfrm>
            <a:off x="1117935" y="5728556"/>
            <a:ext cx="9956129" cy="658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2025.10.16</a:t>
            </a:r>
          </a:p>
        </p:txBody>
      </p:sp>
    </p:spTree>
    <p:extLst>
      <p:ext uri="{BB962C8B-B14F-4D97-AF65-F5344CB8AC3E}">
        <p14:creationId xmlns:p14="http://schemas.microsoft.com/office/powerpoint/2010/main" val="2423471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D2884-971A-224F-D35F-1D3E5BC38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5">
            <a:extLst>
              <a:ext uri="{FF2B5EF4-FFF2-40B4-BE49-F238E27FC236}">
                <a16:creationId xmlns:a16="http://schemas.microsoft.com/office/drawing/2014/main" id="{7C016824-A7C0-05F1-DCAA-A214635C1CCF}"/>
              </a:ext>
            </a:extLst>
          </p:cNvPr>
          <p:cNvSpPr txBox="1"/>
          <p:nvPr/>
        </p:nvSpPr>
        <p:spPr>
          <a:xfrm>
            <a:off x="1117935" y="2485803"/>
            <a:ext cx="9956129" cy="1063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48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线性代数的基本概念和原理</a:t>
            </a:r>
            <a:endParaRPr lang="en-US" altLang="zh-CN" sz="48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7741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6C33D3E-6AC2-479C-B6D9-71E8D2ECC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49" y="911102"/>
            <a:ext cx="10421792" cy="374671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56E7E57-30FE-4D57-9945-BA38744F66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849" y="4543520"/>
            <a:ext cx="10017992" cy="204939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8" name="文本框 5">
            <a:extLst>
              <a:ext uri="{FF2B5EF4-FFF2-40B4-BE49-F238E27FC236}">
                <a16:creationId xmlns:a16="http://schemas.microsoft.com/office/drawing/2014/main" id="{FA33EEEF-FFC3-988E-9FD6-D689E8A5219A}"/>
              </a:ext>
            </a:extLst>
          </p:cNvPr>
          <p:cNvSpPr txBox="1"/>
          <p:nvPr/>
        </p:nvSpPr>
        <p:spPr>
          <a:xfrm>
            <a:off x="15240" y="-38031"/>
            <a:ext cx="2173905" cy="1063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48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Part  I</a:t>
            </a:r>
          </a:p>
        </p:txBody>
      </p:sp>
    </p:spTree>
    <p:extLst>
      <p:ext uri="{BB962C8B-B14F-4D97-AF65-F5344CB8AC3E}">
        <p14:creationId xmlns:p14="http://schemas.microsoft.com/office/powerpoint/2010/main" val="2758536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E5BE6-3AC1-44F4-2EC7-4AD9C4529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图片 181">
            <a:extLst>
              <a:ext uri="{FF2B5EF4-FFF2-40B4-BE49-F238E27FC236}">
                <a16:creationId xmlns:a16="http://schemas.microsoft.com/office/drawing/2014/main" id="{2760D2AD-EDFF-CD2A-8B48-FC82AE2F1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5173" y="3736296"/>
            <a:ext cx="3419376" cy="140660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</p:pic>
      <p:pic>
        <p:nvPicPr>
          <p:cNvPr id="184" name="图片 183">
            <a:extLst>
              <a:ext uri="{FF2B5EF4-FFF2-40B4-BE49-F238E27FC236}">
                <a16:creationId xmlns:a16="http://schemas.microsoft.com/office/drawing/2014/main" id="{A23F4DBD-5172-CCA9-43E5-D985B61C8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451" y="382501"/>
            <a:ext cx="8075347" cy="6030825"/>
          </a:xfrm>
          <a:prstGeom prst="rect">
            <a:avLst/>
          </a:prstGeom>
        </p:spPr>
      </p:pic>
      <p:sp>
        <p:nvSpPr>
          <p:cNvPr id="185" name="文本框 184">
            <a:extLst>
              <a:ext uri="{FF2B5EF4-FFF2-40B4-BE49-F238E27FC236}">
                <a16:creationId xmlns:a16="http://schemas.microsoft.com/office/drawing/2014/main" id="{C7DA7AB2-44AF-8A6A-C4B2-1F235DB368A7}"/>
              </a:ext>
            </a:extLst>
          </p:cNvPr>
          <p:cNvSpPr txBox="1"/>
          <p:nvPr/>
        </p:nvSpPr>
        <p:spPr>
          <a:xfrm>
            <a:off x="8505173" y="2305306"/>
            <a:ext cx="333146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线性映射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500" dirty="0"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</a:p>
          <a:p>
            <a:pPr algn="ctr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用线性方程组表示的映射</a:t>
            </a:r>
          </a:p>
        </p:txBody>
      </p:sp>
    </p:spTree>
    <p:extLst>
      <p:ext uri="{BB962C8B-B14F-4D97-AF65-F5344CB8AC3E}">
        <p14:creationId xmlns:p14="http://schemas.microsoft.com/office/powerpoint/2010/main" val="3787585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F38BB-2588-A231-1E79-B1EF1D1D2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71488AB3-F5AF-D1D5-FBD8-64F76E0B7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35359">
            <a:off x="1494637" y="459196"/>
            <a:ext cx="1709778" cy="134599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A1730CA-2EE0-88BD-7044-ECBBE90292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0957"/>
          <a:stretch>
            <a:fillRect/>
          </a:stretch>
        </p:blipFill>
        <p:spPr>
          <a:xfrm>
            <a:off x="7414754" y="128381"/>
            <a:ext cx="4172532" cy="114927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7C7F720-B082-DF04-B690-A69147B55A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537" y="2075413"/>
            <a:ext cx="10832926" cy="465420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E02CE14-5B51-35CC-1FE1-6CDD6049B1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1624"/>
          <a:stretch>
            <a:fillRect/>
          </a:stretch>
        </p:blipFill>
        <p:spPr>
          <a:xfrm>
            <a:off x="7414754" y="1064712"/>
            <a:ext cx="4172532" cy="1129657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D660F333-6D11-0060-188B-3418686C25FC}"/>
              </a:ext>
            </a:extLst>
          </p:cNvPr>
          <p:cNvSpPr txBox="1"/>
          <p:nvPr/>
        </p:nvSpPr>
        <p:spPr>
          <a:xfrm>
            <a:off x="6634619" y="6544849"/>
            <a:ext cx="609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Molles M C J .Ecology: Concepts and Applications[J].McGraw-Hill, 1999.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04A3C32D-D7EB-6CF6-9926-122B2A55F9F4}"/>
              </a:ext>
            </a:extLst>
          </p:cNvPr>
          <p:cNvSpPr/>
          <p:nvPr/>
        </p:nvSpPr>
        <p:spPr>
          <a:xfrm>
            <a:off x="1897980" y="4037888"/>
            <a:ext cx="903093" cy="848212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48FC7DE9-C682-A34E-57DE-0AA95C1ABA8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7175" b="50000"/>
          <a:stretch>
            <a:fillRect/>
          </a:stretch>
        </p:blipFill>
        <p:spPr>
          <a:xfrm rot="20714167">
            <a:off x="1737217" y="1569350"/>
            <a:ext cx="777240" cy="2350113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EB74A491-32B3-4C25-D5C7-258AC757D8F5}"/>
              </a:ext>
            </a:extLst>
          </p:cNvPr>
          <p:cNvSpPr txBox="1"/>
          <p:nvPr/>
        </p:nvSpPr>
        <p:spPr>
          <a:xfrm>
            <a:off x="3963774" y="958857"/>
            <a:ext cx="37470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Lotka-Volterra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两物种竞争模型</a:t>
            </a:r>
          </a:p>
        </p:txBody>
      </p:sp>
    </p:spTree>
    <p:extLst>
      <p:ext uri="{BB962C8B-B14F-4D97-AF65-F5344CB8AC3E}">
        <p14:creationId xmlns:p14="http://schemas.microsoft.com/office/powerpoint/2010/main" val="3474715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41249-44FF-066F-1D12-9D5DB81F5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矩形 173">
            <a:extLst>
              <a:ext uri="{FF2B5EF4-FFF2-40B4-BE49-F238E27FC236}">
                <a16:creationId xmlns:a16="http://schemas.microsoft.com/office/drawing/2014/main" id="{4BD03EF0-BD3E-3F70-A906-4BAD1531F793}"/>
              </a:ext>
            </a:extLst>
          </p:cNvPr>
          <p:cNvSpPr/>
          <p:nvPr/>
        </p:nvSpPr>
        <p:spPr>
          <a:xfrm rot="3496957">
            <a:off x="9033599" y="2157883"/>
            <a:ext cx="1902650" cy="1534734"/>
          </a:xfrm>
          <a:prstGeom prst="rect">
            <a:avLst/>
          </a:prstGeom>
          <a:solidFill>
            <a:srgbClr val="0070C0">
              <a:alpha val="25000"/>
            </a:srgbClr>
          </a:solidFill>
          <a:ln w="44450">
            <a:solidFill>
              <a:srgbClr val="0070C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16F16FB-28D2-BED5-0EDB-D5CA021FC708}"/>
              </a:ext>
            </a:extLst>
          </p:cNvPr>
          <p:cNvGrpSpPr/>
          <p:nvPr/>
        </p:nvGrpSpPr>
        <p:grpSpPr>
          <a:xfrm>
            <a:off x="762653" y="477987"/>
            <a:ext cx="2492294" cy="2569628"/>
            <a:chOff x="350494" y="2892206"/>
            <a:chExt cx="2811908" cy="2899159"/>
          </a:xfrm>
        </p:grpSpPr>
        <p:cxnSp>
          <p:nvCxnSpPr>
            <p:cNvPr id="3" name="直接箭头连接符 2">
              <a:extLst>
                <a:ext uri="{FF2B5EF4-FFF2-40B4-BE49-F238E27FC236}">
                  <a16:creationId xmlns:a16="http://schemas.microsoft.com/office/drawing/2014/main" id="{932D7415-96E6-416B-7CB9-12875EA5A91D}"/>
                </a:ext>
              </a:extLst>
            </p:cNvPr>
            <p:cNvCxnSpPr>
              <a:cxnSpLocks/>
            </p:cNvCxnSpPr>
            <p:nvPr/>
          </p:nvCxnSpPr>
          <p:spPr>
            <a:xfrm>
              <a:off x="350494" y="5189894"/>
              <a:ext cx="2688609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C8AF9B0A-73EA-0D46-9864-4B23CFA20F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955" y="2974540"/>
              <a:ext cx="0" cy="2816825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图片 4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402CFB78-3FBA-3C98-974B-866482E4D1E8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183" y="5293299"/>
              <a:ext cx="193188" cy="203267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5F2A7D5-1CA4-BEF4-AE7B-6A469B31DC64}"/>
                </a:ext>
              </a:extLst>
            </p:cNvPr>
            <p:cNvSpPr/>
            <p:nvPr/>
          </p:nvSpPr>
          <p:spPr>
            <a:xfrm>
              <a:off x="879213" y="3454238"/>
              <a:ext cx="1622924" cy="1731550"/>
            </a:xfrm>
            <a:prstGeom prst="rect">
              <a:avLst/>
            </a:prstGeom>
            <a:solidFill>
              <a:srgbClr val="00B0F0">
                <a:alpha val="25000"/>
              </a:srgbClr>
            </a:solidFill>
            <a:ln w="44450">
              <a:solidFill>
                <a:srgbClr val="00B0F0">
                  <a:alpha val="25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6162B5B4-A095-DACD-44D2-38DE33768A99}"/>
                </a:ext>
              </a:extLst>
            </p:cNvPr>
            <p:cNvCxnSpPr/>
            <p:nvPr/>
          </p:nvCxnSpPr>
          <p:spPr>
            <a:xfrm>
              <a:off x="879210" y="5188114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BEFF6D5B-0125-8162-C666-1B82D7C2E4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203" y="3427415"/>
              <a:ext cx="0" cy="1770885"/>
            </a:xfrm>
            <a:prstGeom prst="straightConnector1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FC3BB32F-BEA6-CF06-A814-87EE8CE5C999}"/>
                </a:ext>
              </a:extLst>
            </p:cNvPr>
            <p:cNvCxnSpPr>
              <a:cxnSpLocks/>
            </p:cNvCxnSpPr>
            <p:nvPr/>
          </p:nvCxnSpPr>
          <p:spPr>
            <a:xfrm>
              <a:off x="863993" y="5188107"/>
              <a:ext cx="1638165" cy="0"/>
            </a:xfrm>
            <a:prstGeom prst="straightConnector1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474FDF7A-5FB7-19B7-8182-52C734A139A8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518578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AFD08F64-9119-7D49-7278-C70276D352FB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471189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02ADFD2-B510-E83D-98CD-545CEA352F69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940844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2C976A3-CF58-E0EA-9C60-3B4875F1E5AD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695903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366D9C20-A471-FB8A-DABC-B0A231D2BF6E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45095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1FF0F31-BEE0-F605-1A27-6CDB0CBAF78B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206015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56121203-6A0E-6C24-214D-2CDEFA48FDAC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961073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C8CEA790-D959-22BC-DAB8-2DB0A1A302A1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716131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C25207DE-AC1F-BD25-A4AC-7D2EAECC6D18}"/>
                </a:ext>
              </a:extLst>
            </p:cNvPr>
            <p:cNvSpPr/>
            <p:nvPr/>
          </p:nvSpPr>
          <p:spPr>
            <a:xfrm>
              <a:off x="2019385" y="3785069"/>
              <a:ext cx="156770" cy="15677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pic>
          <p:nvPicPr>
            <p:cNvPr id="19" name="图片 18" descr="\documentclass{article}&#10;\usepackage{amsmath}&#10;\pagestyle{empty}&#10;\begin{document}&#10;&#10;$(x_1,x_2)$&#10;&#10;&#10;\end{document}" title="IguanaTex Bitmap Display">
              <a:extLst>
                <a:ext uri="{FF2B5EF4-FFF2-40B4-BE49-F238E27FC236}">
                  <a16:creationId xmlns:a16="http://schemas.microsoft.com/office/drawing/2014/main" id="{B98C61C1-A20E-C268-6E9B-8E2ED21E0339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4559" y="3691352"/>
              <a:ext cx="855064" cy="280541"/>
            </a:xfrm>
            <a:prstGeom prst="rect">
              <a:avLst/>
            </a:prstGeom>
          </p:spPr>
        </p:pic>
        <p:pic>
          <p:nvPicPr>
            <p:cNvPr id="20" name="图片 19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FD4A8553-6B24-5AEC-004B-268F278E622C}"/>
                </a:ext>
              </a:extLst>
            </p:cNvPr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7138" y="5331916"/>
              <a:ext cx="245264" cy="164632"/>
            </a:xfrm>
            <a:prstGeom prst="rect">
              <a:avLst/>
            </a:prstGeom>
          </p:spPr>
        </p:pic>
        <p:pic>
          <p:nvPicPr>
            <p:cNvPr id="21" name="图片 20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7E397349-3E0A-6492-035D-A8C0342B45CE}"/>
                </a:ext>
              </a:extLst>
            </p:cNvPr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9795" y="2892206"/>
              <a:ext cx="251987" cy="164632"/>
            </a:xfrm>
            <a:prstGeom prst="rect">
              <a:avLst/>
            </a:prstGeom>
          </p:spPr>
        </p:pic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25BB92ED-30FE-B562-6777-1C6F68973B80}"/>
              </a:ext>
            </a:extLst>
          </p:cNvPr>
          <p:cNvGrpSpPr/>
          <p:nvPr/>
        </p:nvGrpSpPr>
        <p:grpSpPr>
          <a:xfrm>
            <a:off x="4413675" y="423175"/>
            <a:ext cx="3065589" cy="3214430"/>
            <a:chOff x="3847931" y="381450"/>
            <a:chExt cx="3458723" cy="3626652"/>
          </a:xfrm>
        </p:grpSpPr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FAEBDCD8-353A-AE4D-4E6C-DF981CD65A12}"/>
                </a:ext>
              </a:extLst>
            </p:cNvPr>
            <p:cNvCxnSpPr>
              <a:cxnSpLocks/>
            </p:cNvCxnSpPr>
            <p:nvPr/>
          </p:nvCxnSpPr>
          <p:spPr>
            <a:xfrm>
              <a:off x="3847931" y="2730009"/>
              <a:ext cx="3355531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F264D8C0-C07E-7A13-BE6D-EC597A4D72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7382" y="514643"/>
              <a:ext cx="0" cy="3493459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8" name="图片 27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5E67F447-4234-2C56-B303-38FB31BB4C78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1390" y="2853220"/>
              <a:ext cx="245264" cy="164632"/>
            </a:xfrm>
            <a:prstGeom prst="rect">
              <a:avLst/>
            </a:prstGeom>
          </p:spPr>
        </p:pic>
        <p:pic>
          <p:nvPicPr>
            <p:cNvPr id="29" name="图片 28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15813DCC-A674-DCC6-90BB-67957BA33F3A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28409" y="381450"/>
              <a:ext cx="251987" cy="164632"/>
            </a:xfrm>
            <a:prstGeom prst="rect">
              <a:avLst/>
            </a:prstGeom>
          </p:spPr>
        </p:pic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8A29565C-A1CE-63FD-0E51-B3B9155DF1A6}"/>
                </a:ext>
              </a:extLst>
            </p:cNvPr>
            <p:cNvSpPr/>
            <p:nvPr/>
          </p:nvSpPr>
          <p:spPr>
            <a:xfrm>
              <a:off x="4376640" y="994355"/>
              <a:ext cx="1622924" cy="1731550"/>
            </a:xfrm>
            <a:prstGeom prst="rect">
              <a:avLst/>
            </a:prstGeom>
            <a:solidFill>
              <a:srgbClr val="00B0F0">
                <a:alpha val="10000"/>
              </a:srgbClr>
            </a:solidFill>
            <a:ln w="44450">
              <a:solidFill>
                <a:srgbClr val="00B0F0">
                  <a:alpha val="1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75665EDA-224D-6D49-5406-24CC99C748DE}"/>
                </a:ext>
              </a:extLst>
            </p:cNvPr>
            <p:cNvCxnSpPr/>
            <p:nvPr/>
          </p:nvCxnSpPr>
          <p:spPr>
            <a:xfrm>
              <a:off x="4376639" y="2728228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4238A7A8-1DCD-D6FC-099A-D1E28BEB75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6293" y="967522"/>
              <a:ext cx="0" cy="1770885"/>
            </a:xfrm>
            <a:prstGeom prst="straightConnector1">
              <a:avLst/>
            </a:prstGeom>
            <a:ln w="44450">
              <a:solidFill>
                <a:srgbClr val="00B0F0">
                  <a:alpha val="2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C6DF3189-A45B-F4EE-D6F7-EBB4009189D9}"/>
                </a:ext>
              </a:extLst>
            </p:cNvPr>
            <p:cNvCxnSpPr>
              <a:cxnSpLocks/>
            </p:cNvCxnSpPr>
            <p:nvPr/>
          </p:nvCxnSpPr>
          <p:spPr>
            <a:xfrm>
              <a:off x="4361423" y="2728222"/>
              <a:ext cx="1638165" cy="0"/>
            </a:xfrm>
            <a:prstGeom prst="straightConnector1">
              <a:avLst/>
            </a:prstGeom>
            <a:ln w="44450">
              <a:solidFill>
                <a:srgbClr val="00B0F0">
                  <a:alpha val="2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BDE80036-F484-0F13-FA7B-D23D08979CCE}"/>
                </a:ext>
              </a:extLst>
            </p:cNvPr>
            <p:cNvCxnSpPr>
              <a:cxnSpLocks/>
            </p:cNvCxnSpPr>
            <p:nvPr/>
          </p:nvCxnSpPr>
          <p:spPr>
            <a:xfrm>
              <a:off x="4376639" y="2480960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F65D1926-8297-89D2-E99D-1ECC7E66DEE4}"/>
                </a:ext>
              </a:extLst>
            </p:cNvPr>
            <p:cNvCxnSpPr>
              <a:cxnSpLocks/>
            </p:cNvCxnSpPr>
            <p:nvPr/>
          </p:nvCxnSpPr>
          <p:spPr>
            <a:xfrm>
              <a:off x="4376639" y="223601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6" name="图片 35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9478EABD-C2F4-04D9-7C6D-AC143A19F50B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1361" y="2853239"/>
              <a:ext cx="193188" cy="203267"/>
            </a:xfrm>
            <a:prstGeom prst="rect">
              <a:avLst/>
            </a:prstGeom>
          </p:spPr>
        </p:pic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C3D34A6D-85EC-1C74-FA81-A45D4DC6C5A9}"/>
                </a:ext>
              </a:extLst>
            </p:cNvPr>
            <p:cNvSpPr/>
            <p:nvPr/>
          </p:nvSpPr>
          <p:spPr>
            <a:xfrm rot="34111">
              <a:off x="5944556" y="1321087"/>
              <a:ext cx="156770" cy="15677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D37C28EE-EF0E-7886-ABE7-4664E29F1236}"/>
                </a:ext>
              </a:extLst>
            </p:cNvPr>
            <p:cNvGrpSpPr/>
            <p:nvPr/>
          </p:nvGrpSpPr>
          <p:grpSpPr>
            <a:xfrm>
              <a:off x="4351257" y="963599"/>
              <a:ext cx="2198771" cy="1770885"/>
              <a:chOff x="4351238" y="1015426"/>
              <a:chExt cx="2198770" cy="1770885"/>
            </a:xfrm>
          </p:grpSpPr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0A29D72A-1599-D29C-D5BA-214443FD7445}"/>
                  </a:ext>
                </a:extLst>
              </p:cNvPr>
              <p:cNvGrpSpPr/>
              <p:nvPr/>
            </p:nvGrpSpPr>
            <p:grpSpPr>
              <a:xfrm>
                <a:off x="4376292" y="1045548"/>
                <a:ext cx="2150462" cy="1731550"/>
                <a:chOff x="4376292" y="1045548"/>
                <a:chExt cx="2150462" cy="1731550"/>
              </a:xfrm>
            </p:grpSpPr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BABD45D-A827-D55E-C41B-FDC5B3EA3488}"/>
                    </a:ext>
                  </a:extLst>
                </p:cNvPr>
                <p:cNvSpPr/>
                <p:nvPr/>
              </p:nvSpPr>
              <p:spPr>
                <a:xfrm>
                  <a:off x="4376293" y="1045548"/>
                  <a:ext cx="2146648" cy="1731550"/>
                </a:xfrm>
                <a:prstGeom prst="rect">
                  <a:avLst/>
                </a:prstGeom>
                <a:solidFill>
                  <a:srgbClr val="0070C0">
                    <a:alpha val="25000"/>
                  </a:srgbClr>
                </a:solidFill>
                <a:ln w="44450">
                  <a:solidFill>
                    <a:srgbClr val="0070C0">
                      <a:alpha val="25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24" dirty="0"/>
                </a:p>
              </p:txBody>
            </p:sp>
            <p:cxnSp>
              <p:nvCxnSpPr>
                <p:cNvPr id="44" name="直接连接符 43">
                  <a:extLst>
                    <a:ext uri="{FF2B5EF4-FFF2-40B4-BE49-F238E27FC236}">
                      <a16:creationId xmlns:a16="http://schemas.microsoft.com/office/drawing/2014/main" id="{75452414-59FF-1050-A474-ADACA5E57CAE}"/>
                    </a:ext>
                  </a:extLst>
                </p:cNvPr>
                <p:cNvCxnSpPr/>
                <p:nvPr/>
              </p:nvCxnSpPr>
              <p:spPr>
                <a:xfrm>
                  <a:off x="4376292" y="1063143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接连接符 44">
                  <a:extLst>
                    <a:ext uri="{FF2B5EF4-FFF2-40B4-BE49-F238E27FC236}">
                      <a16:creationId xmlns:a16="http://schemas.microsoft.com/office/drawing/2014/main" id="{0DCDA54C-98A8-13A2-84EB-F53BFAB1231C}"/>
                    </a:ext>
                  </a:extLst>
                </p:cNvPr>
                <p:cNvCxnSpPr/>
                <p:nvPr/>
              </p:nvCxnSpPr>
              <p:spPr>
                <a:xfrm>
                  <a:off x="4376292" y="2777098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接连接符 45">
                  <a:extLst>
                    <a:ext uri="{FF2B5EF4-FFF2-40B4-BE49-F238E27FC236}">
                      <a16:creationId xmlns:a16="http://schemas.microsoft.com/office/drawing/2014/main" id="{B6518794-D1B9-1D1A-CD44-00BD36717247}"/>
                    </a:ext>
                  </a:extLst>
                </p:cNvPr>
                <p:cNvCxnSpPr/>
                <p:nvPr/>
              </p:nvCxnSpPr>
              <p:spPr>
                <a:xfrm>
                  <a:off x="4378195" y="1308085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接连接符 46">
                  <a:extLst>
                    <a:ext uri="{FF2B5EF4-FFF2-40B4-BE49-F238E27FC236}">
                      <a16:creationId xmlns:a16="http://schemas.microsoft.com/office/drawing/2014/main" id="{73F1EB41-A013-6DB1-35CB-BEB7DFAD42CD}"/>
                    </a:ext>
                  </a:extLst>
                </p:cNvPr>
                <p:cNvCxnSpPr/>
                <p:nvPr/>
              </p:nvCxnSpPr>
              <p:spPr>
                <a:xfrm>
                  <a:off x="4376292" y="1553027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直接连接符 47">
                  <a:extLst>
                    <a:ext uri="{FF2B5EF4-FFF2-40B4-BE49-F238E27FC236}">
                      <a16:creationId xmlns:a16="http://schemas.microsoft.com/office/drawing/2014/main" id="{76F6E172-2793-67EE-7B91-35928966FD2B}"/>
                    </a:ext>
                  </a:extLst>
                </p:cNvPr>
                <p:cNvCxnSpPr/>
                <p:nvPr/>
              </p:nvCxnSpPr>
              <p:spPr>
                <a:xfrm>
                  <a:off x="4376638" y="1797969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直接连接符 48">
                  <a:extLst>
                    <a:ext uri="{FF2B5EF4-FFF2-40B4-BE49-F238E27FC236}">
                      <a16:creationId xmlns:a16="http://schemas.microsoft.com/office/drawing/2014/main" id="{A0D7E33D-7355-9914-29E7-34694A12A3B3}"/>
                    </a:ext>
                  </a:extLst>
                </p:cNvPr>
                <p:cNvCxnSpPr/>
                <p:nvPr/>
              </p:nvCxnSpPr>
              <p:spPr>
                <a:xfrm>
                  <a:off x="4376293" y="2042913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直接连接符 49">
                  <a:extLst>
                    <a:ext uri="{FF2B5EF4-FFF2-40B4-BE49-F238E27FC236}">
                      <a16:creationId xmlns:a16="http://schemas.microsoft.com/office/drawing/2014/main" id="{BE7C77BA-A4F6-7916-6486-71D4EF569CBA}"/>
                    </a:ext>
                  </a:extLst>
                </p:cNvPr>
                <p:cNvCxnSpPr/>
                <p:nvPr/>
              </p:nvCxnSpPr>
              <p:spPr>
                <a:xfrm>
                  <a:off x="4376638" y="2287858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直接连接符 50">
                  <a:extLst>
                    <a:ext uri="{FF2B5EF4-FFF2-40B4-BE49-F238E27FC236}">
                      <a16:creationId xmlns:a16="http://schemas.microsoft.com/office/drawing/2014/main" id="{F1C786D5-DF1E-9614-012D-7C9052A650A3}"/>
                    </a:ext>
                  </a:extLst>
                </p:cNvPr>
                <p:cNvCxnSpPr/>
                <p:nvPr/>
              </p:nvCxnSpPr>
              <p:spPr>
                <a:xfrm>
                  <a:off x="4380103" y="2532800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1" name="直接箭头连接符 40">
                <a:extLst>
                  <a:ext uri="{FF2B5EF4-FFF2-40B4-BE49-F238E27FC236}">
                    <a16:creationId xmlns:a16="http://schemas.microsoft.com/office/drawing/2014/main" id="{C0F2EAD3-7DA9-AA84-3A00-B5CDACB604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51238" y="2779638"/>
                <a:ext cx="2198770" cy="0"/>
              </a:xfrm>
              <a:prstGeom prst="straightConnector1">
                <a:avLst/>
              </a:prstGeom>
              <a:ln w="444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箭头连接符 41">
                <a:extLst>
                  <a:ext uri="{FF2B5EF4-FFF2-40B4-BE49-F238E27FC236}">
                    <a16:creationId xmlns:a16="http://schemas.microsoft.com/office/drawing/2014/main" id="{B36DD1F2-68AB-D7B2-74BC-8D9DDDF1CA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76292" y="1015426"/>
                <a:ext cx="0" cy="1770885"/>
              </a:xfrm>
              <a:prstGeom prst="straightConnector1">
                <a:avLst/>
              </a:prstGeom>
              <a:ln w="444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94A8D55D-6C77-4CDB-9E0D-FEFC3C7989C3}"/>
                </a:ext>
              </a:extLst>
            </p:cNvPr>
            <p:cNvSpPr/>
            <p:nvPr/>
          </p:nvSpPr>
          <p:spPr>
            <a:xfrm>
              <a:off x="5516812" y="1321055"/>
              <a:ext cx="156770" cy="15677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</p:grp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0BA41254-F0E1-148C-6796-FEF22A56C134}"/>
              </a:ext>
            </a:extLst>
          </p:cNvPr>
          <p:cNvGrpSpPr/>
          <p:nvPr/>
        </p:nvGrpSpPr>
        <p:grpSpPr>
          <a:xfrm>
            <a:off x="7211410" y="1362117"/>
            <a:ext cx="971570" cy="509500"/>
            <a:chOff x="7211409" y="1362116"/>
            <a:chExt cx="1096165" cy="574839"/>
          </a:xfrm>
        </p:grpSpPr>
        <p:pic>
          <p:nvPicPr>
            <p:cNvPr id="148" name="图片 147" descr="\documentclass{article}&#10;\usepackage{amsmath}&#10;\pagestyle{empty}&#10;\begin{document}&#10;&#10;$\mapsto$&#10;&#10;&#10;\end{document}" title="IguanaTex Bitmap Display">
              <a:extLst>
                <a:ext uri="{FF2B5EF4-FFF2-40B4-BE49-F238E27FC236}">
                  <a16:creationId xmlns:a16="http://schemas.microsoft.com/office/drawing/2014/main" id="{4433BFF7-E555-B4EE-77BA-0B35ADA2AEC6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1409" y="1646433"/>
              <a:ext cx="1096165" cy="290522"/>
            </a:xfrm>
            <a:prstGeom prst="rect">
              <a:avLst/>
            </a:prstGeom>
          </p:spPr>
        </p:pic>
        <p:pic>
          <p:nvPicPr>
            <p:cNvPr id="149" name="图片 148" descr="\documentclass{article}&#10;\usepackage{amsmath}&#10;\pagestyle{empty}&#10;\begin{document}&#10;&#10;$B$&#10;&#10;&#10;\end{document}" title="IguanaTex Bitmap Display">
              <a:extLst>
                <a:ext uri="{FF2B5EF4-FFF2-40B4-BE49-F238E27FC236}">
                  <a16:creationId xmlns:a16="http://schemas.microsoft.com/office/drawing/2014/main" id="{EEE39DA0-78B6-AC42-57FE-427FC5ED4DDD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12503" y="1362116"/>
              <a:ext cx="274286" cy="258286"/>
            </a:xfrm>
            <a:prstGeom prst="rect">
              <a:avLst/>
            </a:prstGeom>
          </p:spPr>
        </p:pic>
      </p:grp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BE308173-CFB4-E8B1-11CD-5C5A67607AE8}"/>
              </a:ext>
            </a:extLst>
          </p:cNvPr>
          <p:cNvCxnSpPr>
            <a:cxnSpLocks/>
          </p:cNvCxnSpPr>
          <p:nvPr/>
        </p:nvCxnSpPr>
        <p:spPr>
          <a:xfrm>
            <a:off x="8354969" y="2520502"/>
            <a:ext cx="3316332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F78AB50A-1FF8-470A-2590-C11071B6D1F6}"/>
              </a:ext>
            </a:extLst>
          </p:cNvPr>
          <p:cNvCxnSpPr>
            <a:cxnSpLocks/>
          </p:cNvCxnSpPr>
          <p:nvPr/>
        </p:nvCxnSpPr>
        <p:spPr>
          <a:xfrm flipV="1">
            <a:off x="8824240" y="556944"/>
            <a:ext cx="0" cy="3096377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4" name="图片 153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581F03A8-50BC-AAEE-2865-CB9E55AD7EA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7281" y="2629706"/>
            <a:ext cx="217386" cy="145919"/>
          </a:xfrm>
          <a:prstGeom prst="rect">
            <a:avLst/>
          </a:prstGeom>
        </p:spPr>
      </p:pic>
      <p:pic>
        <p:nvPicPr>
          <p:cNvPr id="155" name="图片 154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2CD608B9-0CEA-B251-F24D-90C140E710C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4932" y="449205"/>
            <a:ext cx="223345" cy="145919"/>
          </a:xfrm>
          <a:prstGeom prst="rect">
            <a:avLst/>
          </a:prstGeom>
        </p:spPr>
      </p:pic>
      <p:sp>
        <p:nvSpPr>
          <p:cNvPr id="156" name="矩形 155">
            <a:extLst>
              <a:ext uri="{FF2B5EF4-FFF2-40B4-BE49-F238E27FC236}">
                <a16:creationId xmlns:a16="http://schemas.microsoft.com/office/drawing/2014/main" id="{9AA1082A-8A03-1849-E9E1-1A09AD53A92B}"/>
              </a:ext>
            </a:extLst>
          </p:cNvPr>
          <p:cNvSpPr/>
          <p:nvPr/>
        </p:nvSpPr>
        <p:spPr>
          <a:xfrm>
            <a:off x="8823582" y="982128"/>
            <a:ext cx="1438455" cy="1534734"/>
          </a:xfrm>
          <a:prstGeom prst="rect">
            <a:avLst/>
          </a:prstGeom>
          <a:solidFill>
            <a:srgbClr val="00B0F0">
              <a:alpha val="10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157" name="直接连接符 156">
            <a:extLst>
              <a:ext uri="{FF2B5EF4-FFF2-40B4-BE49-F238E27FC236}">
                <a16:creationId xmlns:a16="http://schemas.microsoft.com/office/drawing/2014/main" id="{84DA466F-7CB0-B96E-A828-2463A2E26AF1}"/>
              </a:ext>
            </a:extLst>
          </p:cNvPr>
          <p:cNvCxnSpPr>
            <a:cxnSpLocks/>
          </p:cNvCxnSpPr>
          <p:nvPr/>
        </p:nvCxnSpPr>
        <p:spPr>
          <a:xfrm>
            <a:off x="8823582" y="2518922"/>
            <a:ext cx="1438455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41A4452F-28CE-9A66-EF28-06B6C6C545CA}"/>
              </a:ext>
            </a:extLst>
          </p:cNvPr>
          <p:cNvCxnSpPr>
            <a:cxnSpLocks/>
          </p:cNvCxnSpPr>
          <p:nvPr/>
        </p:nvCxnSpPr>
        <p:spPr>
          <a:xfrm flipV="1">
            <a:off x="8828677" y="958344"/>
            <a:ext cx="0" cy="1569598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箭头连接符 158">
            <a:extLst>
              <a:ext uri="{FF2B5EF4-FFF2-40B4-BE49-F238E27FC236}">
                <a16:creationId xmlns:a16="http://schemas.microsoft.com/office/drawing/2014/main" id="{4B8B0534-D73D-5C5E-0038-D408B36D4109}"/>
              </a:ext>
            </a:extLst>
          </p:cNvPr>
          <p:cNvCxnSpPr>
            <a:cxnSpLocks/>
          </p:cNvCxnSpPr>
          <p:nvPr/>
        </p:nvCxnSpPr>
        <p:spPr>
          <a:xfrm>
            <a:off x="8810094" y="2518917"/>
            <a:ext cx="1451964" cy="0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连接符 159">
            <a:extLst>
              <a:ext uri="{FF2B5EF4-FFF2-40B4-BE49-F238E27FC236}">
                <a16:creationId xmlns:a16="http://schemas.microsoft.com/office/drawing/2014/main" id="{EF825082-D29B-4B04-246A-9E387B483475}"/>
              </a:ext>
            </a:extLst>
          </p:cNvPr>
          <p:cNvCxnSpPr>
            <a:cxnSpLocks/>
          </p:cNvCxnSpPr>
          <p:nvPr/>
        </p:nvCxnSpPr>
        <p:spPr>
          <a:xfrm>
            <a:off x="8841590" y="1009162"/>
            <a:ext cx="1413877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连接符 160">
            <a:extLst>
              <a:ext uri="{FF2B5EF4-FFF2-40B4-BE49-F238E27FC236}">
                <a16:creationId xmlns:a16="http://schemas.microsoft.com/office/drawing/2014/main" id="{C3AFD249-D8C5-7A3C-60F0-638D3B2875CE}"/>
              </a:ext>
            </a:extLst>
          </p:cNvPr>
          <p:cNvCxnSpPr>
            <a:cxnSpLocks/>
          </p:cNvCxnSpPr>
          <p:nvPr/>
        </p:nvCxnSpPr>
        <p:spPr>
          <a:xfrm>
            <a:off x="8841590" y="2299760"/>
            <a:ext cx="1413877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连接符 161">
            <a:extLst>
              <a:ext uri="{FF2B5EF4-FFF2-40B4-BE49-F238E27FC236}">
                <a16:creationId xmlns:a16="http://schemas.microsoft.com/office/drawing/2014/main" id="{7493735C-C89A-6C3B-E919-82C09DBCC6FB}"/>
              </a:ext>
            </a:extLst>
          </p:cNvPr>
          <p:cNvCxnSpPr>
            <a:cxnSpLocks/>
          </p:cNvCxnSpPr>
          <p:nvPr/>
        </p:nvCxnSpPr>
        <p:spPr>
          <a:xfrm>
            <a:off x="8841590" y="2082659"/>
            <a:ext cx="1413877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接连接符 162">
            <a:extLst>
              <a:ext uri="{FF2B5EF4-FFF2-40B4-BE49-F238E27FC236}">
                <a16:creationId xmlns:a16="http://schemas.microsoft.com/office/drawing/2014/main" id="{0ADBD68A-D1F5-C2C0-56FD-67D0DE71AE45}"/>
              </a:ext>
            </a:extLst>
          </p:cNvPr>
          <p:cNvCxnSpPr>
            <a:cxnSpLocks/>
          </p:cNvCxnSpPr>
          <p:nvPr/>
        </p:nvCxnSpPr>
        <p:spPr>
          <a:xfrm>
            <a:off x="8841590" y="1445144"/>
            <a:ext cx="1413877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接连接符 163">
            <a:extLst>
              <a:ext uri="{FF2B5EF4-FFF2-40B4-BE49-F238E27FC236}">
                <a16:creationId xmlns:a16="http://schemas.microsoft.com/office/drawing/2014/main" id="{81A307E9-60AC-7434-EF77-5890130A04FA}"/>
              </a:ext>
            </a:extLst>
          </p:cNvPr>
          <p:cNvCxnSpPr>
            <a:cxnSpLocks/>
          </p:cNvCxnSpPr>
          <p:nvPr/>
        </p:nvCxnSpPr>
        <p:spPr>
          <a:xfrm>
            <a:off x="8841590" y="1879181"/>
            <a:ext cx="1413877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接连接符 164">
            <a:extLst>
              <a:ext uri="{FF2B5EF4-FFF2-40B4-BE49-F238E27FC236}">
                <a16:creationId xmlns:a16="http://schemas.microsoft.com/office/drawing/2014/main" id="{16BD28BE-6644-803F-18ED-BEBF9F55A924}"/>
              </a:ext>
            </a:extLst>
          </p:cNvPr>
          <p:cNvCxnSpPr>
            <a:cxnSpLocks/>
          </p:cNvCxnSpPr>
          <p:nvPr/>
        </p:nvCxnSpPr>
        <p:spPr>
          <a:xfrm>
            <a:off x="8841590" y="1225657"/>
            <a:ext cx="1413877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接连接符 165">
            <a:extLst>
              <a:ext uri="{FF2B5EF4-FFF2-40B4-BE49-F238E27FC236}">
                <a16:creationId xmlns:a16="http://schemas.microsoft.com/office/drawing/2014/main" id="{9DACF8F9-1049-2288-B982-58FC5E66127D}"/>
              </a:ext>
            </a:extLst>
          </p:cNvPr>
          <p:cNvCxnSpPr>
            <a:cxnSpLocks/>
          </p:cNvCxnSpPr>
          <p:nvPr/>
        </p:nvCxnSpPr>
        <p:spPr>
          <a:xfrm>
            <a:off x="8841590" y="1661154"/>
            <a:ext cx="1413877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接箭头连接符 166">
            <a:extLst>
              <a:ext uri="{FF2B5EF4-FFF2-40B4-BE49-F238E27FC236}">
                <a16:creationId xmlns:a16="http://schemas.microsoft.com/office/drawing/2014/main" id="{44FEB1B7-FDA5-63C8-AEF3-211D7235860F}"/>
              </a:ext>
            </a:extLst>
          </p:cNvPr>
          <p:cNvCxnSpPr>
            <a:cxnSpLocks/>
          </p:cNvCxnSpPr>
          <p:nvPr/>
        </p:nvCxnSpPr>
        <p:spPr>
          <a:xfrm rot="3495345" flipV="1">
            <a:off x="9486543" y="1333694"/>
            <a:ext cx="3315" cy="155399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91F0D435-0585-F186-D78C-09453ABB1FCF}"/>
              </a:ext>
            </a:extLst>
          </p:cNvPr>
          <p:cNvCxnSpPr>
            <a:cxnSpLocks/>
          </p:cNvCxnSpPr>
          <p:nvPr/>
        </p:nvCxnSpPr>
        <p:spPr>
          <a:xfrm rot="34111">
            <a:off x="8816580" y="2523078"/>
            <a:ext cx="1019102" cy="1615253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椭圆 168">
            <a:extLst>
              <a:ext uri="{FF2B5EF4-FFF2-40B4-BE49-F238E27FC236}">
                <a16:creationId xmlns:a16="http://schemas.microsoft.com/office/drawing/2014/main" id="{AF8B0F64-10C8-44FD-2700-CEE565132C07}"/>
              </a:ext>
            </a:extLst>
          </p:cNvPr>
          <p:cNvSpPr/>
          <p:nvPr/>
        </p:nvSpPr>
        <p:spPr>
          <a:xfrm rot="34111">
            <a:off x="10504217" y="3064017"/>
            <a:ext cx="138951" cy="13895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pic>
        <p:nvPicPr>
          <p:cNvPr id="212" name="图片 211" descr="\documentclass{article}&#10;\usepackage{amsmath}&#10;\pagestyle{empty}&#10;\begin{document}&#10;&#10;$(z_1,z_2)$&#10;&#10;&#10;\end{document}" title="IguanaTex Bitmap Display">
            <a:extLst>
              <a:ext uri="{FF2B5EF4-FFF2-40B4-BE49-F238E27FC236}">
                <a16:creationId xmlns:a16="http://schemas.microsoft.com/office/drawing/2014/main" id="{1740182A-E4D4-05D1-CEDA-35559492FDA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1818" y="3020711"/>
            <a:ext cx="705762" cy="248653"/>
          </a:xfrm>
          <a:prstGeom prst="rect">
            <a:avLst/>
          </a:prstGeom>
        </p:spPr>
      </p:pic>
      <p:pic>
        <p:nvPicPr>
          <p:cNvPr id="171" name="图片 170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91157EBA-D2B0-59D6-33D2-6E8A1418E8B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1747" y="2634654"/>
            <a:ext cx="171229" cy="180163"/>
          </a:xfrm>
          <a:prstGeom prst="rect">
            <a:avLst/>
          </a:prstGeom>
        </p:spPr>
      </p:pic>
      <p:cxnSp>
        <p:nvCxnSpPr>
          <p:cNvPr id="175" name="直接连接符 174">
            <a:extLst>
              <a:ext uri="{FF2B5EF4-FFF2-40B4-BE49-F238E27FC236}">
                <a16:creationId xmlns:a16="http://schemas.microsoft.com/office/drawing/2014/main" id="{328D6A3C-CB56-55F4-0980-57FC7247C135}"/>
              </a:ext>
            </a:extLst>
          </p:cNvPr>
          <p:cNvCxnSpPr/>
          <p:nvPr/>
        </p:nvCxnSpPr>
        <p:spPr>
          <a:xfrm rot="3496957">
            <a:off x="9665993" y="2518531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连接符 175">
            <a:extLst>
              <a:ext uri="{FF2B5EF4-FFF2-40B4-BE49-F238E27FC236}">
                <a16:creationId xmlns:a16="http://schemas.microsoft.com/office/drawing/2014/main" id="{52104AD2-30C8-FF16-60AB-A35616FBEF32}"/>
              </a:ext>
            </a:extLst>
          </p:cNvPr>
          <p:cNvCxnSpPr/>
          <p:nvPr/>
        </p:nvCxnSpPr>
        <p:spPr>
          <a:xfrm rot="3496957">
            <a:off x="8373735" y="3317187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接连接符 176">
            <a:extLst>
              <a:ext uri="{FF2B5EF4-FFF2-40B4-BE49-F238E27FC236}">
                <a16:creationId xmlns:a16="http://schemas.microsoft.com/office/drawing/2014/main" id="{58D78FC3-1EA4-6DB6-B5AF-1D8CEA8FCBCA}"/>
              </a:ext>
            </a:extLst>
          </p:cNvPr>
          <p:cNvCxnSpPr/>
          <p:nvPr/>
        </p:nvCxnSpPr>
        <p:spPr>
          <a:xfrm rot="3496957">
            <a:off x="9482202" y="2634102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接连接符 177">
            <a:extLst>
              <a:ext uri="{FF2B5EF4-FFF2-40B4-BE49-F238E27FC236}">
                <a16:creationId xmlns:a16="http://schemas.microsoft.com/office/drawing/2014/main" id="{9C591330-BB38-F6C1-1D6F-A740D54A825B}"/>
              </a:ext>
            </a:extLst>
          </p:cNvPr>
          <p:cNvCxnSpPr/>
          <p:nvPr/>
        </p:nvCxnSpPr>
        <p:spPr>
          <a:xfrm rot="3496957">
            <a:off x="9296639" y="2746803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连接符 178">
            <a:extLst>
              <a:ext uri="{FF2B5EF4-FFF2-40B4-BE49-F238E27FC236}">
                <a16:creationId xmlns:a16="http://schemas.microsoft.com/office/drawing/2014/main" id="{353E1739-6EFC-924A-A9B2-48909DE6D214}"/>
              </a:ext>
            </a:extLst>
          </p:cNvPr>
          <p:cNvCxnSpPr/>
          <p:nvPr/>
        </p:nvCxnSpPr>
        <p:spPr>
          <a:xfrm rot="3496957">
            <a:off x="9112123" y="2861201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接连接符 179">
            <a:extLst>
              <a:ext uri="{FF2B5EF4-FFF2-40B4-BE49-F238E27FC236}">
                <a16:creationId xmlns:a16="http://schemas.microsoft.com/office/drawing/2014/main" id="{41FC6468-D5DF-FB3E-F4DB-7FCF9ADB8DB9}"/>
              </a:ext>
            </a:extLst>
          </p:cNvPr>
          <p:cNvCxnSpPr/>
          <p:nvPr/>
        </p:nvCxnSpPr>
        <p:spPr>
          <a:xfrm rot="3496957">
            <a:off x="8927283" y="2975078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连接符 180">
            <a:extLst>
              <a:ext uri="{FF2B5EF4-FFF2-40B4-BE49-F238E27FC236}">
                <a16:creationId xmlns:a16="http://schemas.microsoft.com/office/drawing/2014/main" id="{BE67B705-4067-4910-E9DA-1B091B0A3E1E}"/>
              </a:ext>
            </a:extLst>
          </p:cNvPr>
          <p:cNvCxnSpPr/>
          <p:nvPr/>
        </p:nvCxnSpPr>
        <p:spPr>
          <a:xfrm rot="3496957">
            <a:off x="8742765" y="3089476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连接符 182">
            <a:extLst>
              <a:ext uri="{FF2B5EF4-FFF2-40B4-BE49-F238E27FC236}">
                <a16:creationId xmlns:a16="http://schemas.microsoft.com/office/drawing/2014/main" id="{47CA6B99-06E0-EBCA-FD0B-E9CBD8BB5392}"/>
              </a:ext>
            </a:extLst>
          </p:cNvPr>
          <p:cNvCxnSpPr/>
          <p:nvPr/>
        </p:nvCxnSpPr>
        <p:spPr>
          <a:xfrm rot="3496957">
            <a:off x="8559702" y="3206224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椭圆 172">
            <a:extLst>
              <a:ext uri="{FF2B5EF4-FFF2-40B4-BE49-F238E27FC236}">
                <a16:creationId xmlns:a16="http://schemas.microsoft.com/office/drawing/2014/main" id="{546FDBC8-4E51-B21B-4601-7C3E7FB3AA6B}"/>
              </a:ext>
            </a:extLst>
          </p:cNvPr>
          <p:cNvSpPr/>
          <p:nvPr/>
        </p:nvSpPr>
        <p:spPr>
          <a:xfrm>
            <a:off x="9834166" y="1282334"/>
            <a:ext cx="138951" cy="138951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grpSp>
        <p:nvGrpSpPr>
          <p:cNvPr id="193" name="组合 192">
            <a:extLst>
              <a:ext uri="{FF2B5EF4-FFF2-40B4-BE49-F238E27FC236}">
                <a16:creationId xmlns:a16="http://schemas.microsoft.com/office/drawing/2014/main" id="{A083587E-75EC-10E0-057B-6265CE9FC470}"/>
              </a:ext>
            </a:extLst>
          </p:cNvPr>
          <p:cNvGrpSpPr/>
          <p:nvPr/>
        </p:nvGrpSpPr>
        <p:grpSpPr>
          <a:xfrm>
            <a:off x="3289587" y="1373859"/>
            <a:ext cx="971570" cy="509500"/>
            <a:chOff x="5943782" y="6570580"/>
            <a:chExt cx="1096165" cy="574839"/>
          </a:xfrm>
        </p:grpSpPr>
        <p:pic>
          <p:nvPicPr>
            <p:cNvPr id="188" name="图片 187" descr="\documentclass{article}&#10;\usepackage{amsmath}&#10;\pagestyle{empty}&#10;\begin{document}&#10;&#10;$\mapsto$&#10;&#10;&#10;\end{document}" title="IguanaTex Bitmap Display">
              <a:extLst>
                <a:ext uri="{FF2B5EF4-FFF2-40B4-BE49-F238E27FC236}">
                  <a16:creationId xmlns:a16="http://schemas.microsoft.com/office/drawing/2014/main" id="{C1579D55-6156-9637-8F28-CB1148B3CD9C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43782" y="6854897"/>
              <a:ext cx="1096165" cy="290522"/>
            </a:xfrm>
            <a:prstGeom prst="rect">
              <a:avLst/>
            </a:prstGeom>
          </p:spPr>
        </p:pic>
        <p:pic>
          <p:nvPicPr>
            <p:cNvPr id="192" name="图片 191" descr="\documentclass{article}&#10;\usepackage{amsmath}&#10;\pagestyle{empty}&#10;\begin{document}&#10;&#10;$A$&#10;&#10;&#10;\end{document}" title="IguanaTex Bitmap Display">
              <a:extLst>
                <a:ext uri="{FF2B5EF4-FFF2-40B4-BE49-F238E27FC236}">
                  <a16:creationId xmlns:a16="http://schemas.microsoft.com/office/drawing/2014/main" id="{4237769B-422F-90C4-CDA4-CE07248EA9F8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44877" y="6570580"/>
              <a:ext cx="262857" cy="272000"/>
            </a:xfrm>
            <a:prstGeom prst="rect">
              <a:avLst/>
            </a:prstGeom>
          </p:spPr>
        </p:pic>
      </p:grpSp>
      <p:pic>
        <p:nvPicPr>
          <p:cNvPr id="195" name="图片 194">
            <a:extLst>
              <a:ext uri="{FF2B5EF4-FFF2-40B4-BE49-F238E27FC236}">
                <a16:creationId xmlns:a16="http://schemas.microsoft.com/office/drawing/2014/main" id="{133719AB-121D-9F51-66FE-0661BEAF339D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010187" y="4245654"/>
            <a:ext cx="1648055" cy="1362265"/>
          </a:xfrm>
          <a:prstGeom prst="rect">
            <a:avLst/>
          </a:prstGeom>
        </p:spPr>
      </p:pic>
      <p:pic>
        <p:nvPicPr>
          <p:cNvPr id="197" name="图片 196">
            <a:extLst>
              <a:ext uri="{FF2B5EF4-FFF2-40B4-BE49-F238E27FC236}">
                <a16:creationId xmlns:a16="http://schemas.microsoft.com/office/drawing/2014/main" id="{03D43D6A-6F97-DB76-F82C-015613A4DB35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478280" y="4203200"/>
            <a:ext cx="4077269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633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F2519-BE79-B8EE-6670-2EB6B66A2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D58B23B-56C8-F101-CC8C-480EEF2DB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25" y="2541829"/>
            <a:ext cx="11438550" cy="374107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1FD4F1B-A197-4A7B-A7EA-7303C11C0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3267" y="575092"/>
            <a:ext cx="1648055" cy="136226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271C48C-B8FD-A372-C851-85C3BF8166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6122" y="575092"/>
            <a:ext cx="4077269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172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7F97A-49FE-ADE3-2620-FA4764BFA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33B9167-70FA-109C-3005-DCE64C708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19" y="293929"/>
            <a:ext cx="8532081" cy="6232954"/>
          </a:xfrm>
          <a:prstGeom prst="rect">
            <a:avLst/>
          </a:prstGeom>
        </p:spPr>
      </p:pic>
      <p:pic>
        <p:nvPicPr>
          <p:cNvPr id="5" name="图片 4" descr="\documentclass{article}&#10;\usepackage{amsmath}&#10;\pagestyle{empty}&#10;\begin{document}&#10;&#10;$BA \ne AB$&#10;&#10;&#10;\end{document}" title="IguanaTex Bitmap Display">
            <a:extLst>
              <a:ext uri="{FF2B5EF4-FFF2-40B4-BE49-F238E27FC236}">
                <a16:creationId xmlns:a16="http://schemas.microsoft.com/office/drawing/2014/main" id="{057020E4-1F52-69D5-05FF-845F8B9F37C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835" y="3035211"/>
            <a:ext cx="2030446" cy="434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472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C8997-15D6-4AD7-9551-729EB84FA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6E764F6-415E-AC7C-081A-F637F0DB3326}"/>
              </a:ext>
            </a:extLst>
          </p:cNvPr>
          <p:cNvGrpSpPr/>
          <p:nvPr/>
        </p:nvGrpSpPr>
        <p:grpSpPr>
          <a:xfrm>
            <a:off x="1006493" y="739979"/>
            <a:ext cx="2492294" cy="2569628"/>
            <a:chOff x="350494" y="2892206"/>
            <a:chExt cx="2811908" cy="2899159"/>
          </a:xfrm>
        </p:grpSpPr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8022D27C-8389-C13D-D5AE-2E6A69997038}"/>
                </a:ext>
              </a:extLst>
            </p:cNvPr>
            <p:cNvCxnSpPr>
              <a:cxnSpLocks/>
            </p:cNvCxnSpPr>
            <p:nvPr/>
          </p:nvCxnSpPr>
          <p:spPr>
            <a:xfrm>
              <a:off x="350494" y="5189894"/>
              <a:ext cx="2688609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85B41EF4-4E19-3185-BF25-F69CC6730C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955" y="2974540"/>
              <a:ext cx="0" cy="2816825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图片 6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14FE7F1C-79BE-E360-2E19-8AA27780BF16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183" y="5293299"/>
              <a:ext cx="193188" cy="203267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8AC3F20-B811-E519-6D49-F4D20823910D}"/>
                </a:ext>
              </a:extLst>
            </p:cNvPr>
            <p:cNvSpPr/>
            <p:nvPr/>
          </p:nvSpPr>
          <p:spPr>
            <a:xfrm>
              <a:off x="879213" y="3454238"/>
              <a:ext cx="1622924" cy="1731550"/>
            </a:xfrm>
            <a:prstGeom prst="rect">
              <a:avLst/>
            </a:prstGeom>
            <a:solidFill>
              <a:srgbClr val="00B0F0">
                <a:alpha val="25000"/>
              </a:srgbClr>
            </a:solidFill>
            <a:ln w="44450">
              <a:solidFill>
                <a:srgbClr val="00B0F0">
                  <a:alpha val="25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140512DE-0D31-D626-D4B8-A2C321905E3B}"/>
                </a:ext>
              </a:extLst>
            </p:cNvPr>
            <p:cNvCxnSpPr/>
            <p:nvPr/>
          </p:nvCxnSpPr>
          <p:spPr>
            <a:xfrm>
              <a:off x="879210" y="5188114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4F8F8B79-BA88-0BE9-4154-25481A7C63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203" y="3427415"/>
              <a:ext cx="0" cy="1770885"/>
            </a:xfrm>
            <a:prstGeom prst="straightConnector1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79692E5F-8869-9804-302A-6BCF6CB18E6D}"/>
                </a:ext>
              </a:extLst>
            </p:cNvPr>
            <p:cNvCxnSpPr>
              <a:cxnSpLocks/>
            </p:cNvCxnSpPr>
            <p:nvPr/>
          </p:nvCxnSpPr>
          <p:spPr>
            <a:xfrm>
              <a:off x="863993" y="5188107"/>
              <a:ext cx="1638165" cy="0"/>
            </a:xfrm>
            <a:prstGeom prst="straightConnector1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AB6A028A-47B3-1271-08AF-D0CD3A22E0AF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518578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8A285143-0B53-E96C-AB26-0FDFCFED4683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471189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22402B4C-5195-DAFE-7B7B-1612BC880883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940844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16D4D506-AF2C-09FD-689D-B8552D1925B3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695903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791DB372-94A7-8385-7EAF-CDF1E77D847B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45095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8CB1F612-8016-8F31-DC4B-F0C6D075EB81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206015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A8AD98E5-9A9D-AE5A-A013-8BA7395A9ABC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961073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A2146FDC-D08D-71BA-24DE-8F28BA889DB1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716131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F4ACF6CE-35E4-D68D-EA38-6D46E35939C7}"/>
                </a:ext>
              </a:extLst>
            </p:cNvPr>
            <p:cNvSpPr/>
            <p:nvPr/>
          </p:nvSpPr>
          <p:spPr>
            <a:xfrm>
              <a:off x="2019385" y="3785069"/>
              <a:ext cx="156770" cy="15677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pic>
          <p:nvPicPr>
            <p:cNvPr id="21" name="图片 20" descr="\documentclass{article}&#10;\usepackage{amsmath}&#10;\pagestyle{empty}&#10;\begin{document}&#10;&#10;$(x_1,x_2)$&#10;&#10;&#10;\end{document}" title="IguanaTex Bitmap Display">
              <a:extLst>
                <a:ext uri="{FF2B5EF4-FFF2-40B4-BE49-F238E27FC236}">
                  <a16:creationId xmlns:a16="http://schemas.microsoft.com/office/drawing/2014/main" id="{B360A913-0BB0-CCD4-C404-95950E2E54EC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4559" y="3691352"/>
              <a:ext cx="855064" cy="280541"/>
            </a:xfrm>
            <a:prstGeom prst="rect">
              <a:avLst/>
            </a:prstGeom>
          </p:spPr>
        </p:pic>
        <p:pic>
          <p:nvPicPr>
            <p:cNvPr id="22" name="图片 21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4EF5A5B3-BA75-5605-D527-9B0BDCDBFBF3}"/>
                </a:ext>
              </a:extLst>
            </p:cNvPr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7138" y="5331916"/>
              <a:ext cx="245264" cy="164632"/>
            </a:xfrm>
            <a:prstGeom prst="rect">
              <a:avLst/>
            </a:prstGeom>
          </p:spPr>
        </p:pic>
        <p:pic>
          <p:nvPicPr>
            <p:cNvPr id="23" name="图片 22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CD222C0C-F044-56BB-1E34-4D4924A1CD37}"/>
                </a:ext>
              </a:extLst>
            </p:cNvPr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9795" y="2892206"/>
              <a:ext cx="251987" cy="164632"/>
            </a:xfrm>
            <a:prstGeom prst="rect">
              <a:avLst/>
            </a:prstGeom>
          </p:spPr>
        </p:pic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20CB44C8-085A-364C-ABE1-CEF6EE46D810}"/>
              </a:ext>
            </a:extLst>
          </p:cNvPr>
          <p:cNvGrpSpPr/>
          <p:nvPr/>
        </p:nvGrpSpPr>
        <p:grpSpPr>
          <a:xfrm>
            <a:off x="4657515" y="685167"/>
            <a:ext cx="3065589" cy="3214430"/>
            <a:chOff x="3847931" y="381450"/>
            <a:chExt cx="3458723" cy="3626652"/>
          </a:xfrm>
        </p:grpSpPr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B982E05B-6A04-B68E-3970-FCA7BD1E60D2}"/>
                </a:ext>
              </a:extLst>
            </p:cNvPr>
            <p:cNvCxnSpPr>
              <a:cxnSpLocks/>
            </p:cNvCxnSpPr>
            <p:nvPr/>
          </p:nvCxnSpPr>
          <p:spPr>
            <a:xfrm>
              <a:off x="3847931" y="2730009"/>
              <a:ext cx="3355531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66210326-D011-9BAF-7A09-F5C06EC3BD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7382" y="514643"/>
              <a:ext cx="0" cy="3493459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7" name="图片 26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3F0DBB3B-BDE9-6EAB-6483-A65E51D15C02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1390" y="2853220"/>
              <a:ext cx="245264" cy="164632"/>
            </a:xfrm>
            <a:prstGeom prst="rect">
              <a:avLst/>
            </a:prstGeom>
          </p:spPr>
        </p:pic>
        <p:pic>
          <p:nvPicPr>
            <p:cNvPr id="28" name="图片 27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A63E2558-D53E-7EB6-689C-1351F8293B82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28409" y="381450"/>
              <a:ext cx="251987" cy="164632"/>
            </a:xfrm>
            <a:prstGeom prst="rect">
              <a:avLst/>
            </a:prstGeom>
          </p:spPr>
        </p:pic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5CF78FAD-6C17-1792-F3E4-0AAA6E78097E}"/>
                </a:ext>
              </a:extLst>
            </p:cNvPr>
            <p:cNvSpPr/>
            <p:nvPr/>
          </p:nvSpPr>
          <p:spPr>
            <a:xfrm>
              <a:off x="4376640" y="994355"/>
              <a:ext cx="1622924" cy="1731550"/>
            </a:xfrm>
            <a:prstGeom prst="rect">
              <a:avLst/>
            </a:prstGeom>
            <a:solidFill>
              <a:srgbClr val="00B0F0">
                <a:alpha val="10000"/>
              </a:srgbClr>
            </a:solidFill>
            <a:ln w="44450">
              <a:solidFill>
                <a:srgbClr val="00B0F0">
                  <a:alpha val="1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5E2FDF2-435C-DA19-F9F6-707C72F7728E}"/>
                </a:ext>
              </a:extLst>
            </p:cNvPr>
            <p:cNvCxnSpPr/>
            <p:nvPr/>
          </p:nvCxnSpPr>
          <p:spPr>
            <a:xfrm>
              <a:off x="4376639" y="2728228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269FCE4E-C204-AD3C-2F11-ED3A4063BB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6293" y="967522"/>
              <a:ext cx="0" cy="1770885"/>
            </a:xfrm>
            <a:prstGeom prst="straightConnector1">
              <a:avLst/>
            </a:prstGeom>
            <a:ln w="44450">
              <a:solidFill>
                <a:srgbClr val="00B0F0">
                  <a:alpha val="2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C0292E40-3BEA-E287-9831-CDC9AEBE774F}"/>
                </a:ext>
              </a:extLst>
            </p:cNvPr>
            <p:cNvCxnSpPr>
              <a:cxnSpLocks/>
            </p:cNvCxnSpPr>
            <p:nvPr/>
          </p:nvCxnSpPr>
          <p:spPr>
            <a:xfrm>
              <a:off x="4361423" y="2728222"/>
              <a:ext cx="1638165" cy="0"/>
            </a:xfrm>
            <a:prstGeom prst="straightConnector1">
              <a:avLst/>
            </a:prstGeom>
            <a:ln w="44450">
              <a:solidFill>
                <a:srgbClr val="00B0F0">
                  <a:alpha val="2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8BA1E48C-A84A-1C3B-1EAF-B1BFF6AEC373}"/>
                </a:ext>
              </a:extLst>
            </p:cNvPr>
            <p:cNvCxnSpPr>
              <a:cxnSpLocks/>
            </p:cNvCxnSpPr>
            <p:nvPr/>
          </p:nvCxnSpPr>
          <p:spPr>
            <a:xfrm>
              <a:off x="4376639" y="2480960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D6543DB2-66A5-1EDC-74B7-ED38B82161E2}"/>
                </a:ext>
              </a:extLst>
            </p:cNvPr>
            <p:cNvCxnSpPr>
              <a:cxnSpLocks/>
            </p:cNvCxnSpPr>
            <p:nvPr/>
          </p:nvCxnSpPr>
          <p:spPr>
            <a:xfrm>
              <a:off x="4376639" y="223601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5" name="图片 34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52F42275-E4BA-2963-1D51-F172962C2BF8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1361" y="2853239"/>
              <a:ext cx="193188" cy="203267"/>
            </a:xfrm>
            <a:prstGeom prst="rect">
              <a:avLst/>
            </a:prstGeom>
          </p:spPr>
        </p:pic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E073AB3E-B033-65DB-1D37-3FCDABCB372A}"/>
                </a:ext>
              </a:extLst>
            </p:cNvPr>
            <p:cNvSpPr/>
            <p:nvPr/>
          </p:nvSpPr>
          <p:spPr>
            <a:xfrm rot="34111">
              <a:off x="5944556" y="1321087"/>
              <a:ext cx="156770" cy="15677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7C1E674C-3599-894D-7E1B-91E3F0ABF41B}"/>
                </a:ext>
              </a:extLst>
            </p:cNvPr>
            <p:cNvGrpSpPr/>
            <p:nvPr/>
          </p:nvGrpSpPr>
          <p:grpSpPr>
            <a:xfrm>
              <a:off x="4351257" y="963599"/>
              <a:ext cx="2198771" cy="1770885"/>
              <a:chOff x="4351238" y="1015426"/>
              <a:chExt cx="2198770" cy="1770885"/>
            </a:xfrm>
          </p:grpSpPr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D84B9430-51BF-99CB-D87D-84474865896E}"/>
                  </a:ext>
                </a:extLst>
              </p:cNvPr>
              <p:cNvGrpSpPr/>
              <p:nvPr/>
            </p:nvGrpSpPr>
            <p:grpSpPr>
              <a:xfrm>
                <a:off x="4376292" y="1045548"/>
                <a:ext cx="2150462" cy="1731550"/>
                <a:chOff x="4376292" y="1045548"/>
                <a:chExt cx="2150462" cy="1731550"/>
              </a:xfrm>
            </p:grpSpPr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1CCA6A9C-555E-733E-1D71-39297864BE67}"/>
                    </a:ext>
                  </a:extLst>
                </p:cNvPr>
                <p:cNvSpPr/>
                <p:nvPr/>
              </p:nvSpPr>
              <p:spPr>
                <a:xfrm>
                  <a:off x="4376293" y="1045548"/>
                  <a:ext cx="2146648" cy="1731550"/>
                </a:xfrm>
                <a:prstGeom prst="rect">
                  <a:avLst/>
                </a:prstGeom>
                <a:solidFill>
                  <a:srgbClr val="0070C0">
                    <a:alpha val="25000"/>
                  </a:srgbClr>
                </a:solidFill>
                <a:ln w="44450">
                  <a:solidFill>
                    <a:srgbClr val="0070C0">
                      <a:alpha val="25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24" dirty="0"/>
                </a:p>
              </p:txBody>
            </p:sp>
            <p:cxnSp>
              <p:nvCxnSpPr>
                <p:cNvPr id="43" name="直接连接符 42">
                  <a:extLst>
                    <a:ext uri="{FF2B5EF4-FFF2-40B4-BE49-F238E27FC236}">
                      <a16:creationId xmlns:a16="http://schemas.microsoft.com/office/drawing/2014/main" id="{DD123C47-BE8F-35E7-B276-A9EBC9BB43B8}"/>
                    </a:ext>
                  </a:extLst>
                </p:cNvPr>
                <p:cNvCxnSpPr/>
                <p:nvPr/>
              </p:nvCxnSpPr>
              <p:spPr>
                <a:xfrm>
                  <a:off x="4376292" y="1063143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接连接符 43">
                  <a:extLst>
                    <a:ext uri="{FF2B5EF4-FFF2-40B4-BE49-F238E27FC236}">
                      <a16:creationId xmlns:a16="http://schemas.microsoft.com/office/drawing/2014/main" id="{BC9AFED7-3B6A-01C9-4579-029468AB8588}"/>
                    </a:ext>
                  </a:extLst>
                </p:cNvPr>
                <p:cNvCxnSpPr/>
                <p:nvPr/>
              </p:nvCxnSpPr>
              <p:spPr>
                <a:xfrm>
                  <a:off x="4376292" y="2777098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接连接符 44">
                  <a:extLst>
                    <a:ext uri="{FF2B5EF4-FFF2-40B4-BE49-F238E27FC236}">
                      <a16:creationId xmlns:a16="http://schemas.microsoft.com/office/drawing/2014/main" id="{87D568D5-DEA2-716B-ED99-C39A6344ABCE}"/>
                    </a:ext>
                  </a:extLst>
                </p:cNvPr>
                <p:cNvCxnSpPr/>
                <p:nvPr/>
              </p:nvCxnSpPr>
              <p:spPr>
                <a:xfrm>
                  <a:off x="4378195" y="1308085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接连接符 45">
                  <a:extLst>
                    <a:ext uri="{FF2B5EF4-FFF2-40B4-BE49-F238E27FC236}">
                      <a16:creationId xmlns:a16="http://schemas.microsoft.com/office/drawing/2014/main" id="{E9AF71C5-7158-804E-F323-5EB1E3E27906}"/>
                    </a:ext>
                  </a:extLst>
                </p:cNvPr>
                <p:cNvCxnSpPr/>
                <p:nvPr/>
              </p:nvCxnSpPr>
              <p:spPr>
                <a:xfrm>
                  <a:off x="4376292" y="1553027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接连接符 46">
                  <a:extLst>
                    <a:ext uri="{FF2B5EF4-FFF2-40B4-BE49-F238E27FC236}">
                      <a16:creationId xmlns:a16="http://schemas.microsoft.com/office/drawing/2014/main" id="{0615B789-545A-4DE2-E03A-0F82A0D76C78}"/>
                    </a:ext>
                  </a:extLst>
                </p:cNvPr>
                <p:cNvCxnSpPr/>
                <p:nvPr/>
              </p:nvCxnSpPr>
              <p:spPr>
                <a:xfrm>
                  <a:off x="4376638" y="1797969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直接连接符 47">
                  <a:extLst>
                    <a:ext uri="{FF2B5EF4-FFF2-40B4-BE49-F238E27FC236}">
                      <a16:creationId xmlns:a16="http://schemas.microsoft.com/office/drawing/2014/main" id="{0CADA9A7-1F59-74DB-C398-BFFC098930FB}"/>
                    </a:ext>
                  </a:extLst>
                </p:cNvPr>
                <p:cNvCxnSpPr/>
                <p:nvPr/>
              </p:nvCxnSpPr>
              <p:spPr>
                <a:xfrm>
                  <a:off x="4376293" y="2042913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直接连接符 48">
                  <a:extLst>
                    <a:ext uri="{FF2B5EF4-FFF2-40B4-BE49-F238E27FC236}">
                      <a16:creationId xmlns:a16="http://schemas.microsoft.com/office/drawing/2014/main" id="{513D1968-94A4-6ECB-9AF6-FBC353426EAA}"/>
                    </a:ext>
                  </a:extLst>
                </p:cNvPr>
                <p:cNvCxnSpPr/>
                <p:nvPr/>
              </p:nvCxnSpPr>
              <p:spPr>
                <a:xfrm>
                  <a:off x="4376638" y="2287858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直接连接符 49">
                  <a:extLst>
                    <a:ext uri="{FF2B5EF4-FFF2-40B4-BE49-F238E27FC236}">
                      <a16:creationId xmlns:a16="http://schemas.microsoft.com/office/drawing/2014/main" id="{CE07B304-BA90-A509-91C5-9AA8E333A4DA}"/>
                    </a:ext>
                  </a:extLst>
                </p:cNvPr>
                <p:cNvCxnSpPr/>
                <p:nvPr/>
              </p:nvCxnSpPr>
              <p:spPr>
                <a:xfrm>
                  <a:off x="4380103" y="2532800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0" name="直接箭头连接符 39">
                <a:extLst>
                  <a:ext uri="{FF2B5EF4-FFF2-40B4-BE49-F238E27FC236}">
                    <a16:creationId xmlns:a16="http://schemas.microsoft.com/office/drawing/2014/main" id="{A83550D4-D57C-152A-A5E5-6E0857DC68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51238" y="2779638"/>
                <a:ext cx="2198770" cy="0"/>
              </a:xfrm>
              <a:prstGeom prst="straightConnector1">
                <a:avLst/>
              </a:prstGeom>
              <a:ln w="444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箭头连接符 40">
                <a:extLst>
                  <a:ext uri="{FF2B5EF4-FFF2-40B4-BE49-F238E27FC236}">
                    <a16:creationId xmlns:a16="http://schemas.microsoft.com/office/drawing/2014/main" id="{12FD1D29-8DF5-9F88-70DB-6094EDC78E3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76292" y="1015426"/>
                <a:ext cx="0" cy="1770885"/>
              </a:xfrm>
              <a:prstGeom prst="straightConnector1">
                <a:avLst/>
              </a:prstGeom>
              <a:ln w="444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79CF717C-02B3-6921-EF95-D4F42BA05FF4}"/>
                </a:ext>
              </a:extLst>
            </p:cNvPr>
            <p:cNvSpPr/>
            <p:nvPr/>
          </p:nvSpPr>
          <p:spPr>
            <a:xfrm>
              <a:off x="5516812" y="1321055"/>
              <a:ext cx="156770" cy="15677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0EF457C1-961B-41A0-112A-6E31932E5F9A}"/>
              </a:ext>
            </a:extLst>
          </p:cNvPr>
          <p:cNvGrpSpPr/>
          <p:nvPr/>
        </p:nvGrpSpPr>
        <p:grpSpPr>
          <a:xfrm>
            <a:off x="7631641" y="1624109"/>
            <a:ext cx="971570" cy="509500"/>
            <a:chOff x="7211410" y="1362117"/>
            <a:chExt cx="971570" cy="509500"/>
          </a:xfrm>
        </p:grpSpPr>
        <p:pic>
          <p:nvPicPr>
            <p:cNvPr id="52" name="图片 51" descr="\documentclass{article}&#10;\usepackage{amsmath}&#10;\pagestyle{empty}&#10;\begin{document}&#10;&#10;$\mapsto$&#10;&#10;&#10;\end{document}" title="IguanaTex Bitmap Display">
              <a:extLst>
                <a:ext uri="{FF2B5EF4-FFF2-40B4-BE49-F238E27FC236}">
                  <a16:creationId xmlns:a16="http://schemas.microsoft.com/office/drawing/2014/main" id="{6A633DF9-487F-AF4B-C26A-9DD1AB4F9BA9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1410" y="1614117"/>
              <a:ext cx="971570" cy="257500"/>
            </a:xfrm>
            <a:prstGeom prst="rect">
              <a:avLst/>
            </a:prstGeom>
          </p:spPr>
        </p:pic>
        <p:pic>
          <p:nvPicPr>
            <p:cNvPr id="59" name="图片 58" descr="\documentclass{article}&#10;\usepackage{amsmath}&#10;\pagestyle{empty}&#10;\begin{document}&#10;&#10;$A^{-1}$&#10;&#10;&#10;\end{document}" title="IguanaTex Bitmap Display">
              <a:extLst>
                <a:ext uri="{FF2B5EF4-FFF2-40B4-BE49-F238E27FC236}">
                  <a16:creationId xmlns:a16="http://schemas.microsoft.com/office/drawing/2014/main" id="{AE57E7F6-598C-EEDA-2DF3-0B9CC891723C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8001" y="1362117"/>
              <a:ext cx="563203" cy="277550"/>
            </a:xfrm>
            <a:prstGeom prst="rect">
              <a:avLst/>
            </a:prstGeom>
          </p:spPr>
        </p:pic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02A0CF24-EFC1-263B-B883-124A6F568945}"/>
              </a:ext>
            </a:extLst>
          </p:cNvPr>
          <p:cNvGrpSpPr/>
          <p:nvPr/>
        </p:nvGrpSpPr>
        <p:grpSpPr>
          <a:xfrm>
            <a:off x="3533427" y="1635851"/>
            <a:ext cx="971570" cy="509500"/>
            <a:chOff x="5943782" y="6570580"/>
            <a:chExt cx="1096165" cy="574839"/>
          </a:xfrm>
        </p:grpSpPr>
        <p:pic>
          <p:nvPicPr>
            <p:cNvPr id="55" name="图片 54" descr="\documentclass{article}&#10;\usepackage{amsmath}&#10;\pagestyle{empty}&#10;\begin{document}&#10;&#10;$\mapsto$&#10;&#10;&#10;\end{document}" title="IguanaTex Bitmap Display">
              <a:extLst>
                <a:ext uri="{FF2B5EF4-FFF2-40B4-BE49-F238E27FC236}">
                  <a16:creationId xmlns:a16="http://schemas.microsoft.com/office/drawing/2014/main" id="{6127881D-E147-AF2C-7052-735EE4BFB625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43782" y="6854897"/>
              <a:ext cx="1096165" cy="290522"/>
            </a:xfrm>
            <a:prstGeom prst="rect">
              <a:avLst/>
            </a:prstGeom>
          </p:spPr>
        </p:pic>
        <p:pic>
          <p:nvPicPr>
            <p:cNvPr id="56" name="图片 55" descr="\documentclass{article}&#10;\usepackage{amsmath}&#10;\pagestyle{empty}&#10;\begin{document}&#10;&#10;$A$&#10;&#10;&#10;\end{document}" title="IguanaTex Bitmap Display">
              <a:extLst>
                <a:ext uri="{FF2B5EF4-FFF2-40B4-BE49-F238E27FC236}">
                  <a16:creationId xmlns:a16="http://schemas.microsoft.com/office/drawing/2014/main" id="{F94E9BFD-B96E-D548-526B-8CB52E7DF000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44877" y="6570580"/>
              <a:ext cx="262857" cy="272000"/>
            </a:xfrm>
            <a:prstGeom prst="rect">
              <a:avLst/>
            </a:prstGeom>
          </p:spPr>
        </p:pic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9F250292-0145-EFB2-91EB-5EF35F1A128F}"/>
              </a:ext>
            </a:extLst>
          </p:cNvPr>
          <p:cNvGrpSpPr/>
          <p:nvPr/>
        </p:nvGrpSpPr>
        <p:grpSpPr>
          <a:xfrm>
            <a:off x="8689051" y="739979"/>
            <a:ext cx="2492294" cy="2569628"/>
            <a:chOff x="350494" y="2892206"/>
            <a:chExt cx="2811908" cy="2899159"/>
          </a:xfrm>
        </p:grpSpPr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CF361EA6-69A4-F00F-D190-0BAF47311E81}"/>
                </a:ext>
              </a:extLst>
            </p:cNvPr>
            <p:cNvCxnSpPr>
              <a:cxnSpLocks/>
            </p:cNvCxnSpPr>
            <p:nvPr/>
          </p:nvCxnSpPr>
          <p:spPr>
            <a:xfrm>
              <a:off x="350494" y="5189894"/>
              <a:ext cx="2688609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FFE4810C-D434-B68D-97B9-C47B9C8911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955" y="2974540"/>
              <a:ext cx="0" cy="2816825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4" name="图片 63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C77B6822-7452-0E98-900E-38E31F5E9E1B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183" y="5293299"/>
              <a:ext cx="193188" cy="203267"/>
            </a:xfrm>
            <a:prstGeom prst="rect">
              <a:avLst/>
            </a:prstGeom>
          </p:spPr>
        </p:pic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84EA4A1A-E747-145F-0A9F-4F4FA13C05D1}"/>
                </a:ext>
              </a:extLst>
            </p:cNvPr>
            <p:cNvSpPr/>
            <p:nvPr/>
          </p:nvSpPr>
          <p:spPr>
            <a:xfrm>
              <a:off x="879213" y="3454238"/>
              <a:ext cx="1622924" cy="1731550"/>
            </a:xfrm>
            <a:prstGeom prst="rect">
              <a:avLst/>
            </a:prstGeom>
            <a:solidFill>
              <a:srgbClr val="00B0F0">
                <a:alpha val="25000"/>
              </a:srgbClr>
            </a:solidFill>
            <a:ln w="44450">
              <a:solidFill>
                <a:srgbClr val="00B0F0">
                  <a:alpha val="25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563E9E16-A18D-0CEB-1DAC-3763E018C664}"/>
                </a:ext>
              </a:extLst>
            </p:cNvPr>
            <p:cNvCxnSpPr/>
            <p:nvPr/>
          </p:nvCxnSpPr>
          <p:spPr>
            <a:xfrm>
              <a:off x="879210" y="5188114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6C65BFAF-A81B-E9CC-C2D3-BD5FA8DAC1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203" y="3427415"/>
              <a:ext cx="0" cy="1770885"/>
            </a:xfrm>
            <a:prstGeom prst="straightConnector1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19B796FB-1B09-90E5-3B56-F3BF1B88F512}"/>
                </a:ext>
              </a:extLst>
            </p:cNvPr>
            <p:cNvCxnSpPr>
              <a:cxnSpLocks/>
            </p:cNvCxnSpPr>
            <p:nvPr/>
          </p:nvCxnSpPr>
          <p:spPr>
            <a:xfrm>
              <a:off x="863993" y="5188107"/>
              <a:ext cx="1638165" cy="0"/>
            </a:xfrm>
            <a:prstGeom prst="straightConnector1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D67D5C44-1E8C-EC89-4805-4753E4D91AEA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518578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B9C49DF2-3AF5-6525-CFC3-41DE13F305FD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471189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64A32BB7-BFDB-E853-46E7-D1E61D1BEB26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940844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CEC8B250-5403-9115-CE33-603D9188E7E9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695903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BC2C7E4B-0AAD-9EA6-9090-5AE9BD653C6B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45095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54FFC7E5-28D5-437A-D9EA-D9387BDB3CF6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206015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E6AEF32-AE45-187B-4E2B-3204BDE14CB0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961073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E98E12B2-D9DD-C099-80FF-66231E1BDC10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716131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667E2164-082D-6CAF-8A8E-6D189030A28B}"/>
                </a:ext>
              </a:extLst>
            </p:cNvPr>
            <p:cNvSpPr/>
            <p:nvPr/>
          </p:nvSpPr>
          <p:spPr>
            <a:xfrm>
              <a:off x="2019385" y="3785069"/>
              <a:ext cx="156770" cy="15677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pic>
          <p:nvPicPr>
            <p:cNvPr id="78" name="图片 77" descr="\documentclass{article}&#10;\usepackage{amsmath}&#10;\pagestyle{empty}&#10;\begin{document}&#10;&#10;$(x_1,x_2)$&#10;&#10;&#10;\end{document}" title="IguanaTex Bitmap Display">
              <a:extLst>
                <a:ext uri="{FF2B5EF4-FFF2-40B4-BE49-F238E27FC236}">
                  <a16:creationId xmlns:a16="http://schemas.microsoft.com/office/drawing/2014/main" id="{56D2135B-8FC4-2DB7-8E8A-454B06B9C000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4559" y="3691352"/>
              <a:ext cx="855064" cy="280541"/>
            </a:xfrm>
            <a:prstGeom prst="rect">
              <a:avLst/>
            </a:prstGeom>
          </p:spPr>
        </p:pic>
        <p:pic>
          <p:nvPicPr>
            <p:cNvPr id="79" name="图片 78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6368648C-656E-DEF2-DB3D-8BDC658CAF29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7138" y="5331916"/>
              <a:ext cx="245264" cy="164632"/>
            </a:xfrm>
            <a:prstGeom prst="rect">
              <a:avLst/>
            </a:prstGeom>
          </p:spPr>
        </p:pic>
        <p:pic>
          <p:nvPicPr>
            <p:cNvPr id="80" name="图片 79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6A56C04D-2B57-5A12-6859-8053B6FB08CD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9795" y="2892206"/>
              <a:ext cx="251987" cy="164632"/>
            </a:xfrm>
            <a:prstGeom prst="rect">
              <a:avLst/>
            </a:prstGeom>
          </p:spPr>
        </p:pic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88C36FB7-B3AE-C4D1-F6FF-75B508CCEE06}"/>
              </a:ext>
            </a:extLst>
          </p:cNvPr>
          <p:cNvSpPr txBox="1"/>
          <p:nvPr/>
        </p:nvSpPr>
        <p:spPr>
          <a:xfrm>
            <a:off x="954544" y="4491453"/>
            <a:ext cx="9125282" cy="1436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既是单射又是满射的映射（双射）是可逆的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一个映射与其逆映射的复合是恒等映射（什么都没做）</a:t>
            </a:r>
          </a:p>
        </p:txBody>
      </p:sp>
    </p:spTree>
    <p:extLst>
      <p:ext uri="{BB962C8B-B14F-4D97-AF65-F5344CB8AC3E}">
        <p14:creationId xmlns:p14="http://schemas.microsoft.com/office/powerpoint/2010/main" val="4017455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B9AE6-8039-D1D6-97CC-EEAE42CCF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CE791BB-39C7-B5BD-6979-B3A85A93A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51" y="382501"/>
            <a:ext cx="8075347" cy="6030825"/>
          </a:xfrm>
          <a:prstGeom prst="rect">
            <a:avLst/>
          </a:prstGeom>
        </p:spPr>
      </p:pic>
      <p:sp>
        <p:nvSpPr>
          <p:cNvPr id="53" name="椭圆 52">
            <a:extLst>
              <a:ext uri="{FF2B5EF4-FFF2-40B4-BE49-F238E27FC236}">
                <a16:creationId xmlns:a16="http://schemas.microsoft.com/office/drawing/2014/main" id="{C9367AB7-1ED7-FD15-0139-42CFD4910FC4}"/>
              </a:ext>
            </a:extLst>
          </p:cNvPr>
          <p:cNvSpPr/>
          <p:nvPr/>
        </p:nvSpPr>
        <p:spPr>
          <a:xfrm>
            <a:off x="5459179" y="3027332"/>
            <a:ext cx="2941320" cy="3322320"/>
          </a:xfrm>
          <a:prstGeom prst="ellipse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67E6799D-8E5C-46F8-6ADE-F3CFD3CC8685}"/>
              </a:ext>
            </a:extLst>
          </p:cNvPr>
          <p:cNvSpPr txBox="1"/>
          <p:nvPr/>
        </p:nvSpPr>
        <p:spPr>
          <a:xfrm>
            <a:off x="8160568" y="4488437"/>
            <a:ext cx="3331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平行投影不是可逆映射</a:t>
            </a:r>
          </a:p>
        </p:txBody>
      </p:sp>
    </p:spTree>
    <p:extLst>
      <p:ext uri="{BB962C8B-B14F-4D97-AF65-F5344CB8AC3E}">
        <p14:creationId xmlns:p14="http://schemas.microsoft.com/office/powerpoint/2010/main" val="2453485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302D6-F4D4-3A9F-B5B5-EE91363BC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198EE0C-D24A-9E15-F6F6-9355DE647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413" y="1083771"/>
            <a:ext cx="10555173" cy="249589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BA6A914-D8B1-891D-D6D8-5CC5140DA862}"/>
              </a:ext>
            </a:extLst>
          </p:cNvPr>
          <p:cNvSpPr txBox="1"/>
          <p:nvPr/>
        </p:nvSpPr>
        <p:spPr>
          <a:xfrm>
            <a:off x="994078" y="4320797"/>
            <a:ext cx="9125282" cy="2175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求解线性变换（映射）的逆变换（映射）就是求解线性方程组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线性变换不可逆     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元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次线性方程组无解或有无穷多解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2" name="图片 11" descr="\documentclass{article}&#10;\usepackage{amsmath}&#10;\pagestyle{empty}&#10;\begin{document}&#10;&#10;&#10;$\Longleftrightarrow$&#10;&#10;\end{document}" title="IguanaTex Bitmap Display">
            <a:extLst>
              <a:ext uri="{FF2B5EF4-FFF2-40B4-BE49-F238E27FC236}">
                <a16:creationId xmlns:a16="http://schemas.microsoft.com/office/drawing/2014/main" id="{640D88C7-0FF8-89B1-C56B-088E452B179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200" y="5493737"/>
            <a:ext cx="437333" cy="14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337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9FE3F-ABC4-922C-4ECB-0822E67B0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977144C-0823-719A-69C8-00BB27335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00" y="780627"/>
            <a:ext cx="5170171" cy="225839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B48EA68-6426-9CA3-E880-0FF6BA5A7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5937" y="662956"/>
            <a:ext cx="5532366" cy="250696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A3B0362-109A-F1E0-762C-E3F1FD858826}"/>
              </a:ext>
            </a:extLst>
          </p:cNvPr>
          <p:cNvSpPr txBox="1"/>
          <p:nvPr/>
        </p:nvSpPr>
        <p:spPr>
          <a:xfrm>
            <a:off x="593457" y="4758112"/>
            <a:ext cx="6771847" cy="1436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矩阵可以看成行向量组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列向量组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矩阵就是线性映射，线性映射就是矩阵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1F96D1A-2811-A16C-D3F7-097D1EFB60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376" y="3169920"/>
            <a:ext cx="2523488" cy="1019983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448E0F6B-27E1-6B19-6604-CE0B558460B4}"/>
              </a:ext>
            </a:extLst>
          </p:cNvPr>
          <p:cNvSpPr/>
          <p:nvPr/>
        </p:nvSpPr>
        <p:spPr>
          <a:xfrm>
            <a:off x="7365304" y="1180262"/>
            <a:ext cx="2517732" cy="320965"/>
          </a:xfrm>
          <a:prstGeom prst="rect">
            <a:avLst/>
          </a:prstGeom>
          <a:solidFill>
            <a:srgbClr val="00B0F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A00E080-F0D9-6998-7572-4225B6063CAB}"/>
              </a:ext>
            </a:extLst>
          </p:cNvPr>
          <p:cNvSpPr/>
          <p:nvPr/>
        </p:nvSpPr>
        <p:spPr>
          <a:xfrm>
            <a:off x="7365304" y="1558381"/>
            <a:ext cx="2517732" cy="320965"/>
          </a:xfrm>
          <a:prstGeom prst="rect">
            <a:avLst/>
          </a:prstGeom>
          <a:solidFill>
            <a:srgbClr val="0070C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F334B69-777A-155D-966A-2AE15677FE09}"/>
              </a:ext>
            </a:extLst>
          </p:cNvPr>
          <p:cNvSpPr/>
          <p:nvPr/>
        </p:nvSpPr>
        <p:spPr>
          <a:xfrm>
            <a:off x="7365304" y="2491621"/>
            <a:ext cx="2517732" cy="320965"/>
          </a:xfrm>
          <a:prstGeom prst="rect">
            <a:avLst/>
          </a:prstGeom>
          <a:solidFill>
            <a:srgbClr val="00206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0153A40-67F1-7FA6-4AE1-91AB3CE8CD58}"/>
              </a:ext>
            </a:extLst>
          </p:cNvPr>
          <p:cNvSpPr/>
          <p:nvPr/>
        </p:nvSpPr>
        <p:spPr>
          <a:xfrm>
            <a:off x="6161344" y="1180262"/>
            <a:ext cx="468056" cy="320965"/>
          </a:xfrm>
          <a:prstGeom prst="rect">
            <a:avLst/>
          </a:prstGeom>
          <a:solidFill>
            <a:srgbClr val="00B0F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9C888E8-EDAB-5947-1F26-1E16900883AB}"/>
              </a:ext>
            </a:extLst>
          </p:cNvPr>
          <p:cNvSpPr/>
          <p:nvPr/>
        </p:nvSpPr>
        <p:spPr>
          <a:xfrm>
            <a:off x="6161344" y="1558381"/>
            <a:ext cx="468056" cy="320965"/>
          </a:xfrm>
          <a:prstGeom prst="rect">
            <a:avLst/>
          </a:prstGeom>
          <a:solidFill>
            <a:srgbClr val="0070C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2B89C9F-4C23-8B43-2621-1C28E99DE774}"/>
              </a:ext>
            </a:extLst>
          </p:cNvPr>
          <p:cNvSpPr/>
          <p:nvPr/>
        </p:nvSpPr>
        <p:spPr>
          <a:xfrm>
            <a:off x="6161344" y="2491621"/>
            <a:ext cx="468056" cy="320965"/>
          </a:xfrm>
          <a:prstGeom prst="rect">
            <a:avLst/>
          </a:prstGeom>
          <a:solidFill>
            <a:srgbClr val="00206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DB6B4E-F6E3-9BEB-3097-E9E4E53C1123}"/>
              </a:ext>
            </a:extLst>
          </p:cNvPr>
          <p:cNvSpPr/>
          <p:nvPr/>
        </p:nvSpPr>
        <p:spPr>
          <a:xfrm>
            <a:off x="10336881" y="950275"/>
            <a:ext cx="399476" cy="2063699"/>
          </a:xfrm>
          <a:prstGeom prst="rect">
            <a:avLst/>
          </a:prstGeom>
          <a:solidFill>
            <a:srgbClr val="7030A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795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3284D-8B0C-374E-7D2F-1A48181DB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36D42E1-0CF9-565B-1F9E-9310A7BF5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51" y="382501"/>
            <a:ext cx="8075347" cy="603082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00ECFD2-8D1D-A00C-7219-847470816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994" y="638725"/>
            <a:ext cx="2866525" cy="131642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6AB38E8-F746-EC2E-B61E-926A331AC1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2801" y="1785233"/>
            <a:ext cx="2009684" cy="122294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1D2EC2A-C565-61ED-9E73-9D54842787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1334" y="2783741"/>
            <a:ext cx="2196631" cy="137094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9035165-A5E8-7154-3D75-62D95709A8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2113" y="4135144"/>
            <a:ext cx="2009684" cy="96589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2D589EF-0FBA-3B09-3FC7-5E1962B7D9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6506" y="5163668"/>
            <a:ext cx="2204420" cy="981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065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412B1-66A7-B937-4747-02793EB91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矩形 173">
            <a:extLst>
              <a:ext uri="{FF2B5EF4-FFF2-40B4-BE49-F238E27FC236}">
                <a16:creationId xmlns:a16="http://schemas.microsoft.com/office/drawing/2014/main" id="{ADE57B1B-0152-D663-76A0-B0B9354369F6}"/>
              </a:ext>
            </a:extLst>
          </p:cNvPr>
          <p:cNvSpPr/>
          <p:nvPr/>
        </p:nvSpPr>
        <p:spPr>
          <a:xfrm rot="3496957">
            <a:off x="9033599" y="2157883"/>
            <a:ext cx="1902650" cy="1534734"/>
          </a:xfrm>
          <a:prstGeom prst="rect">
            <a:avLst/>
          </a:prstGeom>
          <a:solidFill>
            <a:srgbClr val="0070C0">
              <a:alpha val="25000"/>
            </a:srgbClr>
          </a:solidFill>
          <a:ln w="44450">
            <a:solidFill>
              <a:srgbClr val="0070C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6018191-379F-E620-AE8A-ADFBD21AB95C}"/>
              </a:ext>
            </a:extLst>
          </p:cNvPr>
          <p:cNvGrpSpPr/>
          <p:nvPr/>
        </p:nvGrpSpPr>
        <p:grpSpPr>
          <a:xfrm>
            <a:off x="762653" y="477987"/>
            <a:ext cx="2492294" cy="2569628"/>
            <a:chOff x="350494" y="2892206"/>
            <a:chExt cx="2811908" cy="2899159"/>
          </a:xfrm>
        </p:grpSpPr>
        <p:cxnSp>
          <p:nvCxnSpPr>
            <p:cNvPr id="3" name="直接箭头连接符 2">
              <a:extLst>
                <a:ext uri="{FF2B5EF4-FFF2-40B4-BE49-F238E27FC236}">
                  <a16:creationId xmlns:a16="http://schemas.microsoft.com/office/drawing/2014/main" id="{4540F1AD-FCC3-67AC-8E2B-DA6CA939AE0A}"/>
                </a:ext>
              </a:extLst>
            </p:cNvPr>
            <p:cNvCxnSpPr>
              <a:cxnSpLocks/>
            </p:cNvCxnSpPr>
            <p:nvPr/>
          </p:nvCxnSpPr>
          <p:spPr>
            <a:xfrm>
              <a:off x="350494" y="5189894"/>
              <a:ext cx="2688609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D3932B21-5039-79FA-340C-BB4C74C1AD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955" y="2974540"/>
              <a:ext cx="0" cy="2816825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图片 4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08FFAC92-258F-3E44-3B3A-DBE2F05A7108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183" y="5293299"/>
              <a:ext cx="193188" cy="203267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51F2B2B4-D228-AA83-5099-D8A963FE9210}"/>
                </a:ext>
              </a:extLst>
            </p:cNvPr>
            <p:cNvSpPr/>
            <p:nvPr/>
          </p:nvSpPr>
          <p:spPr>
            <a:xfrm>
              <a:off x="879213" y="3454238"/>
              <a:ext cx="1622924" cy="1731550"/>
            </a:xfrm>
            <a:prstGeom prst="rect">
              <a:avLst/>
            </a:prstGeom>
            <a:solidFill>
              <a:srgbClr val="00B0F0">
                <a:alpha val="25000"/>
              </a:srgbClr>
            </a:solidFill>
            <a:ln w="44450">
              <a:solidFill>
                <a:srgbClr val="00B0F0">
                  <a:alpha val="25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738EDAE7-DE68-F3B8-73A6-CE5AD44CBBD0}"/>
                </a:ext>
              </a:extLst>
            </p:cNvPr>
            <p:cNvCxnSpPr/>
            <p:nvPr/>
          </p:nvCxnSpPr>
          <p:spPr>
            <a:xfrm>
              <a:off x="879210" y="5188114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F926E8ED-8B8A-D132-DA4C-A9C2FED75E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203" y="3427415"/>
              <a:ext cx="0" cy="1770885"/>
            </a:xfrm>
            <a:prstGeom prst="straightConnector1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6DD8FC52-EE97-F483-8DB7-DBE60DAAB92A}"/>
                </a:ext>
              </a:extLst>
            </p:cNvPr>
            <p:cNvCxnSpPr>
              <a:cxnSpLocks/>
            </p:cNvCxnSpPr>
            <p:nvPr/>
          </p:nvCxnSpPr>
          <p:spPr>
            <a:xfrm>
              <a:off x="863993" y="5188107"/>
              <a:ext cx="1638165" cy="0"/>
            </a:xfrm>
            <a:prstGeom prst="straightConnector1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5E2C9F82-D6DF-84F3-2CDD-8D5CC4A83D1E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518578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B591BAFD-E131-ADD8-E633-3B4D78A66516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471189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733E7CA4-EF64-1459-73A2-7481890073EE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940844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497D521E-32E2-6FA3-DD49-E935D07AA692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695903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E6935687-7B59-3C20-2BA3-1355081A758A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45095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4CA4F6D3-8E0C-05AC-A750-348C0BEFDC2F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206015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A126BB9B-CF3B-090A-6CF8-9C8DC9EE1C1B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961073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F3534A01-B524-57FA-035F-FC8D50568FA2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716131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F374C35C-E032-2D2B-66DF-B20648EC7EDD}"/>
                </a:ext>
              </a:extLst>
            </p:cNvPr>
            <p:cNvSpPr/>
            <p:nvPr/>
          </p:nvSpPr>
          <p:spPr>
            <a:xfrm>
              <a:off x="2019385" y="3785069"/>
              <a:ext cx="156770" cy="15677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pic>
          <p:nvPicPr>
            <p:cNvPr id="19" name="图片 18" descr="\documentclass{article}&#10;\usepackage{amsmath}&#10;\pagestyle{empty}&#10;\begin{document}&#10;&#10;$(x_1,x_2)$&#10;&#10;&#10;\end{document}" title="IguanaTex Bitmap Display">
              <a:extLst>
                <a:ext uri="{FF2B5EF4-FFF2-40B4-BE49-F238E27FC236}">
                  <a16:creationId xmlns:a16="http://schemas.microsoft.com/office/drawing/2014/main" id="{805FD9FB-9261-48D9-57A8-537119F3D41A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4559" y="3691352"/>
              <a:ext cx="855064" cy="280541"/>
            </a:xfrm>
            <a:prstGeom prst="rect">
              <a:avLst/>
            </a:prstGeom>
          </p:spPr>
        </p:pic>
        <p:pic>
          <p:nvPicPr>
            <p:cNvPr id="20" name="图片 19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2DF13BC0-4CB6-D073-2FA1-89A26AAC41D9}"/>
                </a:ext>
              </a:extLst>
            </p:cNvPr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7138" y="5331916"/>
              <a:ext cx="245264" cy="164632"/>
            </a:xfrm>
            <a:prstGeom prst="rect">
              <a:avLst/>
            </a:prstGeom>
          </p:spPr>
        </p:pic>
        <p:pic>
          <p:nvPicPr>
            <p:cNvPr id="21" name="图片 20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65950597-96AD-C4A5-4444-2C5937233D64}"/>
                </a:ext>
              </a:extLst>
            </p:cNvPr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9795" y="2892206"/>
              <a:ext cx="251987" cy="164632"/>
            </a:xfrm>
            <a:prstGeom prst="rect">
              <a:avLst/>
            </a:prstGeom>
          </p:spPr>
        </p:pic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9C96C580-6951-D958-6A1F-5AF0158BCE0D}"/>
              </a:ext>
            </a:extLst>
          </p:cNvPr>
          <p:cNvGrpSpPr/>
          <p:nvPr/>
        </p:nvGrpSpPr>
        <p:grpSpPr>
          <a:xfrm>
            <a:off x="4413675" y="423175"/>
            <a:ext cx="3065589" cy="3214430"/>
            <a:chOff x="3847931" y="381450"/>
            <a:chExt cx="3458723" cy="3626652"/>
          </a:xfrm>
        </p:grpSpPr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465E91DC-BEFC-60D3-D3EA-48F5BE5BE038}"/>
                </a:ext>
              </a:extLst>
            </p:cNvPr>
            <p:cNvCxnSpPr>
              <a:cxnSpLocks/>
            </p:cNvCxnSpPr>
            <p:nvPr/>
          </p:nvCxnSpPr>
          <p:spPr>
            <a:xfrm>
              <a:off x="3847931" y="2730009"/>
              <a:ext cx="3355531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E628C9CA-8D9B-6305-B502-799C389649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7382" y="514643"/>
              <a:ext cx="0" cy="3493459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8" name="图片 27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E17A86E2-5D84-3A12-0BE5-723077B96C99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1390" y="2853220"/>
              <a:ext cx="245264" cy="164632"/>
            </a:xfrm>
            <a:prstGeom prst="rect">
              <a:avLst/>
            </a:prstGeom>
          </p:spPr>
        </p:pic>
        <p:pic>
          <p:nvPicPr>
            <p:cNvPr id="29" name="图片 28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448BCBB6-710D-789E-8A3D-BEA7EDE6AEC5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28409" y="381450"/>
              <a:ext cx="251987" cy="164632"/>
            </a:xfrm>
            <a:prstGeom prst="rect">
              <a:avLst/>
            </a:prstGeom>
          </p:spPr>
        </p:pic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B9A88911-0605-3995-E806-3B31908D202E}"/>
                </a:ext>
              </a:extLst>
            </p:cNvPr>
            <p:cNvSpPr/>
            <p:nvPr/>
          </p:nvSpPr>
          <p:spPr>
            <a:xfrm>
              <a:off x="4376640" y="994355"/>
              <a:ext cx="1622924" cy="1731550"/>
            </a:xfrm>
            <a:prstGeom prst="rect">
              <a:avLst/>
            </a:prstGeom>
            <a:solidFill>
              <a:srgbClr val="00B0F0">
                <a:alpha val="10000"/>
              </a:srgbClr>
            </a:solidFill>
            <a:ln w="44450">
              <a:solidFill>
                <a:srgbClr val="00B0F0">
                  <a:alpha val="1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2A4512ED-0811-7646-97A5-9CDC497385B7}"/>
                </a:ext>
              </a:extLst>
            </p:cNvPr>
            <p:cNvCxnSpPr/>
            <p:nvPr/>
          </p:nvCxnSpPr>
          <p:spPr>
            <a:xfrm>
              <a:off x="4376639" y="2728228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BC4CF7D0-98C8-C20F-B657-EB06F68DC9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6293" y="967522"/>
              <a:ext cx="0" cy="1770885"/>
            </a:xfrm>
            <a:prstGeom prst="straightConnector1">
              <a:avLst/>
            </a:prstGeom>
            <a:ln w="44450">
              <a:solidFill>
                <a:srgbClr val="00B0F0">
                  <a:alpha val="2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792E3926-C4B5-1AB0-DA50-CD2785008A36}"/>
                </a:ext>
              </a:extLst>
            </p:cNvPr>
            <p:cNvCxnSpPr>
              <a:cxnSpLocks/>
            </p:cNvCxnSpPr>
            <p:nvPr/>
          </p:nvCxnSpPr>
          <p:spPr>
            <a:xfrm>
              <a:off x="4361423" y="2728222"/>
              <a:ext cx="1638165" cy="0"/>
            </a:xfrm>
            <a:prstGeom prst="straightConnector1">
              <a:avLst/>
            </a:prstGeom>
            <a:ln w="44450">
              <a:solidFill>
                <a:srgbClr val="00B0F0">
                  <a:alpha val="2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ADC186AA-0C1B-E3E0-1473-5DBB2DB9F13F}"/>
                </a:ext>
              </a:extLst>
            </p:cNvPr>
            <p:cNvCxnSpPr>
              <a:cxnSpLocks/>
            </p:cNvCxnSpPr>
            <p:nvPr/>
          </p:nvCxnSpPr>
          <p:spPr>
            <a:xfrm>
              <a:off x="4376639" y="2480960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C149BDE9-AE02-6785-E1CE-5C07AA473AB8}"/>
                </a:ext>
              </a:extLst>
            </p:cNvPr>
            <p:cNvCxnSpPr>
              <a:cxnSpLocks/>
            </p:cNvCxnSpPr>
            <p:nvPr/>
          </p:nvCxnSpPr>
          <p:spPr>
            <a:xfrm>
              <a:off x="4376639" y="223601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6" name="图片 35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51CFA7C6-E9D9-3F68-243D-B048FAE84988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1361" y="2853239"/>
              <a:ext cx="193188" cy="203267"/>
            </a:xfrm>
            <a:prstGeom prst="rect">
              <a:avLst/>
            </a:prstGeom>
          </p:spPr>
        </p:pic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EA73210F-AA6D-E144-B68D-6EAC6D9BEE62}"/>
                </a:ext>
              </a:extLst>
            </p:cNvPr>
            <p:cNvSpPr/>
            <p:nvPr/>
          </p:nvSpPr>
          <p:spPr>
            <a:xfrm rot="34111">
              <a:off x="5944556" y="1321087"/>
              <a:ext cx="156770" cy="15677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D6DA3954-4E7A-0753-2B11-0E64AB28F75E}"/>
                </a:ext>
              </a:extLst>
            </p:cNvPr>
            <p:cNvGrpSpPr/>
            <p:nvPr/>
          </p:nvGrpSpPr>
          <p:grpSpPr>
            <a:xfrm>
              <a:off x="4351257" y="963599"/>
              <a:ext cx="2198771" cy="1770885"/>
              <a:chOff x="4351238" y="1015426"/>
              <a:chExt cx="2198770" cy="1770885"/>
            </a:xfrm>
          </p:grpSpPr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AB84FA8E-4E17-B83A-7544-6FC09A2DC4A8}"/>
                  </a:ext>
                </a:extLst>
              </p:cNvPr>
              <p:cNvGrpSpPr/>
              <p:nvPr/>
            </p:nvGrpSpPr>
            <p:grpSpPr>
              <a:xfrm>
                <a:off x="4376292" y="1045548"/>
                <a:ext cx="2150462" cy="1731550"/>
                <a:chOff x="4376292" y="1045548"/>
                <a:chExt cx="2150462" cy="1731550"/>
              </a:xfrm>
            </p:grpSpPr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BF30F4C6-C147-3CFF-54B9-E32576E790E5}"/>
                    </a:ext>
                  </a:extLst>
                </p:cNvPr>
                <p:cNvSpPr/>
                <p:nvPr/>
              </p:nvSpPr>
              <p:spPr>
                <a:xfrm>
                  <a:off x="4376293" y="1045548"/>
                  <a:ext cx="2146648" cy="1731550"/>
                </a:xfrm>
                <a:prstGeom prst="rect">
                  <a:avLst/>
                </a:prstGeom>
                <a:solidFill>
                  <a:srgbClr val="0070C0">
                    <a:alpha val="25000"/>
                  </a:srgbClr>
                </a:solidFill>
                <a:ln w="44450">
                  <a:solidFill>
                    <a:srgbClr val="0070C0">
                      <a:alpha val="25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24" dirty="0"/>
                </a:p>
              </p:txBody>
            </p:sp>
            <p:cxnSp>
              <p:nvCxnSpPr>
                <p:cNvPr id="44" name="直接连接符 43">
                  <a:extLst>
                    <a:ext uri="{FF2B5EF4-FFF2-40B4-BE49-F238E27FC236}">
                      <a16:creationId xmlns:a16="http://schemas.microsoft.com/office/drawing/2014/main" id="{0C46DB34-13C8-31E8-25A8-715565C7F53F}"/>
                    </a:ext>
                  </a:extLst>
                </p:cNvPr>
                <p:cNvCxnSpPr/>
                <p:nvPr/>
              </p:nvCxnSpPr>
              <p:spPr>
                <a:xfrm>
                  <a:off x="4376292" y="1063143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接连接符 44">
                  <a:extLst>
                    <a:ext uri="{FF2B5EF4-FFF2-40B4-BE49-F238E27FC236}">
                      <a16:creationId xmlns:a16="http://schemas.microsoft.com/office/drawing/2014/main" id="{20DAF595-06A5-7A12-246C-3E89A5A8243D}"/>
                    </a:ext>
                  </a:extLst>
                </p:cNvPr>
                <p:cNvCxnSpPr/>
                <p:nvPr/>
              </p:nvCxnSpPr>
              <p:spPr>
                <a:xfrm>
                  <a:off x="4376292" y="2777098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接连接符 45">
                  <a:extLst>
                    <a:ext uri="{FF2B5EF4-FFF2-40B4-BE49-F238E27FC236}">
                      <a16:creationId xmlns:a16="http://schemas.microsoft.com/office/drawing/2014/main" id="{4E8256A5-DEC1-E100-591F-EB13BD89242A}"/>
                    </a:ext>
                  </a:extLst>
                </p:cNvPr>
                <p:cNvCxnSpPr/>
                <p:nvPr/>
              </p:nvCxnSpPr>
              <p:spPr>
                <a:xfrm>
                  <a:off x="4378195" y="1308085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接连接符 46">
                  <a:extLst>
                    <a:ext uri="{FF2B5EF4-FFF2-40B4-BE49-F238E27FC236}">
                      <a16:creationId xmlns:a16="http://schemas.microsoft.com/office/drawing/2014/main" id="{9880AE69-9320-A18E-1C4C-B97E930252CB}"/>
                    </a:ext>
                  </a:extLst>
                </p:cNvPr>
                <p:cNvCxnSpPr/>
                <p:nvPr/>
              </p:nvCxnSpPr>
              <p:spPr>
                <a:xfrm>
                  <a:off x="4376292" y="1553027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直接连接符 47">
                  <a:extLst>
                    <a:ext uri="{FF2B5EF4-FFF2-40B4-BE49-F238E27FC236}">
                      <a16:creationId xmlns:a16="http://schemas.microsoft.com/office/drawing/2014/main" id="{11264E41-0C89-6038-ABCD-C3BBC3BBF75E}"/>
                    </a:ext>
                  </a:extLst>
                </p:cNvPr>
                <p:cNvCxnSpPr/>
                <p:nvPr/>
              </p:nvCxnSpPr>
              <p:spPr>
                <a:xfrm>
                  <a:off x="4376638" y="1797969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直接连接符 48">
                  <a:extLst>
                    <a:ext uri="{FF2B5EF4-FFF2-40B4-BE49-F238E27FC236}">
                      <a16:creationId xmlns:a16="http://schemas.microsoft.com/office/drawing/2014/main" id="{931B6F2F-7AFD-384E-C5D3-0EE7E2482A57}"/>
                    </a:ext>
                  </a:extLst>
                </p:cNvPr>
                <p:cNvCxnSpPr/>
                <p:nvPr/>
              </p:nvCxnSpPr>
              <p:spPr>
                <a:xfrm>
                  <a:off x="4376293" y="2042913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直接连接符 49">
                  <a:extLst>
                    <a:ext uri="{FF2B5EF4-FFF2-40B4-BE49-F238E27FC236}">
                      <a16:creationId xmlns:a16="http://schemas.microsoft.com/office/drawing/2014/main" id="{EF5B5CDF-B5B3-8E97-9C2C-20F712D67624}"/>
                    </a:ext>
                  </a:extLst>
                </p:cNvPr>
                <p:cNvCxnSpPr/>
                <p:nvPr/>
              </p:nvCxnSpPr>
              <p:spPr>
                <a:xfrm>
                  <a:off x="4376638" y="2287858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直接连接符 50">
                  <a:extLst>
                    <a:ext uri="{FF2B5EF4-FFF2-40B4-BE49-F238E27FC236}">
                      <a16:creationId xmlns:a16="http://schemas.microsoft.com/office/drawing/2014/main" id="{85728D12-6B1F-97EF-1E9D-1F49EA39CE2C}"/>
                    </a:ext>
                  </a:extLst>
                </p:cNvPr>
                <p:cNvCxnSpPr/>
                <p:nvPr/>
              </p:nvCxnSpPr>
              <p:spPr>
                <a:xfrm>
                  <a:off x="4380103" y="2532800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1" name="直接箭头连接符 40">
                <a:extLst>
                  <a:ext uri="{FF2B5EF4-FFF2-40B4-BE49-F238E27FC236}">
                    <a16:creationId xmlns:a16="http://schemas.microsoft.com/office/drawing/2014/main" id="{953473C2-E84F-37CB-BA73-8B3ED7E6AA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51238" y="2779638"/>
                <a:ext cx="2198770" cy="0"/>
              </a:xfrm>
              <a:prstGeom prst="straightConnector1">
                <a:avLst/>
              </a:prstGeom>
              <a:ln w="444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箭头连接符 41">
                <a:extLst>
                  <a:ext uri="{FF2B5EF4-FFF2-40B4-BE49-F238E27FC236}">
                    <a16:creationId xmlns:a16="http://schemas.microsoft.com/office/drawing/2014/main" id="{A1ABDDE9-94AF-6991-4942-3BA0691AD3C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76292" y="1015426"/>
                <a:ext cx="0" cy="1770885"/>
              </a:xfrm>
              <a:prstGeom prst="straightConnector1">
                <a:avLst/>
              </a:prstGeom>
              <a:ln w="444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68155C8B-9E35-CEEA-092F-D7F03EEFEC65}"/>
                </a:ext>
              </a:extLst>
            </p:cNvPr>
            <p:cNvSpPr/>
            <p:nvPr/>
          </p:nvSpPr>
          <p:spPr>
            <a:xfrm>
              <a:off x="5516812" y="1321055"/>
              <a:ext cx="156770" cy="15677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</p:grp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DDB94B2C-21C1-4C04-1FD8-ACB1B77016E8}"/>
              </a:ext>
            </a:extLst>
          </p:cNvPr>
          <p:cNvGrpSpPr/>
          <p:nvPr/>
        </p:nvGrpSpPr>
        <p:grpSpPr>
          <a:xfrm>
            <a:off x="7211410" y="1362117"/>
            <a:ext cx="971570" cy="509500"/>
            <a:chOff x="7211409" y="1362116"/>
            <a:chExt cx="1096165" cy="574839"/>
          </a:xfrm>
        </p:grpSpPr>
        <p:pic>
          <p:nvPicPr>
            <p:cNvPr id="148" name="图片 147" descr="\documentclass{article}&#10;\usepackage{amsmath}&#10;\pagestyle{empty}&#10;\begin{document}&#10;&#10;$\mapsto$&#10;&#10;&#10;\end{document}" title="IguanaTex Bitmap Display">
              <a:extLst>
                <a:ext uri="{FF2B5EF4-FFF2-40B4-BE49-F238E27FC236}">
                  <a16:creationId xmlns:a16="http://schemas.microsoft.com/office/drawing/2014/main" id="{E0B58582-F2B6-D906-5D5C-970939D88A97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1409" y="1646433"/>
              <a:ext cx="1096165" cy="290522"/>
            </a:xfrm>
            <a:prstGeom prst="rect">
              <a:avLst/>
            </a:prstGeom>
          </p:spPr>
        </p:pic>
        <p:pic>
          <p:nvPicPr>
            <p:cNvPr id="149" name="图片 148" descr="\documentclass{article}&#10;\usepackage{amsmath}&#10;\pagestyle{empty}&#10;\begin{document}&#10;&#10;$B$&#10;&#10;&#10;\end{document}" title="IguanaTex Bitmap Display">
              <a:extLst>
                <a:ext uri="{FF2B5EF4-FFF2-40B4-BE49-F238E27FC236}">
                  <a16:creationId xmlns:a16="http://schemas.microsoft.com/office/drawing/2014/main" id="{DF03BF5C-955D-94AD-B3D0-86D77F87A06C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12503" y="1362116"/>
              <a:ext cx="274286" cy="258286"/>
            </a:xfrm>
            <a:prstGeom prst="rect">
              <a:avLst/>
            </a:prstGeom>
          </p:spPr>
        </p:pic>
      </p:grp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2C07D88A-2C3F-3D76-71E5-22EF8125117C}"/>
              </a:ext>
            </a:extLst>
          </p:cNvPr>
          <p:cNvCxnSpPr>
            <a:cxnSpLocks/>
          </p:cNvCxnSpPr>
          <p:nvPr/>
        </p:nvCxnSpPr>
        <p:spPr>
          <a:xfrm>
            <a:off x="8354969" y="2520502"/>
            <a:ext cx="3316332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FF0E3ACE-31D6-CA03-BF4C-1D634BB58DF7}"/>
              </a:ext>
            </a:extLst>
          </p:cNvPr>
          <p:cNvCxnSpPr>
            <a:cxnSpLocks/>
          </p:cNvCxnSpPr>
          <p:nvPr/>
        </p:nvCxnSpPr>
        <p:spPr>
          <a:xfrm flipV="1">
            <a:off x="8824240" y="556944"/>
            <a:ext cx="0" cy="3096377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4" name="图片 153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BAF4873B-6812-CA88-DC8A-0BAD00C721C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7281" y="2629706"/>
            <a:ext cx="217386" cy="145919"/>
          </a:xfrm>
          <a:prstGeom prst="rect">
            <a:avLst/>
          </a:prstGeom>
        </p:spPr>
      </p:pic>
      <p:pic>
        <p:nvPicPr>
          <p:cNvPr id="155" name="图片 154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5B13D5A0-B467-563C-3384-5D2B830DF5F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4932" y="449205"/>
            <a:ext cx="223345" cy="145919"/>
          </a:xfrm>
          <a:prstGeom prst="rect">
            <a:avLst/>
          </a:prstGeom>
        </p:spPr>
      </p:pic>
      <p:sp>
        <p:nvSpPr>
          <p:cNvPr id="156" name="矩形 155">
            <a:extLst>
              <a:ext uri="{FF2B5EF4-FFF2-40B4-BE49-F238E27FC236}">
                <a16:creationId xmlns:a16="http://schemas.microsoft.com/office/drawing/2014/main" id="{926BA0D0-3E41-01DB-5A63-1376F85AF19A}"/>
              </a:ext>
            </a:extLst>
          </p:cNvPr>
          <p:cNvSpPr/>
          <p:nvPr/>
        </p:nvSpPr>
        <p:spPr>
          <a:xfrm>
            <a:off x="8823582" y="982128"/>
            <a:ext cx="1438455" cy="1534734"/>
          </a:xfrm>
          <a:prstGeom prst="rect">
            <a:avLst/>
          </a:prstGeom>
          <a:solidFill>
            <a:srgbClr val="00B0F0">
              <a:alpha val="10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157" name="直接连接符 156">
            <a:extLst>
              <a:ext uri="{FF2B5EF4-FFF2-40B4-BE49-F238E27FC236}">
                <a16:creationId xmlns:a16="http://schemas.microsoft.com/office/drawing/2014/main" id="{567FB530-EDC4-6520-B9A0-BF2CF3B12E64}"/>
              </a:ext>
            </a:extLst>
          </p:cNvPr>
          <p:cNvCxnSpPr>
            <a:cxnSpLocks/>
          </p:cNvCxnSpPr>
          <p:nvPr/>
        </p:nvCxnSpPr>
        <p:spPr>
          <a:xfrm>
            <a:off x="8823582" y="2518922"/>
            <a:ext cx="1438455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C7CE2FA4-F40C-40E2-4AB7-24A29B6E6B23}"/>
              </a:ext>
            </a:extLst>
          </p:cNvPr>
          <p:cNvCxnSpPr>
            <a:cxnSpLocks/>
          </p:cNvCxnSpPr>
          <p:nvPr/>
        </p:nvCxnSpPr>
        <p:spPr>
          <a:xfrm flipV="1">
            <a:off x="8828677" y="958344"/>
            <a:ext cx="0" cy="1569598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箭头连接符 158">
            <a:extLst>
              <a:ext uri="{FF2B5EF4-FFF2-40B4-BE49-F238E27FC236}">
                <a16:creationId xmlns:a16="http://schemas.microsoft.com/office/drawing/2014/main" id="{A8AE3AAF-D45B-D5FB-AB22-D58F282FFBFA}"/>
              </a:ext>
            </a:extLst>
          </p:cNvPr>
          <p:cNvCxnSpPr>
            <a:cxnSpLocks/>
          </p:cNvCxnSpPr>
          <p:nvPr/>
        </p:nvCxnSpPr>
        <p:spPr>
          <a:xfrm>
            <a:off x="8810094" y="2518917"/>
            <a:ext cx="1451964" cy="0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连接符 159">
            <a:extLst>
              <a:ext uri="{FF2B5EF4-FFF2-40B4-BE49-F238E27FC236}">
                <a16:creationId xmlns:a16="http://schemas.microsoft.com/office/drawing/2014/main" id="{E4B4B8C8-199A-B306-740B-61F1AA7DDA43}"/>
              </a:ext>
            </a:extLst>
          </p:cNvPr>
          <p:cNvCxnSpPr>
            <a:cxnSpLocks/>
          </p:cNvCxnSpPr>
          <p:nvPr/>
        </p:nvCxnSpPr>
        <p:spPr>
          <a:xfrm>
            <a:off x="8841590" y="1009162"/>
            <a:ext cx="1413877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连接符 160">
            <a:extLst>
              <a:ext uri="{FF2B5EF4-FFF2-40B4-BE49-F238E27FC236}">
                <a16:creationId xmlns:a16="http://schemas.microsoft.com/office/drawing/2014/main" id="{F5AA06CD-6E41-180F-9FB1-6FA0505FD60B}"/>
              </a:ext>
            </a:extLst>
          </p:cNvPr>
          <p:cNvCxnSpPr>
            <a:cxnSpLocks/>
          </p:cNvCxnSpPr>
          <p:nvPr/>
        </p:nvCxnSpPr>
        <p:spPr>
          <a:xfrm>
            <a:off x="8841590" y="2299760"/>
            <a:ext cx="1413877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连接符 161">
            <a:extLst>
              <a:ext uri="{FF2B5EF4-FFF2-40B4-BE49-F238E27FC236}">
                <a16:creationId xmlns:a16="http://schemas.microsoft.com/office/drawing/2014/main" id="{0D79B803-4490-4383-842E-84BD89F0B2C8}"/>
              </a:ext>
            </a:extLst>
          </p:cNvPr>
          <p:cNvCxnSpPr>
            <a:cxnSpLocks/>
          </p:cNvCxnSpPr>
          <p:nvPr/>
        </p:nvCxnSpPr>
        <p:spPr>
          <a:xfrm>
            <a:off x="8841590" y="2082659"/>
            <a:ext cx="1413877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接连接符 162">
            <a:extLst>
              <a:ext uri="{FF2B5EF4-FFF2-40B4-BE49-F238E27FC236}">
                <a16:creationId xmlns:a16="http://schemas.microsoft.com/office/drawing/2014/main" id="{3CF7FF0C-9A00-C569-65FD-57F35288263A}"/>
              </a:ext>
            </a:extLst>
          </p:cNvPr>
          <p:cNvCxnSpPr>
            <a:cxnSpLocks/>
          </p:cNvCxnSpPr>
          <p:nvPr/>
        </p:nvCxnSpPr>
        <p:spPr>
          <a:xfrm>
            <a:off x="8841590" y="1445144"/>
            <a:ext cx="1413877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接连接符 163">
            <a:extLst>
              <a:ext uri="{FF2B5EF4-FFF2-40B4-BE49-F238E27FC236}">
                <a16:creationId xmlns:a16="http://schemas.microsoft.com/office/drawing/2014/main" id="{05E82519-3692-896C-1D46-1186AC603FF1}"/>
              </a:ext>
            </a:extLst>
          </p:cNvPr>
          <p:cNvCxnSpPr>
            <a:cxnSpLocks/>
          </p:cNvCxnSpPr>
          <p:nvPr/>
        </p:nvCxnSpPr>
        <p:spPr>
          <a:xfrm>
            <a:off x="8841590" y="1879181"/>
            <a:ext cx="1413877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接连接符 164">
            <a:extLst>
              <a:ext uri="{FF2B5EF4-FFF2-40B4-BE49-F238E27FC236}">
                <a16:creationId xmlns:a16="http://schemas.microsoft.com/office/drawing/2014/main" id="{2FE01004-0334-A907-9B35-87AE90B1EDEA}"/>
              </a:ext>
            </a:extLst>
          </p:cNvPr>
          <p:cNvCxnSpPr>
            <a:cxnSpLocks/>
          </p:cNvCxnSpPr>
          <p:nvPr/>
        </p:nvCxnSpPr>
        <p:spPr>
          <a:xfrm>
            <a:off x="8841590" y="1225657"/>
            <a:ext cx="1413877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接连接符 165">
            <a:extLst>
              <a:ext uri="{FF2B5EF4-FFF2-40B4-BE49-F238E27FC236}">
                <a16:creationId xmlns:a16="http://schemas.microsoft.com/office/drawing/2014/main" id="{FAEC85E1-7252-64A9-D5B0-8873E30C9D1C}"/>
              </a:ext>
            </a:extLst>
          </p:cNvPr>
          <p:cNvCxnSpPr>
            <a:cxnSpLocks/>
          </p:cNvCxnSpPr>
          <p:nvPr/>
        </p:nvCxnSpPr>
        <p:spPr>
          <a:xfrm>
            <a:off x="8841590" y="1661154"/>
            <a:ext cx="1413877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接箭头连接符 166">
            <a:extLst>
              <a:ext uri="{FF2B5EF4-FFF2-40B4-BE49-F238E27FC236}">
                <a16:creationId xmlns:a16="http://schemas.microsoft.com/office/drawing/2014/main" id="{90F80C06-67EA-FBF1-F923-968DA5722466}"/>
              </a:ext>
            </a:extLst>
          </p:cNvPr>
          <p:cNvCxnSpPr>
            <a:cxnSpLocks/>
          </p:cNvCxnSpPr>
          <p:nvPr/>
        </p:nvCxnSpPr>
        <p:spPr>
          <a:xfrm rot="3495345" flipV="1">
            <a:off x="9486543" y="1333694"/>
            <a:ext cx="3315" cy="155399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67175A37-78FB-8AF7-CFA5-A743A8E1DA20}"/>
              </a:ext>
            </a:extLst>
          </p:cNvPr>
          <p:cNvCxnSpPr>
            <a:cxnSpLocks/>
          </p:cNvCxnSpPr>
          <p:nvPr/>
        </p:nvCxnSpPr>
        <p:spPr>
          <a:xfrm rot="34111">
            <a:off x="8816580" y="2523078"/>
            <a:ext cx="1019102" cy="1615253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椭圆 168">
            <a:extLst>
              <a:ext uri="{FF2B5EF4-FFF2-40B4-BE49-F238E27FC236}">
                <a16:creationId xmlns:a16="http://schemas.microsoft.com/office/drawing/2014/main" id="{171AF3CB-B42A-330A-C201-8B7AAE3B6835}"/>
              </a:ext>
            </a:extLst>
          </p:cNvPr>
          <p:cNvSpPr/>
          <p:nvPr/>
        </p:nvSpPr>
        <p:spPr>
          <a:xfrm rot="34111">
            <a:off x="10504217" y="3064017"/>
            <a:ext cx="138951" cy="13895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pic>
        <p:nvPicPr>
          <p:cNvPr id="212" name="图片 211" descr="\documentclass{article}&#10;\usepackage{amsmath}&#10;\pagestyle{empty}&#10;\begin{document}&#10;&#10;$(z_1,z_2)$&#10;&#10;&#10;\end{document}" title="IguanaTex Bitmap Display">
            <a:extLst>
              <a:ext uri="{FF2B5EF4-FFF2-40B4-BE49-F238E27FC236}">
                <a16:creationId xmlns:a16="http://schemas.microsoft.com/office/drawing/2014/main" id="{486D94D4-67D8-1A0F-7887-7AF02742400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1818" y="3020711"/>
            <a:ext cx="705762" cy="248653"/>
          </a:xfrm>
          <a:prstGeom prst="rect">
            <a:avLst/>
          </a:prstGeom>
        </p:spPr>
      </p:pic>
      <p:pic>
        <p:nvPicPr>
          <p:cNvPr id="171" name="图片 170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B0456EBE-9AA2-D845-47F6-915F00C8F0EE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1747" y="2634654"/>
            <a:ext cx="171229" cy="180163"/>
          </a:xfrm>
          <a:prstGeom prst="rect">
            <a:avLst/>
          </a:prstGeom>
        </p:spPr>
      </p:pic>
      <p:cxnSp>
        <p:nvCxnSpPr>
          <p:cNvPr id="175" name="直接连接符 174">
            <a:extLst>
              <a:ext uri="{FF2B5EF4-FFF2-40B4-BE49-F238E27FC236}">
                <a16:creationId xmlns:a16="http://schemas.microsoft.com/office/drawing/2014/main" id="{7B9B3F00-BF4E-1D27-BBE4-501B7A5ECBA6}"/>
              </a:ext>
            </a:extLst>
          </p:cNvPr>
          <p:cNvCxnSpPr/>
          <p:nvPr/>
        </p:nvCxnSpPr>
        <p:spPr>
          <a:xfrm rot="3496957">
            <a:off x="9665993" y="2518531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连接符 175">
            <a:extLst>
              <a:ext uri="{FF2B5EF4-FFF2-40B4-BE49-F238E27FC236}">
                <a16:creationId xmlns:a16="http://schemas.microsoft.com/office/drawing/2014/main" id="{3C326A29-8FD7-58F1-3A98-2EBCECDFCDE6}"/>
              </a:ext>
            </a:extLst>
          </p:cNvPr>
          <p:cNvCxnSpPr/>
          <p:nvPr/>
        </p:nvCxnSpPr>
        <p:spPr>
          <a:xfrm rot="3496957">
            <a:off x="8373735" y="3317187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接连接符 176">
            <a:extLst>
              <a:ext uri="{FF2B5EF4-FFF2-40B4-BE49-F238E27FC236}">
                <a16:creationId xmlns:a16="http://schemas.microsoft.com/office/drawing/2014/main" id="{22C49089-3906-4E8A-ADCE-6C20239DDF69}"/>
              </a:ext>
            </a:extLst>
          </p:cNvPr>
          <p:cNvCxnSpPr/>
          <p:nvPr/>
        </p:nvCxnSpPr>
        <p:spPr>
          <a:xfrm rot="3496957">
            <a:off x="9482202" y="2634102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接连接符 177">
            <a:extLst>
              <a:ext uri="{FF2B5EF4-FFF2-40B4-BE49-F238E27FC236}">
                <a16:creationId xmlns:a16="http://schemas.microsoft.com/office/drawing/2014/main" id="{2891AF1C-4ADE-D343-A4EF-FC235F0EC07A}"/>
              </a:ext>
            </a:extLst>
          </p:cNvPr>
          <p:cNvCxnSpPr/>
          <p:nvPr/>
        </p:nvCxnSpPr>
        <p:spPr>
          <a:xfrm rot="3496957">
            <a:off x="9296639" y="2746803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连接符 178">
            <a:extLst>
              <a:ext uri="{FF2B5EF4-FFF2-40B4-BE49-F238E27FC236}">
                <a16:creationId xmlns:a16="http://schemas.microsoft.com/office/drawing/2014/main" id="{1392559B-0281-8E69-9B5A-A5ED8164F71E}"/>
              </a:ext>
            </a:extLst>
          </p:cNvPr>
          <p:cNvCxnSpPr/>
          <p:nvPr/>
        </p:nvCxnSpPr>
        <p:spPr>
          <a:xfrm rot="3496957">
            <a:off x="9112123" y="2861201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接连接符 179">
            <a:extLst>
              <a:ext uri="{FF2B5EF4-FFF2-40B4-BE49-F238E27FC236}">
                <a16:creationId xmlns:a16="http://schemas.microsoft.com/office/drawing/2014/main" id="{2660E52C-05F8-475B-4172-28B2437C6E99}"/>
              </a:ext>
            </a:extLst>
          </p:cNvPr>
          <p:cNvCxnSpPr/>
          <p:nvPr/>
        </p:nvCxnSpPr>
        <p:spPr>
          <a:xfrm rot="3496957">
            <a:off x="8927283" y="2975078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连接符 180">
            <a:extLst>
              <a:ext uri="{FF2B5EF4-FFF2-40B4-BE49-F238E27FC236}">
                <a16:creationId xmlns:a16="http://schemas.microsoft.com/office/drawing/2014/main" id="{F48C5370-AD5B-37B9-E5DF-A545EEF8FAD2}"/>
              </a:ext>
            </a:extLst>
          </p:cNvPr>
          <p:cNvCxnSpPr/>
          <p:nvPr/>
        </p:nvCxnSpPr>
        <p:spPr>
          <a:xfrm rot="3496957">
            <a:off x="8742765" y="3089476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连接符 182">
            <a:extLst>
              <a:ext uri="{FF2B5EF4-FFF2-40B4-BE49-F238E27FC236}">
                <a16:creationId xmlns:a16="http://schemas.microsoft.com/office/drawing/2014/main" id="{80980DF0-CFF5-8ED7-6D68-5F74335B868B}"/>
              </a:ext>
            </a:extLst>
          </p:cNvPr>
          <p:cNvCxnSpPr/>
          <p:nvPr/>
        </p:nvCxnSpPr>
        <p:spPr>
          <a:xfrm rot="3496957">
            <a:off x="8559702" y="3206224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椭圆 172">
            <a:extLst>
              <a:ext uri="{FF2B5EF4-FFF2-40B4-BE49-F238E27FC236}">
                <a16:creationId xmlns:a16="http://schemas.microsoft.com/office/drawing/2014/main" id="{52956D77-9391-536A-1D51-90BBCE411056}"/>
              </a:ext>
            </a:extLst>
          </p:cNvPr>
          <p:cNvSpPr/>
          <p:nvPr/>
        </p:nvSpPr>
        <p:spPr>
          <a:xfrm>
            <a:off x="9834166" y="1282334"/>
            <a:ext cx="138951" cy="138951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grpSp>
        <p:nvGrpSpPr>
          <p:cNvPr id="193" name="组合 192">
            <a:extLst>
              <a:ext uri="{FF2B5EF4-FFF2-40B4-BE49-F238E27FC236}">
                <a16:creationId xmlns:a16="http://schemas.microsoft.com/office/drawing/2014/main" id="{2A507C10-8ABF-5D93-5EDA-1F0D34D1248F}"/>
              </a:ext>
            </a:extLst>
          </p:cNvPr>
          <p:cNvGrpSpPr/>
          <p:nvPr/>
        </p:nvGrpSpPr>
        <p:grpSpPr>
          <a:xfrm>
            <a:off x="3289587" y="1373859"/>
            <a:ext cx="971570" cy="509500"/>
            <a:chOff x="5943782" y="6570580"/>
            <a:chExt cx="1096165" cy="574839"/>
          </a:xfrm>
        </p:grpSpPr>
        <p:pic>
          <p:nvPicPr>
            <p:cNvPr id="188" name="图片 187" descr="\documentclass{article}&#10;\usepackage{amsmath}&#10;\pagestyle{empty}&#10;\begin{document}&#10;&#10;$\mapsto$&#10;&#10;&#10;\end{document}" title="IguanaTex Bitmap Display">
              <a:extLst>
                <a:ext uri="{FF2B5EF4-FFF2-40B4-BE49-F238E27FC236}">
                  <a16:creationId xmlns:a16="http://schemas.microsoft.com/office/drawing/2014/main" id="{BA2CA125-66B9-C81F-1044-18AC0461858B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43782" y="6854897"/>
              <a:ext cx="1096165" cy="290522"/>
            </a:xfrm>
            <a:prstGeom prst="rect">
              <a:avLst/>
            </a:prstGeom>
          </p:spPr>
        </p:pic>
        <p:pic>
          <p:nvPicPr>
            <p:cNvPr id="192" name="图片 191" descr="\documentclass{article}&#10;\usepackage{amsmath}&#10;\pagestyle{empty}&#10;\begin{document}&#10;&#10;$A$&#10;&#10;&#10;\end{document}" title="IguanaTex Bitmap Display">
              <a:extLst>
                <a:ext uri="{FF2B5EF4-FFF2-40B4-BE49-F238E27FC236}">
                  <a16:creationId xmlns:a16="http://schemas.microsoft.com/office/drawing/2014/main" id="{A94BCEEB-031C-9A81-A184-E1A9B19E3AA6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44877" y="6570580"/>
              <a:ext cx="262857" cy="272000"/>
            </a:xfrm>
            <a:prstGeom prst="rect">
              <a:avLst/>
            </a:prstGeom>
          </p:spPr>
        </p:pic>
      </p:grpSp>
      <p:pic>
        <p:nvPicPr>
          <p:cNvPr id="195" name="图片 194">
            <a:extLst>
              <a:ext uri="{FF2B5EF4-FFF2-40B4-BE49-F238E27FC236}">
                <a16:creationId xmlns:a16="http://schemas.microsoft.com/office/drawing/2014/main" id="{7D63BFC9-CA26-15BE-1DD7-6DBE135CF524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010187" y="4245654"/>
            <a:ext cx="1648055" cy="1362265"/>
          </a:xfrm>
          <a:prstGeom prst="rect">
            <a:avLst/>
          </a:prstGeom>
        </p:spPr>
      </p:pic>
      <p:pic>
        <p:nvPicPr>
          <p:cNvPr id="197" name="图片 196">
            <a:extLst>
              <a:ext uri="{FF2B5EF4-FFF2-40B4-BE49-F238E27FC236}">
                <a16:creationId xmlns:a16="http://schemas.microsoft.com/office/drawing/2014/main" id="{384279AB-5538-B53E-360E-F5F725A420B0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478280" y="4203200"/>
            <a:ext cx="4077269" cy="1343212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33BF0089-F151-4202-0E6E-ADF2DDD542DA}"/>
              </a:ext>
            </a:extLst>
          </p:cNvPr>
          <p:cNvPicPr>
            <a:picLocks noChangeAspect="1"/>
          </p:cNvPicPr>
          <p:nvPr/>
        </p:nvPicPr>
        <p:blipFill>
          <a:blip r:embed="rId27"/>
          <a:srcRect r="62138"/>
          <a:stretch>
            <a:fillRect/>
          </a:stretch>
        </p:blipFill>
        <p:spPr>
          <a:xfrm>
            <a:off x="4923418" y="5424535"/>
            <a:ext cx="2003475" cy="1240018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1D99D7C9-6766-E816-FE43-BDBB6AAD6E43}"/>
              </a:ext>
            </a:extLst>
          </p:cNvPr>
          <p:cNvPicPr>
            <a:picLocks noChangeAspect="1"/>
          </p:cNvPicPr>
          <p:nvPr/>
        </p:nvPicPr>
        <p:blipFill>
          <a:blip r:embed="rId27"/>
          <a:srcRect l="40359"/>
          <a:stretch>
            <a:fillRect/>
          </a:stretch>
        </p:blipFill>
        <p:spPr>
          <a:xfrm>
            <a:off x="7697195" y="5412856"/>
            <a:ext cx="3155914" cy="1240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7282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44C0E-2063-6CFC-BD62-8B994434E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3FD435E-3074-51D7-C02A-4CD43C681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3251" y="204040"/>
            <a:ext cx="5291506" cy="124001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BDEE617-7965-4C66-8976-A0DD74C14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124" y="2165464"/>
            <a:ext cx="9859751" cy="3248478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F437477-7767-944F-1142-31CEF8A138D2}"/>
              </a:ext>
            </a:extLst>
          </p:cNvPr>
          <p:cNvSpPr/>
          <p:nvPr/>
        </p:nvSpPr>
        <p:spPr>
          <a:xfrm>
            <a:off x="3688962" y="4180043"/>
            <a:ext cx="2128733" cy="358817"/>
          </a:xfrm>
          <a:prstGeom prst="rect">
            <a:avLst/>
          </a:prstGeom>
          <a:solidFill>
            <a:srgbClr val="00B0F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D83C94A-4807-66C4-7DF7-3138BDF4DAB1}"/>
              </a:ext>
            </a:extLst>
          </p:cNvPr>
          <p:cNvSpPr/>
          <p:nvPr/>
        </p:nvSpPr>
        <p:spPr>
          <a:xfrm>
            <a:off x="3688962" y="4656771"/>
            <a:ext cx="2128733" cy="358817"/>
          </a:xfrm>
          <a:prstGeom prst="rect">
            <a:avLst/>
          </a:prstGeom>
          <a:solidFill>
            <a:srgbClr val="0070C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4975E5D-25D6-13DF-1B4C-B6F3EDF46358}"/>
              </a:ext>
            </a:extLst>
          </p:cNvPr>
          <p:cNvSpPr/>
          <p:nvPr/>
        </p:nvSpPr>
        <p:spPr>
          <a:xfrm>
            <a:off x="6249004" y="4092740"/>
            <a:ext cx="304800" cy="1035955"/>
          </a:xfrm>
          <a:prstGeom prst="rect">
            <a:avLst/>
          </a:prstGeom>
          <a:solidFill>
            <a:srgbClr val="7030A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D3A37B9-F4C2-FA09-A663-6946E7274D6E}"/>
              </a:ext>
            </a:extLst>
          </p:cNvPr>
          <p:cNvSpPr/>
          <p:nvPr/>
        </p:nvSpPr>
        <p:spPr>
          <a:xfrm>
            <a:off x="6761593" y="4092740"/>
            <a:ext cx="304800" cy="1035955"/>
          </a:xfrm>
          <a:prstGeom prst="rect">
            <a:avLst/>
          </a:prstGeom>
          <a:solidFill>
            <a:srgbClr val="2F1543">
              <a:alpha val="2470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45925B3-65FD-E82A-FF74-33E9CCE3736F}"/>
              </a:ext>
            </a:extLst>
          </p:cNvPr>
          <p:cNvSpPr/>
          <p:nvPr/>
        </p:nvSpPr>
        <p:spPr>
          <a:xfrm>
            <a:off x="7972449" y="4092740"/>
            <a:ext cx="1333299" cy="1035955"/>
          </a:xfrm>
          <a:prstGeom prst="rect">
            <a:avLst/>
          </a:prstGeom>
          <a:solidFill>
            <a:srgbClr val="7030A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A443720-E71F-5849-FF81-24D97DD34579}"/>
              </a:ext>
            </a:extLst>
          </p:cNvPr>
          <p:cNvSpPr/>
          <p:nvPr/>
        </p:nvSpPr>
        <p:spPr>
          <a:xfrm>
            <a:off x="9499162" y="4092740"/>
            <a:ext cx="712642" cy="1035955"/>
          </a:xfrm>
          <a:prstGeom prst="rect">
            <a:avLst/>
          </a:prstGeom>
          <a:solidFill>
            <a:srgbClr val="2F1543">
              <a:alpha val="2470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7927F7-36E1-500A-B686-DE4B7E3CE3C9}"/>
              </a:ext>
            </a:extLst>
          </p:cNvPr>
          <p:cNvSpPr txBox="1"/>
          <p:nvPr/>
        </p:nvSpPr>
        <p:spPr>
          <a:xfrm>
            <a:off x="518301" y="5659986"/>
            <a:ext cx="6771847" cy="698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矩阵乘法就是线性变换（映射）的复合</a:t>
            </a:r>
          </a:p>
        </p:txBody>
      </p:sp>
    </p:spTree>
    <p:extLst>
      <p:ext uri="{BB962C8B-B14F-4D97-AF65-F5344CB8AC3E}">
        <p14:creationId xmlns:p14="http://schemas.microsoft.com/office/powerpoint/2010/main" val="2395345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29BD1-C883-7056-237D-067D5C585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F216B758-8337-A591-2D7F-00D9A8692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20" y="293929"/>
            <a:ext cx="6453804" cy="471470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4E3DF63-7428-6649-E6E7-2BB1953ED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546" y="4917434"/>
            <a:ext cx="9554908" cy="1771897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AB07846B-55F8-0708-5229-152DB8725371}"/>
              </a:ext>
            </a:extLst>
          </p:cNvPr>
          <p:cNvSpPr txBox="1"/>
          <p:nvPr/>
        </p:nvSpPr>
        <p:spPr>
          <a:xfrm>
            <a:off x="7398708" y="1952282"/>
            <a:ext cx="4150290" cy="2221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映射的复合若交换顺序，结果可能不同；矩阵乘法若交换顺序，结果也可能不同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5950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56B05-EEE3-4D05-35D8-5E1695883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96C7D830-3B30-6755-F3A3-F09BA694A456}"/>
              </a:ext>
            </a:extLst>
          </p:cNvPr>
          <p:cNvGrpSpPr/>
          <p:nvPr/>
        </p:nvGrpSpPr>
        <p:grpSpPr>
          <a:xfrm>
            <a:off x="1080551" y="609510"/>
            <a:ext cx="2492294" cy="2569628"/>
            <a:chOff x="350494" y="2892206"/>
            <a:chExt cx="2811908" cy="2899159"/>
          </a:xfrm>
        </p:grpSpPr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27575DC1-ABEE-982C-BB46-F9FA34943EB2}"/>
                </a:ext>
              </a:extLst>
            </p:cNvPr>
            <p:cNvCxnSpPr>
              <a:cxnSpLocks/>
            </p:cNvCxnSpPr>
            <p:nvPr/>
          </p:nvCxnSpPr>
          <p:spPr>
            <a:xfrm>
              <a:off x="350494" y="5189894"/>
              <a:ext cx="2688609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01A73B2C-0A2B-0A93-512B-FBB20DAAFB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955" y="2974540"/>
              <a:ext cx="0" cy="2816825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图片 6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C1525196-3D21-E9D8-8004-A6B5BF3CE04C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183" y="5293299"/>
              <a:ext cx="193188" cy="203267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064F6C1-C2DD-DDCD-5B5C-F6CC55E10019}"/>
                </a:ext>
              </a:extLst>
            </p:cNvPr>
            <p:cNvSpPr/>
            <p:nvPr/>
          </p:nvSpPr>
          <p:spPr>
            <a:xfrm>
              <a:off x="879213" y="3454238"/>
              <a:ext cx="1622924" cy="1731550"/>
            </a:xfrm>
            <a:prstGeom prst="rect">
              <a:avLst/>
            </a:prstGeom>
            <a:solidFill>
              <a:srgbClr val="00B0F0">
                <a:alpha val="25000"/>
              </a:srgbClr>
            </a:solidFill>
            <a:ln w="44450">
              <a:solidFill>
                <a:srgbClr val="00B0F0">
                  <a:alpha val="25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C534BAE2-53D6-90AE-8C1F-EBE06515E11E}"/>
                </a:ext>
              </a:extLst>
            </p:cNvPr>
            <p:cNvCxnSpPr/>
            <p:nvPr/>
          </p:nvCxnSpPr>
          <p:spPr>
            <a:xfrm>
              <a:off x="879210" y="5188114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2E99F58E-FF8B-BD7F-5BA2-48B41F6D2B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203" y="3427415"/>
              <a:ext cx="0" cy="1770885"/>
            </a:xfrm>
            <a:prstGeom prst="straightConnector1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7B191535-F05B-FEF4-3E92-3B89EC0A10FD}"/>
                </a:ext>
              </a:extLst>
            </p:cNvPr>
            <p:cNvCxnSpPr>
              <a:cxnSpLocks/>
            </p:cNvCxnSpPr>
            <p:nvPr/>
          </p:nvCxnSpPr>
          <p:spPr>
            <a:xfrm>
              <a:off x="863993" y="5188107"/>
              <a:ext cx="1638165" cy="0"/>
            </a:xfrm>
            <a:prstGeom prst="straightConnector1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CA11EA03-DE8E-BB8F-B604-88693CAA5B30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518578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FB12EBAC-1DD8-3245-DFF6-A30D7DC406D1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471189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2E62C3D1-DDEA-4D4E-4D8C-66E503177ED1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940844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A43F4BF9-3B8B-CBDD-C399-83EFF1425925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695903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A663B1C4-68FE-52F3-DAF3-569FDEB1505F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45095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58797FEA-4302-CEF2-82B5-083C57450FB6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206015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E262E6CB-E394-C832-F49E-F2B4A143D3E9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961073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D4F2510C-9B78-A50F-A7CD-662F4AFDFA96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716131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1C07187E-58AE-E3A1-1FFA-B4AAE186C41A}"/>
                </a:ext>
              </a:extLst>
            </p:cNvPr>
            <p:cNvSpPr/>
            <p:nvPr/>
          </p:nvSpPr>
          <p:spPr>
            <a:xfrm>
              <a:off x="2019385" y="3785069"/>
              <a:ext cx="156770" cy="15677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pic>
          <p:nvPicPr>
            <p:cNvPr id="21" name="图片 20" descr="\documentclass{article}&#10;\usepackage{amsmath}&#10;\pagestyle{empty}&#10;\begin{document}&#10;&#10;$(x_1,x_2)$&#10;&#10;&#10;\end{document}" title="IguanaTex Bitmap Display">
              <a:extLst>
                <a:ext uri="{FF2B5EF4-FFF2-40B4-BE49-F238E27FC236}">
                  <a16:creationId xmlns:a16="http://schemas.microsoft.com/office/drawing/2014/main" id="{F82663BC-F083-3714-1561-C29865F743DE}"/>
                </a:ext>
              </a:extLst>
            </p:cNvPr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4559" y="3691352"/>
              <a:ext cx="855064" cy="280541"/>
            </a:xfrm>
            <a:prstGeom prst="rect">
              <a:avLst/>
            </a:prstGeom>
          </p:spPr>
        </p:pic>
        <p:pic>
          <p:nvPicPr>
            <p:cNvPr id="22" name="图片 21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1202A640-370E-B835-4060-13229A11EC6E}"/>
                </a:ext>
              </a:extLst>
            </p:cNvPr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7138" y="5331916"/>
              <a:ext cx="245264" cy="164632"/>
            </a:xfrm>
            <a:prstGeom prst="rect">
              <a:avLst/>
            </a:prstGeom>
          </p:spPr>
        </p:pic>
        <p:pic>
          <p:nvPicPr>
            <p:cNvPr id="23" name="图片 22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9B33C4A8-16A5-0FC6-4ED6-3513A2305375}"/>
                </a:ext>
              </a:extLst>
            </p:cNvPr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9795" y="2892206"/>
              <a:ext cx="251987" cy="164632"/>
            </a:xfrm>
            <a:prstGeom prst="rect">
              <a:avLst/>
            </a:prstGeom>
          </p:spPr>
        </p:pic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DDBA94B7-13E1-3355-7D75-CC75876CAAB5}"/>
              </a:ext>
            </a:extLst>
          </p:cNvPr>
          <p:cNvGrpSpPr/>
          <p:nvPr/>
        </p:nvGrpSpPr>
        <p:grpSpPr>
          <a:xfrm>
            <a:off x="4731573" y="554698"/>
            <a:ext cx="3065589" cy="3214430"/>
            <a:chOff x="3847931" y="381450"/>
            <a:chExt cx="3458723" cy="3626652"/>
          </a:xfrm>
        </p:grpSpPr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125EA82D-0033-45CA-6C19-E775CAC9CA9B}"/>
                </a:ext>
              </a:extLst>
            </p:cNvPr>
            <p:cNvCxnSpPr>
              <a:cxnSpLocks/>
            </p:cNvCxnSpPr>
            <p:nvPr/>
          </p:nvCxnSpPr>
          <p:spPr>
            <a:xfrm>
              <a:off x="3847931" y="2730009"/>
              <a:ext cx="3355531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53778609-1C58-75E6-36A3-A0B0410EA7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7382" y="514643"/>
              <a:ext cx="0" cy="3493459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7" name="图片 26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EDE163D3-AEF1-8B81-B0CE-197DF9A5A0DC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1390" y="2853220"/>
              <a:ext cx="245264" cy="164632"/>
            </a:xfrm>
            <a:prstGeom prst="rect">
              <a:avLst/>
            </a:prstGeom>
          </p:spPr>
        </p:pic>
        <p:pic>
          <p:nvPicPr>
            <p:cNvPr id="28" name="图片 27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2B70AAFA-6D7F-F56C-71FB-EE69085E7F54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28409" y="381450"/>
              <a:ext cx="251987" cy="164632"/>
            </a:xfrm>
            <a:prstGeom prst="rect">
              <a:avLst/>
            </a:prstGeom>
          </p:spPr>
        </p:pic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3AB47E0D-9316-DDD3-B46A-9D7C68B885FD}"/>
                </a:ext>
              </a:extLst>
            </p:cNvPr>
            <p:cNvSpPr/>
            <p:nvPr/>
          </p:nvSpPr>
          <p:spPr>
            <a:xfrm>
              <a:off x="4376640" y="994355"/>
              <a:ext cx="1622924" cy="1731550"/>
            </a:xfrm>
            <a:prstGeom prst="rect">
              <a:avLst/>
            </a:prstGeom>
            <a:solidFill>
              <a:srgbClr val="00B0F0">
                <a:alpha val="10000"/>
              </a:srgbClr>
            </a:solidFill>
            <a:ln w="44450">
              <a:solidFill>
                <a:srgbClr val="00B0F0">
                  <a:alpha val="1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B3850637-ABDD-D82C-B18D-23F99CE20DA0}"/>
                </a:ext>
              </a:extLst>
            </p:cNvPr>
            <p:cNvCxnSpPr/>
            <p:nvPr/>
          </p:nvCxnSpPr>
          <p:spPr>
            <a:xfrm>
              <a:off x="4376639" y="2728228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32773F06-0AD0-87B3-1B5F-BF228A57D3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6293" y="967522"/>
              <a:ext cx="0" cy="1770885"/>
            </a:xfrm>
            <a:prstGeom prst="straightConnector1">
              <a:avLst/>
            </a:prstGeom>
            <a:ln w="44450">
              <a:solidFill>
                <a:srgbClr val="00B0F0">
                  <a:alpha val="2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776E9FA8-0666-85E0-5300-2393BBBF32CA}"/>
                </a:ext>
              </a:extLst>
            </p:cNvPr>
            <p:cNvCxnSpPr>
              <a:cxnSpLocks/>
            </p:cNvCxnSpPr>
            <p:nvPr/>
          </p:nvCxnSpPr>
          <p:spPr>
            <a:xfrm>
              <a:off x="4361423" y="2728222"/>
              <a:ext cx="1638165" cy="0"/>
            </a:xfrm>
            <a:prstGeom prst="straightConnector1">
              <a:avLst/>
            </a:prstGeom>
            <a:ln w="44450">
              <a:solidFill>
                <a:srgbClr val="00B0F0">
                  <a:alpha val="2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CA449BEA-0FAA-EA70-6473-A06D3503541A}"/>
                </a:ext>
              </a:extLst>
            </p:cNvPr>
            <p:cNvCxnSpPr>
              <a:cxnSpLocks/>
            </p:cNvCxnSpPr>
            <p:nvPr/>
          </p:nvCxnSpPr>
          <p:spPr>
            <a:xfrm>
              <a:off x="4376639" y="2480960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5A41961-711D-E610-8AC9-9B808E312DD6}"/>
                </a:ext>
              </a:extLst>
            </p:cNvPr>
            <p:cNvCxnSpPr>
              <a:cxnSpLocks/>
            </p:cNvCxnSpPr>
            <p:nvPr/>
          </p:nvCxnSpPr>
          <p:spPr>
            <a:xfrm>
              <a:off x="4376639" y="223601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5" name="图片 34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593FE89E-BEF5-B3E8-5B26-41ECED61299B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1361" y="2853239"/>
              <a:ext cx="193188" cy="203267"/>
            </a:xfrm>
            <a:prstGeom prst="rect">
              <a:avLst/>
            </a:prstGeom>
          </p:spPr>
        </p:pic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D64A1C31-4232-9993-D00D-8BECD7637711}"/>
                </a:ext>
              </a:extLst>
            </p:cNvPr>
            <p:cNvSpPr/>
            <p:nvPr/>
          </p:nvSpPr>
          <p:spPr>
            <a:xfrm rot="34111">
              <a:off x="5944556" y="1321087"/>
              <a:ext cx="156770" cy="15677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E6A3FDD8-F36F-6BFE-3912-5D21966C4461}"/>
                </a:ext>
              </a:extLst>
            </p:cNvPr>
            <p:cNvGrpSpPr/>
            <p:nvPr/>
          </p:nvGrpSpPr>
          <p:grpSpPr>
            <a:xfrm>
              <a:off x="4351257" y="963599"/>
              <a:ext cx="2198771" cy="1770885"/>
              <a:chOff x="4351238" y="1015426"/>
              <a:chExt cx="2198770" cy="1770885"/>
            </a:xfrm>
          </p:grpSpPr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879B59E7-A439-537D-B63E-1E3136608371}"/>
                  </a:ext>
                </a:extLst>
              </p:cNvPr>
              <p:cNvGrpSpPr/>
              <p:nvPr/>
            </p:nvGrpSpPr>
            <p:grpSpPr>
              <a:xfrm>
                <a:off x="4376292" y="1045548"/>
                <a:ext cx="2150462" cy="1731550"/>
                <a:chOff x="4376292" y="1045548"/>
                <a:chExt cx="2150462" cy="1731550"/>
              </a:xfrm>
            </p:grpSpPr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F626953D-3782-28BA-1820-946195ED85F1}"/>
                    </a:ext>
                  </a:extLst>
                </p:cNvPr>
                <p:cNvSpPr/>
                <p:nvPr/>
              </p:nvSpPr>
              <p:spPr>
                <a:xfrm>
                  <a:off x="4376293" y="1045548"/>
                  <a:ext cx="2146648" cy="1731550"/>
                </a:xfrm>
                <a:prstGeom prst="rect">
                  <a:avLst/>
                </a:prstGeom>
                <a:solidFill>
                  <a:srgbClr val="0070C0">
                    <a:alpha val="25000"/>
                  </a:srgbClr>
                </a:solidFill>
                <a:ln w="44450">
                  <a:solidFill>
                    <a:srgbClr val="0070C0">
                      <a:alpha val="25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24" dirty="0"/>
                </a:p>
              </p:txBody>
            </p:sp>
            <p:cxnSp>
              <p:nvCxnSpPr>
                <p:cNvPr id="43" name="直接连接符 42">
                  <a:extLst>
                    <a:ext uri="{FF2B5EF4-FFF2-40B4-BE49-F238E27FC236}">
                      <a16:creationId xmlns:a16="http://schemas.microsoft.com/office/drawing/2014/main" id="{33E048B0-60EA-6A2F-B563-7F487AD3FB82}"/>
                    </a:ext>
                  </a:extLst>
                </p:cNvPr>
                <p:cNvCxnSpPr/>
                <p:nvPr/>
              </p:nvCxnSpPr>
              <p:spPr>
                <a:xfrm>
                  <a:off x="4376292" y="1063143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接连接符 43">
                  <a:extLst>
                    <a:ext uri="{FF2B5EF4-FFF2-40B4-BE49-F238E27FC236}">
                      <a16:creationId xmlns:a16="http://schemas.microsoft.com/office/drawing/2014/main" id="{117B77E2-9C1F-9B4E-AF52-3DBA7B7FDC42}"/>
                    </a:ext>
                  </a:extLst>
                </p:cNvPr>
                <p:cNvCxnSpPr/>
                <p:nvPr/>
              </p:nvCxnSpPr>
              <p:spPr>
                <a:xfrm>
                  <a:off x="4376292" y="2777098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接连接符 44">
                  <a:extLst>
                    <a:ext uri="{FF2B5EF4-FFF2-40B4-BE49-F238E27FC236}">
                      <a16:creationId xmlns:a16="http://schemas.microsoft.com/office/drawing/2014/main" id="{CC69B284-336E-A59E-249B-7E7A8A83CFC4}"/>
                    </a:ext>
                  </a:extLst>
                </p:cNvPr>
                <p:cNvCxnSpPr/>
                <p:nvPr/>
              </p:nvCxnSpPr>
              <p:spPr>
                <a:xfrm>
                  <a:off x="4378195" y="1308085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接连接符 45">
                  <a:extLst>
                    <a:ext uri="{FF2B5EF4-FFF2-40B4-BE49-F238E27FC236}">
                      <a16:creationId xmlns:a16="http://schemas.microsoft.com/office/drawing/2014/main" id="{5DA05F84-0A91-5CFA-E213-9D5E7C846D7E}"/>
                    </a:ext>
                  </a:extLst>
                </p:cNvPr>
                <p:cNvCxnSpPr/>
                <p:nvPr/>
              </p:nvCxnSpPr>
              <p:spPr>
                <a:xfrm>
                  <a:off x="4376292" y="1553027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接连接符 46">
                  <a:extLst>
                    <a:ext uri="{FF2B5EF4-FFF2-40B4-BE49-F238E27FC236}">
                      <a16:creationId xmlns:a16="http://schemas.microsoft.com/office/drawing/2014/main" id="{55E65CE9-51E6-0F6F-B396-131CF24486C6}"/>
                    </a:ext>
                  </a:extLst>
                </p:cNvPr>
                <p:cNvCxnSpPr/>
                <p:nvPr/>
              </p:nvCxnSpPr>
              <p:spPr>
                <a:xfrm>
                  <a:off x="4376638" y="1797969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直接连接符 47">
                  <a:extLst>
                    <a:ext uri="{FF2B5EF4-FFF2-40B4-BE49-F238E27FC236}">
                      <a16:creationId xmlns:a16="http://schemas.microsoft.com/office/drawing/2014/main" id="{6F20F5CD-6D8A-99D1-C4EF-469D005120F2}"/>
                    </a:ext>
                  </a:extLst>
                </p:cNvPr>
                <p:cNvCxnSpPr/>
                <p:nvPr/>
              </p:nvCxnSpPr>
              <p:spPr>
                <a:xfrm>
                  <a:off x="4376293" y="2042913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直接连接符 48">
                  <a:extLst>
                    <a:ext uri="{FF2B5EF4-FFF2-40B4-BE49-F238E27FC236}">
                      <a16:creationId xmlns:a16="http://schemas.microsoft.com/office/drawing/2014/main" id="{762ECABC-620B-A5FC-14BE-89AAFBB87D4A}"/>
                    </a:ext>
                  </a:extLst>
                </p:cNvPr>
                <p:cNvCxnSpPr/>
                <p:nvPr/>
              </p:nvCxnSpPr>
              <p:spPr>
                <a:xfrm>
                  <a:off x="4376638" y="2287858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直接连接符 49">
                  <a:extLst>
                    <a:ext uri="{FF2B5EF4-FFF2-40B4-BE49-F238E27FC236}">
                      <a16:creationId xmlns:a16="http://schemas.microsoft.com/office/drawing/2014/main" id="{29A04CFD-5353-C356-B1F6-768BD1FB07AE}"/>
                    </a:ext>
                  </a:extLst>
                </p:cNvPr>
                <p:cNvCxnSpPr/>
                <p:nvPr/>
              </p:nvCxnSpPr>
              <p:spPr>
                <a:xfrm>
                  <a:off x="4380103" y="2532800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0" name="直接箭头连接符 39">
                <a:extLst>
                  <a:ext uri="{FF2B5EF4-FFF2-40B4-BE49-F238E27FC236}">
                    <a16:creationId xmlns:a16="http://schemas.microsoft.com/office/drawing/2014/main" id="{85E4ABDC-9043-7969-7D09-ABC688F0A8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51238" y="2779638"/>
                <a:ext cx="2198770" cy="0"/>
              </a:xfrm>
              <a:prstGeom prst="straightConnector1">
                <a:avLst/>
              </a:prstGeom>
              <a:ln w="444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箭头连接符 40">
                <a:extLst>
                  <a:ext uri="{FF2B5EF4-FFF2-40B4-BE49-F238E27FC236}">
                    <a16:creationId xmlns:a16="http://schemas.microsoft.com/office/drawing/2014/main" id="{D7E2332D-3ACE-FC04-7635-2366C4D27E2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76292" y="1015426"/>
                <a:ext cx="0" cy="1770885"/>
              </a:xfrm>
              <a:prstGeom prst="straightConnector1">
                <a:avLst/>
              </a:prstGeom>
              <a:ln w="444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8B44070C-44D7-3FB0-8AAA-46D060EC9029}"/>
                </a:ext>
              </a:extLst>
            </p:cNvPr>
            <p:cNvSpPr/>
            <p:nvPr/>
          </p:nvSpPr>
          <p:spPr>
            <a:xfrm>
              <a:off x="5516812" y="1321055"/>
              <a:ext cx="156770" cy="15677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36D47CDB-CF01-D281-8189-A105CF486E42}"/>
              </a:ext>
            </a:extLst>
          </p:cNvPr>
          <p:cNvGrpSpPr/>
          <p:nvPr/>
        </p:nvGrpSpPr>
        <p:grpSpPr>
          <a:xfrm>
            <a:off x="7705699" y="1493640"/>
            <a:ext cx="971570" cy="509500"/>
            <a:chOff x="7211410" y="1362117"/>
            <a:chExt cx="971570" cy="509500"/>
          </a:xfrm>
        </p:grpSpPr>
        <p:pic>
          <p:nvPicPr>
            <p:cNvPr id="52" name="图片 51" descr="\documentclass{article}&#10;\usepackage{amsmath}&#10;\pagestyle{empty}&#10;\begin{document}&#10;&#10;$\mapsto$&#10;&#10;&#10;\end{document}" title="IguanaTex Bitmap Display">
              <a:extLst>
                <a:ext uri="{FF2B5EF4-FFF2-40B4-BE49-F238E27FC236}">
                  <a16:creationId xmlns:a16="http://schemas.microsoft.com/office/drawing/2014/main" id="{739048AF-64F2-F79D-82B6-272C8C9E2175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1410" y="1614117"/>
              <a:ext cx="971570" cy="257500"/>
            </a:xfrm>
            <a:prstGeom prst="rect">
              <a:avLst/>
            </a:prstGeom>
          </p:spPr>
        </p:pic>
        <p:pic>
          <p:nvPicPr>
            <p:cNvPr id="53" name="图片 52" descr="\documentclass{article}&#10;\usepackage{amsmath}&#10;\pagestyle{empty}&#10;\begin{document}&#10;&#10;$A^{-1}$&#10;&#10;&#10;\end{document}" title="IguanaTex Bitmap Display">
              <a:extLst>
                <a:ext uri="{FF2B5EF4-FFF2-40B4-BE49-F238E27FC236}">
                  <a16:creationId xmlns:a16="http://schemas.microsoft.com/office/drawing/2014/main" id="{53A1F7E0-FE6A-A5F6-2B04-0279827F4992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8001" y="1362117"/>
              <a:ext cx="563203" cy="277550"/>
            </a:xfrm>
            <a:prstGeom prst="rect">
              <a:avLst/>
            </a:prstGeom>
          </p:spPr>
        </p:pic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9D5D856E-A4A8-556F-25DA-B0CE3BAE7025}"/>
              </a:ext>
            </a:extLst>
          </p:cNvPr>
          <p:cNvGrpSpPr/>
          <p:nvPr/>
        </p:nvGrpSpPr>
        <p:grpSpPr>
          <a:xfrm>
            <a:off x="3607485" y="1505382"/>
            <a:ext cx="971570" cy="509500"/>
            <a:chOff x="5943782" y="6570580"/>
            <a:chExt cx="1096165" cy="574839"/>
          </a:xfrm>
        </p:grpSpPr>
        <p:pic>
          <p:nvPicPr>
            <p:cNvPr id="55" name="图片 54" descr="\documentclass{article}&#10;\usepackage{amsmath}&#10;\pagestyle{empty}&#10;\begin{document}&#10;&#10;$\mapsto$&#10;&#10;&#10;\end{document}" title="IguanaTex Bitmap Display">
              <a:extLst>
                <a:ext uri="{FF2B5EF4-FFF2-40B4-BE49-F238E27FC236}">
                  <a16:creationId xmlns:a16="http://schemas.microsoft.com/office/drawing/2014/main" id="{9CC992EB-F566-EE1F-5C88-D0ACA000F2A4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43782" y="6854897"/>
              <a:ext cx="1096165" cy="290522"/>
            </a:xfrm>
            <a:prstGeom prst="rect">
              <a:avLst/>
            </a:prstGeom>
          </p:spPr>
        </p:pic>
        <p:pic>
          <p:nvPicPr>
            <p:cNvPr id="56" name="图片 55" descr="\documentclass{article}&#10;\usepackage{amsmath}&#10;\pagestyle{empty}&#10;\begin{document}&#10;&#10;$A$&#10;&#10;&#10;\end{document}" title="IguanaTex Bitmap Display">
              <a:extLst>
                <a:ext uri="{FF2B5EF4-FFF2-40B4-BE49-F238E27FC236}">
                  <a16:creationId xmlns:a16="http://schemas.microsoft.com/office/drawing/2014/main" id="{16A48DB0-3E72-9BF9-FC82-88F8CEF64879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44877" y="6570580"/>
              <a:ext cx="262857" cy="272000"/>
            </a:xfrm>
            <a:prstGeom prst="rect">
              <a:avLst/>
            </a:prstGeom>
          </p:spPr>
        </p:pic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7D77E05D-3060-483F-8C13-53C69BE84490}"/>
              </a:ext>
            </a:extLst>
          </p:cNvPr>
          <p:cNvGrpSpPr/>
          <p:nvPr/>
        </p:nvGrpSpPr>
        <p:grpSpPr>
          <a:xfrm>
            <a:off x="8763109" y="609510"/>
            <a:ext cx="2492294" cy="2569628"/>
            <a:chOff x="350494" y="2892206"/>
            <a:chExt cx="2811908" cy="2899159"/>
          </a:xfrm>
        </p:grpSpPr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1E056DF3-A81F-F4F5-9ABB-33B8BAF1AD86}"/>
                </a:ext>
              </a:extLst>
            </p:cNvPr>
            <p:cNvCxnSpPr>
              <a:cxnSpLocks/>
            </p:cNvCxnSpPr>
            <p:nvPr/>
          </p:nvCxnSpPr>
          <p:spPr>
            <a:xfrm>
              <a:off x="350494" y="5189894"/>
              <a:ext cx="2688609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200A1588-098D-C319-B401-4FE487213D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955" y="2974540"/>
              <a:ext cx="0" cy="2816825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0" name="图片 59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6FF7A18A-732C-86D9-FF0F-9EE066F4F44A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183" y="5293299"/>
              <a:ext cx="193188" cy="203267"/>
            </a:xfrm>
            <a:prstGeom prst="rect">
              <a:avLst/>
            </a:prstGeom>
          </p:spPr>
        </p:pic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A32F256A-DE61-945B-0C93-54449375A342}"/>
                </a:ext>
              </a:extLst>
            </p:cNvPr>
            <p:cNvSpPr/>
            <p:nvPr/>
          </p:nvSpPr>
          <p:spPr>
            <a:xfrm>
              <a:off x="879213" y="3454238"/>
              <a:ext cx="1622924" cy="1731550"/>
            </a:xfrm>
            <a:prstGeom prst="rect">
              <a:avLst/>
            </a:prstGeom>
            <a:solidFill>
              <a:srgbClr val="00B0F0">
                <a:alpha val="25000"/>
              </a:srgbClr>
            </a:solidFill>
            <a:ln w="44450">
              <a:solidFill>
                <a:srgbClr val="00B0F0">
                  <a:alpha val="25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E3C351EA-66D2-ACD0-5BEE-E8CC8E24147E}"/>
                </a:ext>
              </a:extLst>
            </p:cNvPr>
            <p:cNvCxnSpPr/>
            <p:nvPr/>
          </p:nvCxnSpPr>
          <p:spPr>
            <a:xfrm>
              <a:off x="879210" y="5188114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9A114359-A082-3EDA-70D9-BE290DE9FA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203" y="3427415"/>
              <a:ext cx="0" cy="1770885"/>
            </a:xfrm>
            <a:prstGeom prst="straightConnector1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CB29D77F-156F-651E-A045-3D4219FE5756}"/>
                </a:ext>
              </a:extLst>
            </p:cNvPr>
            <p:cNvCxnSpPr>
              <a:cxnSpLocks/>
            </p:cNvCxnSpPr>
            <p:nvPr/>
          </p:nvCxnSpPr>
          <p:spPr>
            <a:xfrm>
              <a:off x="863993" y="5188107"/>
              <a:ext cx="1638165" cy="0"/>
            </a:xfrm>
            <a:prstGeom prst="straightConnector1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34AB637B-A7AE-4A70-49FF-4C0C5800F880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518578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AAB3FF4D-D23C-E3FA-644B-9E164DBE169F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471189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B2AF5BB0-D14A-D8EC-2E54-3DECD2A5AD1D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940844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38E36951-B585-3C8C-87F5-E078BEF2D1D1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695903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ABDB8F24-85FD-D261-C778-0D9F6F6FEC01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45095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682F98C9-4BE8-1840-37DE-B7E8B82AA2E2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206015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F390362-5679-3A6A-E9CF-86B6653DDA9D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961073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77D9D0F8-98C5-2E59-7D80-965C44A9DFA8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716131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1D3A2B4C-51F6-F867-05E5-BA2BC5F7D3F9}"/>
                </a:ext>
              </a:extLst>
            </p:cNvPr>
            <p:cNvSpPr/>
            <p:nvPr/>
          </p:nvSpPr>
          <p:spPr>
            <a:xfrm>
              <a:off x="2019385" y="3785069"/>
              <a:ext cx="156770" cy="15677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pic>
          <p:nvPicPr>
            <p:cNvPr id="74" name="图片 73" descr="\documentclass{article}&#10;\usepackage{amsmath}&#10;\pagestyle{empty}&#10;\begin{document}&#10;&#10;$(x_1,x_2)$&#10;&#10;&#10;\end{document}" title="IguanaTex Bitmap Display">
              <a:extLst>
                <a:ext uri="{FF2B5EF4-FFF2-40B4-BE49-F238E27FC236}">
                  <a16:creationId xmlns:a16="http://schemas.microsoft.com/office/drawing/2014/main" id="{C2AF813D-00BF-3462-DF26-FCB181C6A5B7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4559" y="3691352"/>
              <a:ext cx="855064" cy="280541"/>
            </a:xfrm>
            <a:prstGeom prst="rect">
              <a:avLst/>
            </a:prstGeom>
          </p:spPr>
        </p:pic>
        <p:pic>
          <p:nvPicPr>
            <p:cNvPr id="75" name="图片 74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C8DA6F69-04CD-67EF-6BF6-1F1887469F96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7138" y="5331916"/>
              <a:ext cx="245264" cy="164632"/>
            </a:xfrm>
            <a:prstGeom prst="rect">
              <a:avLst/>
            </a:prstGeom>
          </p:spPr>
        </p:pic>
        <p:pic>
          <p:nvPicPr>
            <p:cNvPr id="76" name="图片 75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BFA9D6CF-4BDD-55CC-8D17-49952F647A35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9795" y="2892206"/>
              <a:ext cx="251987" cy="164632"/>
            </a:xfrm>
            <a:prstGeom prst="rect">
              <a:avLst/>
            </a:prstGeom>
          </p:spPr>
        </p:pic>
      </p:grpSp>
      <p:pic>
        <p:nvPicPr>
          <p:cNvPr id="78" name="图片 77">
            <a:extLst>
              <a:ext uri="{FF2B5EF4-FFF2-40B4-BE49-F238E27FC236}">
                <a16:creationId xmlns:a16="http://schemas.microsoft.com/office/drawing/2014/main" id="{CA256806-263D-0B66-FB43-A9DD2D7CFB3D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36935" y="3355137"/>
            <a:ext cx="10718129" cy="1759693"/>
          </a:xfrm>
          <a:prstGeom prst="rect">
            <a:avLst/>
          </a:prstGeom>
        </p:spPr>
      </p:pic>
      <p:pic>
        <p:nvPicPr>
          <p:cNvPr id="83" name="图片 82" descr="\documentclass{article}&#10;\usepackage{amsmath}&#10;\usepackage{bm}&#10;\pagestyle{empty}&#10;\begin{document}&#10;&#10;\begin{align}&#10;AA^{-1} = E_2 =&#10;\begin{pmatrix}&#10;1 &amp; 0 \\[4pt]&#10;0 &amp; 1&#10;\end{pmatrix}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75FD81A7-8F31-BD84-3D2D-0F7D282BB7F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876" y="5358775"/>
            <a:ext cx="3600028" cy="1108052"/>
          </a:xfrm>
          <a:prstGeom prst="rect">
            <a:avLst/>
          </a:prstGeom>
        </p:spPr>
      </p:pic>
      <p:sp>
        <p:nvSpPr>
          <p:cNvPr id="84" name="文本框 5">
            <a:extLst>
              <a:ext uri="{FF2B5EF4-FFF2-40B4-BE49-F238E27FC236}">
                <a16:creationId xmlns:a16="http://schemas.microsoft.com/office/drawing/2014/main" id="{BBA6A914-D8B1-891D-D6D8-5CC5140DA862}"/>
              </a:ext>
            </a:extLst>
          </p:cNvPr>
          <p:cNvSpPr txBox="1"/>
          <p:nvPr/>
        </p:nvSpPr>
        <p:spPr>
          <a:xfrm>
            <a:off x="5451511" y="5457114"/>
            <a:ext cx="6623195" cy="698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一个矩阵与其逆矩阵的乘积是单位矩阵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8385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6F51A-DA65-2F29-5C69-44CD39F4A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1DDED8C-2DBF-428E-484A-244740325D4F}"/>
              </a:ext>
            </a:extLst>
          </p:cNvPr>
          <p:cNvSpPr txBox="1"/>
          <p:nvPr/>
        </p:nvSpPr>
        <p:spPr>
          <a:xfrm>
            <a:off x="468197" y="323898"/>
            <a:ext cx="6771847" cy="1436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矩阵可以看成行向量组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列向量组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矩阵就是线性映射，线性映射就是矩阵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CAB1686-B646-46A6-2B54-5F7793A97281}"/>
              </a:ext>
            </a:extLst>
          </p:cNvPr>
          <p:cNvSpPr txBox="1"/>
          <p:nvPr/>
        </p:nvSpPr>
        <p:spPr>
          <a:xfrm>
            <a:off x="468197" y="2480463"/>
            <a:ext cx="4078752" cy="698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线性映射 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向量组？</a:t>
            </a:r>
          </a:p>
        </p:txBody>
      </p:sp>
    </p:spTree>
    <p:extLst>
      <p:ext uri="{BB962C8B-B14F-4D97-AF65-F5344CB8AC3E}">
        <p14:creationId xmlns:p14="http://schemas.microsoft.com/office/powerpoint/2010/main" val="5293576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55790-0C74-BF91-27FE-E0F6AFC55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29006C9-EC1D-FA7F-D754-6125C2DF9F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5" t="-13652" r="-785" b="13652"/>
          <a:stretch>
            <a:fillRect/>
          </a:stretch>
        </p:blipFill>
        <p:spPr>
          <a:xfrm>
            <a:off x="1733448" y="-765772"/>
            <a:ext cx="8725104" cy="5855932"/>
          </a:xfrm>
          <a:prstGeom prst="rect">
            <a:avLst/>
          </a:prstGeom>
        </p:spPr>
      </p:pic>
      <p:sp>
        <p:nvSpPr>
          <p:cNvPr id="3" name="文本框 5">
            <a:extLst>
              <a:ext uri="{FF2B5EF4-FFF2-40B4-BE49-F238E27FC236}">
                <a16:creationId xmlns:a16="http://schemas.microsoft.com/office/drawing/2014/main" id="{9FF0C2AE-C77C-C19D-7512-12ADE4C76059}"/>
              </a:ext>
            </a:extLst>
          </p:cNvPr>
          <p:cNvSpPr txBox="1"/>
          <p:nvPr/>
        </p:nvSpPr>
        <p:spPr>
          <a:xfrm>
            <a:off x="1260511" y="5349240"/>
            <a:ext cx="9956129" cy="1113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一个矩阵的列向量组就是标准正交基在线性映射下的像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标准正交基在线性变换下的像可以唯一确定一个线性映射（矩阵）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1902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A124B-3CA5-5FA3-92E7-A4D4FD8B7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5">
            <a:extLst>
              <a:ext uri="{FF2B5EF4-FFF2-40B4-BE49-F238E27FC236}">
                <a16:creationId xmlns:a16="http://schemas.microsoft.com/office/drawing/2014/main" id="{1AE12461-F340-1760-42DA-2A0B6B56AD54}"/>
              </a:ext>
            </a:extLst>
          </p:cNvPr>
          <p:cNvSpPr txBox="1"/>
          <p:nvPr/>
        </p:nvSpPr>
        <p:spPr>
          <a:xfrm>
            <a:off x="788071" y="473245"/>
            <a:ext cx="9956129" cy="554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总结：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线性代数研究“平直均匀”的运动和变换，即线性映射（线性变换），非线性映射通过局部化和近似化变成线性映射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线性映射（变换）就是线性方程组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矩阵就是线性映射，线性映射就是矩阵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一个矩阵的列向量组就是标准正交基在线性映射下的像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线性映射（变换），矩阵，向量组中的性质可以“相互”翻译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线性方程组中的结论也是在研究这些东西的性质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734894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AFE11-FACE-149C-0B2F-2AA447256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C9731C2-BDC4-B6D2-C60A-DB5ABC03F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61" y="1272907"/>
            <a:ext cx="10412278" cy="5249008"/>
          </a:xfrm>
          <a:prstGeom prst="rect">
            <a:avLst/>
          </a:prstGeom>
        </p:spPr>
      </p:pic>
      <p:sp>
        <p:nvSpPr>
          <p:cNvPr id="5" name="文本框 5">
            <a:extLst>
              <a:ext uri="{FF2B5EF4-FFF2-40B4-BE49-F238E27FC236}">
                <a16:creationId xmlns:a16="http://schemas.microsoft.com/office/drawing/2014/main" id="{12795A18-7DFC-DECA-076E-027B1EC190BF}"/>
              </a:ext>
            </a:extLst>
          </p:cNvPr>
          <p:cNvSpPr txBox="1"/>
          <p:nvPr/>
        </p:nvSpPr>
        <p:spPr>
          <a:xfrm>
            <a:off x="198120" y="-58472"/>
            <a:ext cx="2173905" cy="1063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48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Part  II</a:t>
            </a:r>
          </a:p>
        </p:txBody>
      </p:sp>
      <p:sp>
        <p:nvSpPr>
          <p:cNvPr id="10" name="文本框 5">
            <a:extLst>
              <a:ext uri="{FF2B5EF4-FFF2-40B4-BE49-F238E27FC236}">
                <a16:creationId xmlns:a16="http://schemas.microsoft.com/office/drawing/2014/main" id="{7C4C5C4C-C2BF-1842-E431-B4939540B659}"/>
              </a:ext>
            </a:extLst>
          </p:cNvPr>
          <p:cNvSpPr txBox="1"/>
          <p:nvPr/>
        </p:nvSpPr>
        <p:spPr>
          <a:xfrm>
            <a:off x="1011781" y="5456725"/>
            <a:ext cx="4408769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是向量旋转还是坐标系旋转？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41A1297-9220-20CD-3EC5-12DCE1DE8D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2470" y="5315844"/>
            <a:ext cx="1737119" cy="76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6262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1E76B-9E8F-C2E1-2110-1F0557185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03368C5-3FEC-FB66-8780-490976523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059" y="100208"/>
            <a:ext cx="8945084" cy="450937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8E9EBFFE-8560-78CF-AFC7-FEBAA79FD0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891" y="4495886"/>
            <a:ext cx="10597020" cy="1973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506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4398E-72C5-8C9D-E89A-DE75890F5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E8A6DDD-E72A-9A91-6E2D-2CD43CDC2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77" y="132411"/>
            <a:ext cx="10183646" cy="672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5346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239AE-5E72-B260-2961-1AC350445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CBC4FDA-FAFF-7D4F-FBAC-16DB66167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150" y="285311"/>
            <a:ext cx="10021699" cy="628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5615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D943D-B418-9AFA-435C-8693FC9CD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4D1CF93-5DEA-7C9A-E469-846D70B7C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940" y="100208"/>
            <a:ext cx="90461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2663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6AABA-7A49-A175-E11A-4ECDE57C1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>
            <a:extLst>
              <a:ext uri="{FF2B5EF4-FFF2-40B4-BE49-F238E27FC236}">
                <a16:creationId xmlns:a16="http://schemas.microsoft.com/office/drawing/2014/main" id="{9FE5B868-2B83-6251-D5FE-C07DDEA98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50" y="140434"/>
            <a:ext cx="10383699" cy="5048955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28D74C96-D980-80D4-0F4E-12D190246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5263" y="5054537"/>
            <a:ext cx="9250066" cy="1543265"/>
          </a:xfrm>
          <a:prstGeom prst="rect">
            <a:avLst/>
          </a:prstGeom>
        </p:spPr>
      </p:pic>
      <p:sp>
        <p:nvSpPr>
          <p:cNvPr id="35" name="文本框 5">
            <a:extLst>
              <a:ext uri="{FF2B5EF4-FFF2-40B4-BE49-F238E27FC236}">
                <a16:creationId xmlns:a16="http://schemas.microsoft.com/office/drawing/2014/main" id="{0446DF32-0D09-5BFC-E37A-507AE69697AC}"/>
              </a:ext>
            </a:extLst>
          </p:cNvPr>
          <p:cNvSpPr txBox="1"/>
          <p:nvPr/>
        </p:nvSpPr>
        <p:spPr>
          <a:xfrm>
            <a:off x="523145" y="5483656"/>
            <a:ext cx="2117967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洛伦兹变换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52829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B48A7-72DE-FF1F-E59B-D456F56C9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439DFCC-B986-19B2-CBBC-34F5B0957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267" y="561738"/>
            <a:ext cx="4559086" cy="422251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92D2843-CA38-9AAC-439E-F6C70FB81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884" y="5013356"/>
            <a:ext cx="2204420" cy="981474"/>
          </a:xfrm>
          <a:prstGeom prst="rect">
            <a:avLst/>
          </a:prstGeom>
        </p:spPr>
      </p:pic>
      <p:sp>
        <p:nvSpPr>
          <p:cNvPr id="5" name="文本框 5">
            <a:extLst>
              <a:ext uri="{FF2B5EF4-FFF2-40B4-BE49-F238E27FC236}">
                <a16:creationId xmlns:a16="http://schemas.microsoft.com/office/drawing/2014/main" id="{681513DD-34B9-A4D9-D0C1-1130B9A61237}"/>
              </a:ext>
            </a:extLst>
          </p:cNvPr>
          <p:cNvSpPr txBox="1"/>
          <p:nvPr/>
        </p:nvSpPr>
        <p:spPr>
          <a:xfrm>
            <a:off x="5477660" y="633747"/>
            <a:ext cx="6459643" cy="5361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线性映射观点：线性变换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不可逆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矩阵观点：矩阵（方阵）不可逆；矩阵满秩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向量组观点：矩阵的列向量组线性无关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线性方程组观点：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元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次线性方程组无解或有无穷多解；简化行阶梯矩阵有零行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spcAft>
                <a:spcPts val="1200"/>
              </a:spcAft>
            </a:pP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行列式观点：行列式为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向量空间观点：列向量组不构成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</a:rPr>
              <a:t>R^n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的一组基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810008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08633-3CA2-97E8-4CF1-A36ED8C61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5">
            <a:extLst>
              <a:ext uri="{FF2B5EF4-FFF2-40B4-BE49-F238E27FC236}">
                <a16:creationId xmlns:a16="http://schemas.microsoft.com/office/drawing/2014/main" id="{0355F96A-CC58-A1FC-7DA6-0118CFCE750E}"/>
              </a:ext>
            </a:extLst>
          </p:cNvPr>
          <p:cNvSpPr txBox="1"/>
          <p:nvPr/>
        </p:nvSpPr>
        <p:spPr>
          <a:xfrm>
            <a:off x="788071" y="698713"/>
            <a:ext cx="9956129" cy="3883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总结：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主动观点与被动观点在数学上没有区别，但是在实际问题中可能代表不同的认识角度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许多线性代数中的定理只是对象的转化（线性映射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矩阵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向量组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线性方程组）和视角的转化（主动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被动），需要掌握的是“翻译”方法而不是形式化推导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17914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9EB49-1D34-4A21-8A62-FA2AABF0F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5">
            <a:extLst>
              <a:ext uri="{FF2B5EF4-FFF2-40B4-BE49-F238E27FC236}">
                <a16:creationId xmlns:a16="http://schemas.microsoft.com/office/drawing/2014/main" id="{0C1DBFB1-17F5-453D-D4E2-CE20D1A268C2}"/>
              </a:ext>
            </a:extLst>
          </p:cNvPr>
          <p:cNvSpPr txBox="1"/>
          <p:nvPr/>
        </p:nvSpPr>
        <p:spPr>
          <a:xfrm>
            <a:off x="1117935" y="2485803"/>
            <a:ext cx="9956129" cy="1063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48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第二章  行列式</a:t>
            </a:r>
            <a:endParaRPr lang="en-US" altLang="zh-CN" sz="48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69459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01AB6-B411-F707-2A80-787B2F928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图片 204">
            <a:extLst>
              <a:ext uri="{FF2B5EF4-FFF2-40B4-BE49-F238E27FC236}">
                <a16:creationId xmlns:a16="http://schemas.microsoft.com/office/drawing/2014/main" id="{5742D614-DD67-7A93-2697-0EB73747D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749" y="281835"/>
            <a:ext cx="8438501" cy="6294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2937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0F644-FE68-0B0F-B57F-A5EBF0AA1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2F803B9F-D36A-EA35-7D52-D754C5716B5B}"/>
              </a:ext>
            </a:extLst>
          </p:cNvPr>
          <p:cNvCxnSpPr>
            <a:cxnSpLocks/>
          </p:cNvCxnSpPr>
          <p:nvPr/>
        </p:nvCxnSpPr>
        <p:spPr>
          <a:xfrm flipV="1">
            <a:off x="7413928" y="4185444"/>
            <a:ext cx="412748" cy="412748"/>
          </a:xfrm>
          <a:prstGeom prst="straightConnector1">
            <a:avLst/>
          </a:prstGeom>
          <a:ln w="444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C93434F9-2111-131B-826A-AE08D7B0372B}"/>
              </a:ext>
            </a:extLst>
          </p:cNvPr>
          <p:cNvSpPr/>
          <p:nvPr/>
        </p:nvSpPr>
        <p:spPr>
          <a:xfrm rot="9651172">
            <a:off x="3724141" y="2961633"/>
            <a:ext cx="1530880" cy="1000422"/>
          </a:xfrm>
          <a:prstGeom prst="parallelogram">
            <a:avLst>
              <a:gd name="adj" fmla="val 12082"/>
            </a:avLst>
          </a:prstGeom>
          <a:solidFill>
            <a:srgbClr val="0070C0">
              <a:alpha val="25000"/>
            </a:srgbClr>
          </a:solidFill>
          <a:ln w="44450">
            <a:solidFill>
              <a:srgbClr val="0070C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C6C60BBF-B893-AD1A-3889-F174C92D8478}"/>
              </a:ext>
            </a:extLst>
          </p:cNvPr>
          <p:cNvCxnSpPr>
            <a:cxnSpLocks/>
          </p:cNvCxnSpPr>
          <p:nvPr/>
        </p:nvCxnSpPr>
        <p:spPr>
          <a:xfrm>
            <a:off x="3387022" y="4179062"/>
            <a:ext cx="2688609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CA6D455C-A7CD-A986-2BCF-93845DB3839E}"/>
              </a:ext>
            </a:extLst>
          </p:cNvPr>
          <p:cNvCxnSpPr>
            <a:cxnSpLocks/>
          </p:cNvCxnSpPr>
          <p:nvPr/>
        </p:nvCxnSpPr>
        <p:spPr>
          <a:xfrm flipV="1">
            <a:off x="3916481" y="1963704"/>
            <a:ext cx="0" cy="2816825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90C74394-52D8-9B78-2385-114FD828978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5709" y="4282470"/>
            <a:ext cx="193188" cy="203267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D30FB7E4-E8FA-B81C-50B1-2616771F439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666" y="4321087"/>
            <a:ext cx="245264" cy="164632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74BD33DA-AE08-CC16-BAC4-4487EDD67D3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6322" y="1839457"/>
            <a:ext cx="251987" cy="164632"/>
          </a:xfrm>
          <a:prstGeom prst="rect">
            <a:avLst/>
          </a:prstGeom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93326D33-57F6-A26B-A1E3-7A1C850CF2BA}"/>
              </a:ext>
            </a:extLst>
          </p:cNvPr>
          <p:cNvCxnSpPr>
            <a:cxnSpLocks/>
          </p:cNvCxnSpPr>
          <p:nvPr/>
        </p:nvCxnSpPr>
        <p:spPr>
          <a:xfrm flipV="1">
            <a:off x="3902402" y="3718560"/>
            <a:ext cx="1402187" cy="454051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E4759E66-2119-C275-47F3-AE4E095FDDF6}"/>
              </a:ext>
            </a:extLst>
          </p:cNvPr>
          <p:cNvCxnSpPr>
            <a:cxnSpLocks/>
          </p:cNvCxnSpPr>
          <p:nvPr/>
        </p:nvCxnSpPr>
        <p:spPr>
          <a:xfrm flipH="1" flipV="1">
            <a:off x="3688721" y="3175555"/>
            <a:ext cx="235365" cy="1003507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 descr="\documentclass{article}&#10;\usepackage{amsmath}&#10;\usepackage{bm}&#10;\pagestyle{empty}&#10;\begin{document}&#10;&#10;\begin{align}&#10;\bm{\bet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D309456F-5D8C-58FE-5D66-217A5E176EC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757" y="3825253"/>
            <a:ext cx="273822" cy="248623"/>
          </a:xfrm>
          <a:prstGeom prst="rect">
            <a:avLst/>
          </a:prstGeom>
        </p:spPr>
      </p:pic>
      <p:pic>
        <p:nvPicPr>
          <p:cNvPr id="12" name="图片 11" descr="\documentclass{article}&#10;\usepackage{amsmath}&#10;\usepackage{bm}&#10;\pagestyle{empty}&#10;\begin{document}&#10;&#10;\begin{align}&#10;\bm{\bet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CED0FC1B-E4AD-F47B-29ED-FC5A45C6200B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8734" y="2926932"/>
            <a:ext cx="280542" cy="248623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03BD4CDA-C646-C5F5-D2FA-E38D1A842554}"/>
              </a:ext>
            </a:extLst>
          </p:cNvPr>
          <p:cNvCxnSpPr>
            <a:cxnSpLocks/>
          </p:cNvCxnSpPr>
          <p:nvPr/>
        </p:nvCxnSpPr>
        <p:spPr>
          <a:xfrm>
            <a:off x="481291" y="4168426"/>
            <a:ext cx="2193329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F393014C-3670-14D2-7712-FDB5B0286F12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103" y="4310451"/>
            <a:ext cx="245264" cy="164632"/>
          </a:xfrm>
          <a:prstGeom prst="rect">
            <a:avLst/>
          </a:prstGeom>
        </p:spPr>
      </p:pic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145274C3-D567-F93A-0229-0B4D84791D22}"/>
              </a:ext>
            </a:extLst>
          </p:cNvPr>
          <p:cNvCxnSpPr>
            <a:cxnSpLocks/>
          </p:cNvCxnSpPr>
          <p:nvPr/>
        </p:nvCxnSpPr>
        <p:spPr>
          <a:xfrm>
            <a:off x="999721" y="4168426"/>
            <a:ext cx="1196115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1E362DBB-7B28-9D12-742C-69710741F30E}"/>
              </a:ext>
            </a:extLst>
          </p:cNvPr>
          <p:cNvSpPr/>
          <p:nvPr/>
        </p:nvSpPr>
        <p:spPr>
          <a:xfrm>
            <a:off x="931142" y="4099847"/>
            <a:ext cx="137158" cy="13715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203F0918-A0B4-3FE8-7978-6E062A3D94E2}"/>
              </a:ext>
            </a:extLst>
          </p:cNvPr>
          <p:cNvCxnSpPr>
            <a:cxnSpLocks/>
          </p:cNvCxnSpPr>
          <p:nvPr/>
        </p:nvCxnSpPr>
        <p:spPr>
          <a:xfrm>
            <a:off x="6738294" y="4187223"/>
            <a:ext cx="3244484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E9CFC5B-69DE-B217-B967-35B65CBCD309}"/>
              </a:ext>
            </a:extLst>
          </p:cNvPr>
          <p:cNvCxnSpPr>
            <a:cxnSpLocks/>
          </p:cNvCxnSpPr>
          <p:nvPr/>
        </p:nvCxnSpPr>
        <p:spPr>
          <a:xfrm flipV="1">
            <a:off x="7823628" y="1971865"/>
            <a:ext cx="0" cy="815118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85ACA68F-EF29-1264-34B6-3541EB2D0CF5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0935" y="4321087"/>
            <a:ext cx="193188" cy="203267"/>
          </a:xfrm>
          <a:prstGeom prst="rect">
            <a:avLst/>
          </a:prstGeom>
        </p:spPr>
      </p:pic>
      <p:pic>
        <p:nvPicPr>
          <p:cNvPr id="20" name="图片 19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35E8DEC2-8B14-3301-6C35-296FB8E68BE7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0813" y="4329248"/>
            <a:ext cx="245264" cy="164632"/>
          </a:xfrm>
          <a:prstGeom prst="rect">
            <a:avLst/>
          </a:prstGeom>
        </p:spPr>
      </p:pic>
      <p:pic>
        <p:nvPicPr>
          <p:cNvPr id="21" name="图片 20" descr="\documentclass{article}&#10;\usepackage{amsmath}&#10;\pagestyle{empty}&#10;\begin{document}&#10;&#10;$x_3$&#10;&#10;&#10;\end{document}" title="IguanaTex Bitmap Display">
            <a:extLst>
              <a:ext uri="{FF2B5EF4-FFF2-40B4-BE49-F238E27FC236}">
                <a16:creationId xmlns:a16="http://schemas.microsoft.com/office/drawing/2014/main" id="{7B2B5448-1D3D-6944-31A0-D2349559AB52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3469" y="1847618"/>
            <a:ext cx="253667" cy="167992"/>
          </a:xfrm>
          <a:prstGeom prst="rect">
            <a:avLst/>
          </a:prstGeom>
        </p:spPr>
      </p:pic>
      <p:pic>
        <p:nvPicPr>
          <p:cNvPr id="22" name="图片 21" descr="\documentclass{article}&#10;\usepackage{amsmath}&#10;\usepackage{bm}&#10;\pagestyle{empty}&#10;\begin{document}&#10;&#10;\begin{align}&#10;\bm{\bet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5BEA6B87-86D0-2A61-9932-F41B20EBD539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0155" y="4329248"/>
            <a:ext cx="273822" cy="248623"/>
          </a:xfrm>
          <a:prstGeom prst="rect">
            <a:avLst/>
          </a:prstGeom>
        </p:spPr>
      </p:pic>
      <p:pic>
        <p:nvPicPr>
          <p:cNvPr id="23" name="图片 22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ABA241D8-4DFB-7377-24E9-18BF27FD841A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9619" y="2704667"/>
            <a:ext cx="251987" cy="164632"/>
          </a:xfrm>
          <a:prstGeom prst="rect">
            <a:avLst/>
          </a:prstGeom>
        </p:spPr>
      </p:pic>
      <p:grpSp>
        <p:nvGrpSpPr>
          <p:cNvPr id="24" name="组合 23">
            <a:extLst>
              <a:ext uri="{FF2B5EF4-FFF2-40B4-BE49-F238E27FC236}">
                <a16:creationId xmlns:a16="http://schemas.microsoft.com/office/drawing/2014/main" id="{0058E40D-35FC-A2EB-F0B9-EDA8A041DC05}"/>
              </a:ext>
            </a:extLst>
          </p:cNvPr>
          <p:cNvGrpSpPr/>
          <p:nvPr/>
        </p:nvGrpSpPr>
        <p:grpSpPr>
          <a:xfrm>
            <a:off x="6816647" y="2537817"/>
            <a:ext cx="2457279" cy="1696588"/>
            <a:chOff x="7023477" y="1394993"/>
            <a:chExt cx="2457279" cy="1696588"/>
          </a:xfrm>
        </p:grpSpPr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03D435FC-6C89-75A7-0CAE-ED7018CBDA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937983" flipH="1">
              <a:off x="7023477" y="1394993"/>
              <a:ext cx="2457279" cy="1696588"/>
            </a:xfrm>
            <a:prstGeom prst="rect">
              <a:avLst/>
            </a:prstGeom>
            <a:ln>
              <a:noFill/>
            </a:ln>
          </p:spPr>
        </p:pic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5ACA3587-C633-E597-6F05-45DC40ED0E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41719" y="2856217"/>
              <a:ext cx="1300401" cy="199639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167A2081-4617-0D72-0A38-31BA8A77D16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07211" y="2747010"/>
              <a:ext cx="549949" cy="318436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5FC8793D-33C5-5A71-C193-62CF9113777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07332" y="1918156"/>
              <a:ext cx="334388" cy="1139528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59E01FB8-7C6B-C10F-C5C8-894999B0C9AB}"/>
              </a:ext>
            </a:extLst>
          </p:cNvPr>
          <p:cNvCxnSpPr>
            <a:cxnSpLocks/>
          </p:cNvCxnSpPr>
          <p:nvPr/>
        </p:nvCxnSpPr>
        <p:spPr>
          <a:xfrm flipV="1">
            <a:off x="7333516" y="2965632"/>
            <a:ext cx="1719245" cy="1719242"/>
          </a:xfrm>
          <a:prstGeom prst="straightConnector1">
            <a:avLst/>
          </a:prstGeom>
          <a:ln w="4445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D9A1E2AF-5476-DA76-B51F-BA3AD5AD9825}"/>
              </a:ext>
            </a:extLst>
          </p:cNvPr>
          <p:cNvCxnSpPr>
            <a:cxnSpLocks/>
          </p:cNvCxnSpPr>
          <p:nvPr/>
        </p:nvCxnSpPr>
        <p:spPr>
          <a:xfrm flipV="1">
            <a:off x="8874190" y="2659571"/>
            <a:ext cx="478361" cy="478362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18382C81-15ED-C988-1198-524AFA0E15CA}"/>
              </a:ext>
            </a:extLst>
          </p:cNvPr>
          <p:cNvCxnSpPr>
            <a:cxnSpLocks/>
          </p:cNvCxnSpPr>
          <p:nvPr/>
        </p:nvCxnSpPr>
        <p:spPr>
          <a:xfrm flipV="1">
            <a:off x="7823628" y="4168426"/>
            <a:ext cx="0" cy="806120"/>
          </a:xfrm>
          <a:prstGeom prst="straightConnector1">
            <a:avLst/>
          </a:prstGeom>
          <a:ln w="444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45E2F815-1E77-DD7E-1004-70D5216E863F}"/>
              </a:ext>
            </a:extLst>
          </p:cNvPr>
          <p:cNvCxnSpPr>
            <a:cxnSpLocks/>
          </p:cNvCxnSpPr>
          <p:nvPr/>
        </p:nvCxnSpPr>
        <p:spPr>
          <a:xfrm flipV="1">
            <a:off x="7824723" y="2109216"/>
            <a:ext cx="0" cy="2239429"/>
          </a:xfrm>
          <a:prstGeom prst="straightConnector1">
            <a:avLst/>
          </a:prstGeom>
          <a:ln w="4445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E2D0850E-7E0A-57B8-B49A-F03273DCDC6D}"/>
              </a:ext>
            </a:extLst>
          </p:cNvPr>
          <p:cNvSpPr txBox="1"/>
          <p:nvPr/>
        </p:nvSpPr>
        <p:spPr>
          <a:xfrm>
            <a:off x="10443542" y="2403821"/>
            <a:ext cx="20726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dirty="0"/>
              <a:t>……</a:t>
            </a:r>
            <a:endParaRPr lang="zh-CN" altLang="en-US" sz="8000" dirty="0"/>
          </a:p>
        </p:txBody>
      </p:sp>
    </p:spTree>
    <p:extLst>
      <p:ext uri="{BB962C8B-B14F-4D97-AF65-F5344CB8AC3E}">
        <p14:creationId xmlns:p14="http://schemas.microsoft.com/office/powerpoint/2010/main" val="26009185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70F06-71F7-ADE0-2DC0-3B4F647BA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图片 112">
            <a:extLst>
              <a:ext uri="{FF2B5EF4-FFF2-40B4-BE49-F238E27FC236}">
                <a16:creationId xmlns:a16="http://schemas.microsoft.com/office/drawing/2014/main" id="{6C937619-5DB5-D85D-92EF-8680C46A2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466" y="350382"/>
            <a:ext cx="10753068" cy="6157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8715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0B231-1A2A-FEFB-E76B-B2C06607A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34AB34E1-EFD6-8D32-A839-C73D01BB460F}"/>
              </a:ext>
            </a:extLst>
          </p:cNvPr>
          <p:cNvGrpSpPr/>
          <p:nvPr/>
        </p:nvGrpSpPr>
        <p:grpSpPr>
          <a:xfrm>
            <a:off x="978543" y="218862"/>
            <a:ext cx="2840602" cy="2941072"/>
            <a:chOff x="-4585465" y="6986224"/>
            <a:chExt cx="2840602" cy="2941072"/>
          </a:xfrm>
        </p:grpSpPr>
        <p:cxnSp>
          <p:nvCxnSpPr>
            <p:cNvPr id="145" name="直接箭头连接符 144">
              <a:extLst>
                <a:ext uri="{FF2B5EF4-FFF2-40B4-BE49-F238E27FC236}">
                  <a16:creationId xmlns:a16="http://schemas.microsoft.com/office/drawing/2014/main" id="{CB66284C-77C2-4595-29A7-6413C7481561}"/>
                </a:ext>
              </a:extLst>
            </p:cNvPr>
            <p:cNvCxnSpPr>
              <a:cxnSpLocks/>
            </p:cNvCxnSpPr>
            <p:nvPr/>
          </p:nvCxnSpPr>
          <p:spPr>
            <a:xfrm>
              <a:off x="-4567177" y="9325829"/>
              <a:ext cx="2688609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箭头连接符 145">
              <a:extLst>
                <a:ext uri="{FF2B5EF4-FFF2-40B4-BE49-F238E27FC236}">
                  <a16:creationId xmlns:a16="http://schemas.microsoft.com/office/drawing/2014/main" id="{7F6D05CC-8223-01BB-0BA1-33E7CB34CD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037718" y="7110471"/>
              <a:ext cx="0" cy="2816825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7" name="图片 146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8A935B9F-D9F6-EF72-3AEC-C7983EFD77B4}"/>
                </a:ext>
              </a:extLst>
            </p:cNvPr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4308490" y="9429237"/>
              <a:ext cx="193188" cy="203267"/>
            </a:xfrm>
            <a:prstGeom prst="rect">
              <a:avLst/>
            </a:prstGeom>
          </p:spPr>
        </p:pic>
        <p:cxnSp>
          <p:nvCxnSpPr>
            <p:cNvPr id="148" name="直接连接符 147">
              <a:extLst>
                <a:ext uri="{FF2B5EF4-FFF2-40B4-BE49-F238E27FC236}">
                  <a16:creationId xmlns:a16="http://schemas.microsoft.com/office/drawing/2014/main" id="{CED9DC49-8B44-6650-74A8-E9DE07ABE502}"/>
                </a:ext>
              </a:extLst>
            </p:cNvPr>
            <p:cNvCxnSpPr/>
            <p:nvPr/>
          </p:nvCxnSpPr>
          <p:spPr>
            <a:xfrm>
              <a:off x="-4038462" y="9324050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9" name="图片 148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88AA2B1D-F3C6-D16B-89E8-1B095FFBA58A}"/>
                </a:ext>
              </a:extLst>
            </p:cNvPr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00533" y="9467854"/>
              <a:ext cx="245264" cy="164632"/>
            </a:xfrm>
            <a:prstGeom prst="rect">
              <a:avLst/>
            </a:prstGeom>
          </p:spPr>
        </p:pic>
        <p:pic>
          <p:nvPicPr>
            <p:cNvPr id="150" name="图片 149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A9D58DC5-A6CB-633C-A618-3219E84B9F75}"/>
                </a:ext>
              </a:extLst>
            </p:cNvPr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4367877" y="6986224"/>
              <a:ext cx="251987" cy="164632"/>
            </a:xfrm>
            <a:prstGeom prst="rect">
              <a:avLst/>
            </a:prstGeom>
          </p:spPr>
        </p:pic>
        <p:cxnSp>
          <p:nvCxnSpPr>
            <p:cNvPr id="151" name="直接箭头连接符 150">
              <a:extLst>
                <a:ext uri="{FF2B5EF4-FFF2-40B4-BE49-F238E27FC236}">
                  <a16:creationId xmlns:a16="http://schemas.microsoft.com/office/drawing/2014/main" id="{7E87F25F-DFEE-6611-EBCF-D257FEF845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051797" y="8865327"/>
              <a:ext cx="1402187" cy="454051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接箭头连接符 151">
              <a:extLst>
                <a:ext uri="{FF2B5EF4-FFF2-40B4-BE49-F238E27FC236}">
                  <a16:creationId xmlns:a16="http://schemas.microsoft.com/office/drawing/2014/main" id="{A7E7AFF8-5EE5-382D-1ABC-8812B6901A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4265478" y="8322322"/>
              <a:ext cx="235365" cy="1003507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3" name="图片 152" descr="\documentclass{article}&#10;\usepackage{amsmath}&#10;\usepackage{bm}&#10;\pagestyle{empty}&#10;\begin{document}&#10;&#10;\begin{align}&#10;\bm{\beta}_1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CBB94CB9-C0F0-1AFB-BE2F-06EFDF8BA527}"/>
                </a:ext>
              </a:extLst>
            </p:cNvPr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772442" y="8972020"/>
              <a:ext cx="273822" cy="248623"/>
            </a:xfrm>
            <a:prstGeom prst="rect">
              <a:avLst/>
            </a:prstGeom>
          </p:spPr>
        </p:pic>
        <p:pic>
          <p:nvPicPr>
            <p:cNvPr id="154" name="图片 153" descr="\documentclass{article}&#10;\usepackage{amsmath}&#10;\usepackage{bm}&#10;\pagestyle{empty}&#10;\begin{document}&#10;&#10;\begin{align}&#10;\bm{\beta}_2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D36459BE-58F3-9234-E192-C9B6DBBA8BEB}"/>
                </a:ext>
              </a:extLst>
            </p:cNvPr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4585465" y="8073699"/>
              <a:ext cx="280542" cy="248623"/>
            </a:xfrm>
            <a:prstGeom prst="rect">
              <a:avLst/>
            </a:prstGeom>
          </p:spPr>
        </p:pic>
        <p:cxnSp>
          <p:nvCxnSpPr>
            <p:cNvPr id="155" name="直接箭头连接符 154">
              <a:extLst>
                <a:ext uri="{FF2B5EF4-FFF2-40B4-BE49-F238E27FC236}">
                  <a16:creationId xmlns:a16="http://schemas.microsoft.com/office/drawing/2014/main" id="{4BC45536-ACCF-209F-F032-1D20D6E5E3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040759" y="7185338"/>
              <a:ext cx="2192671" cy="2138785"/>
            </a:xfrm>
            <a:prstGeom prst="straightConnector1">
              <a:avLst/>
            </a:prstGeom>
            <a:ln w="444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6" name="图片 155" descr="\documentclass{article}&#10;\usepackage{amsmath}&#10;\usepackage{bm}&#10;\pagestyle{empty}&#10;\begin{document}&#10;&#10;\begin{align}&#10;\bm{y}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4307C3EF-3F8C-963A-E937-38E744D3B1C1}"/>
                </a:ext>
              </a:extLst>
            </p:cNvPr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899413" y="7343880"/>
              <a:ext cx="154550" cy="183107"/>
            </a:xfrm>
            <a:prstGeom prst="rect">
              <a:avLst/>
            </a:prstGeom>
          </p:spPr>
        </p:pic>
      </p:grpSp>
      <p:grpSp>
        <p:nvGrpSpPr>
          <p:cNvPr id="157" name="组合 156">
            <a:extLst>
              <a:ext uri="{FF2B5EF4-FFF2-40B4-BE49-F238E27FC236}">
                <a16:creationId xmlns:a16="http://schemas.microsoft.com/office/drawing/2014/main" id="{B3A00B3D-6F3F-7762-C6BB-7D042900A1A3}"/>
              </a:ext>
            </a:extLst>
          </p:cNvPr>
          <p:cNvGrpSpPr/>
          <p:nvPr/>
        </p:nvGrpSpPr>
        <p:grpSpPr>
          <a:xfrm>
            <a:off x="6442913" y="218862"/>
            <a:ext cx="5225559" cy="2941072"/>
            <a:chOff x="6542158" y="830826"/>
            <a:chExt cx="5225559" cy="2941072"/>
          </a:xfrm>
        </p:grpSpPr>
        <p:cxnSp>
          <p:nvCxnSpPr>
            <p:cNvPr id="158" name="直接箭头连接符 157">
              <a:extLst>
                <a:ext uri="{FF2B5EF4-FFF2-40B4-BE49-F238E27FC236}">
                  <a16:creationId xmlns:a16="http://schemas.microsoft.com/office/drawing/2014/main" id="{E4874D38-C569-B1E2-32A3-66045219C1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78088" y="1061846"/>
              <a:ext cx="305290" cy="1301639"/>
            </a:xfrm>
            <a:prstGeom prst="straightConnector1">
              <a:avLst/>
            </a:prstGeom>
            <a:ln w="44450">
              <a:solidFill>
                <a:srgbClr val="0070C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箭头连接符 158">
              <a:extLst>
                <a:ext uri="{FF2B5EF4-FFF2-40B4-BE49-F238E27FC236}">
                  <a16:creationId xmlns:a16="http://schemas.microsoft.com/office/drawing/2014/main" id="{3A8D495D-4FC6-C2F9-782C-F8B7382765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85404" y="1070325"/>
              <a:ext cx="2462916" cy="797532"/>
            </a:xfrm>
            <a:prstGeom prst="straightConnector1">
              <a:avLst/>
            </a:prstGeom>
            <a:ln w="44450">
              <a:solidFill>
                <a:srgbClr val="0070C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箭头连接符 159">
              <a:extLst>
                <a:ext uri="{FF2B5EF4-FFF2-40B4-BE49-F238E27FC236}">
                  <a16:creationId xmlns:a16="http://schemas.microsoft.com/office/drawing/2014/main" id="{4075FD7A-DB3A-A0FF-5A73-F9E2AA93ECDC}"/>
                </a:ext>
              </a:extLst>
            </p:cNvPr>
            <p:cNvCxnSpPr>
              <a:cxnSpLocks/>
            </p:cNvCxnSpPr>
            <p:nvPr/>
          </p:nvCxnSpPr>
          <p:spPr>
            <a:xfrm>
              <a:off x="6886104" y="3170431"/>
              <a:ext cx="2688609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箭头连接符 160">
              <a:extLst>
                <a:ext uri="{FF2B5EF4-FFF2-40B4-BE49-F238E27FC236}">
                  <a16:creationId xmlns:a16="http://schemas.microsoft.com/office/drawing/2014/main" id="{93E7BBB2-F482-066B-8226-F4372E6F72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15563" y="955073"/>
              <a:ext cx="0" cy="2816825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2" name="图片 161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AB05F7E2-08DD-9E4F-2D2C-16C87E40F5F7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4791" y="3273839"/>
              <a:ext cx="193188" cy="203267"/>
            </a:xfrm>
            <a:prstGeom prst="rect">
              <a:avLst/>
            </a:prstGeom>
          </p:spPr>
        </p:pic>
        <p:cxnSp>
          <p:nvCxnSpPr>
            <p:cNvPr id="163" name="直接连接符 162">
              <a:extLst>
                <a:ext uri="{FF2B5EF4-FFF2-40B4-BE49-F238E27FC236}">
                  <a16:creationId xmlns:a16="http://schemas.microsoft.com/office/drawing/2014/main" id="{05A876D4-A009-4074-355C-A02290D4316E}"/>
                </a:ext>
              </a:extLst>
            </p:cNvPr>
            <p:cNvCxnSpPr/>
            <p:nvPr/>
          </p:nvCxnSpPr>
          <p:spPr>
            <a:xfrm>
              <a:off x="7414819" y="3168652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4" name="图片 163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B0B5AB92-6E40-6305-06DB-DF11945D2D4F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52748" y="3312456"/>
              <a:ext cx="245264" cy="164632"/>
            </a:xfrm>
            <a:prstGeom prst="rect">
              <a:avLst/>
            </a:prstGeom>
          </p:spPr>
        </p:pic>
        <p:pic>
          <p:nvPicPr>
            <p:cNvPr id="165" name="图片 164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CE76F4B7-9424-D1E9-6DA3-47B18BE16642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5404" y="830826"/>
              <a:ext cx="251987" cy="164632"/>
            </a:xfrm>
            <a:prstGeom prst="rect">
              <a:avLst/>
            </a:prstGeom>
          </p:spPr>
        </p:pic>
        <p:cxnSp>
          <p:nvCxnSpPr>
            <p:cNvPr id="166" name="直接箭头连接符 165">
              <a:extLst>
                <a:ext uri="{FF2B5EF4-FFF2-40B4-BE49-F238E27FC236}">
                  <a16:creationId xmlns:a16="http://schemas.microsoft.com/office/drawing/2014/main" id="{88DF5F54-6961-88B7-89C0-ED2073EAB9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01484" y="2347195"/>
              <a:ext cx="2522373" cy="816785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7" name="图片 166" descr="\documentclass{article}&#10;\usepackage{amsmath}&#10;\usepackage{bm}&#10;\pagestyle{empty}&#10;\begin{document}&#10;&#10;\begin{align}&#10;x_1 \bm{\beta}_1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736F73B1-E949-7B46-45B9-949BA359F471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91896" y="2798127"/>
              <a:ext cx="554364" cy="248623"/>
            </a:xfrm>
            <a:prstGeom prst="rect">
              <a:avLst/>
            </a:prstGeom>
          </p:spPr>
        </p:pic>
        <p:pic>
          <p:nvPicPr>
            <p:cNvPr id="168" name="图片 167" descr="\documentclass{article}&#10;\usepackage{amsmath}&#10;\usepackage{bm}&#10;\pagestyle{empty}&#10;\begin{document}&#10;&#10;\begin{align}&#10;x_2 \bm{\beta}_2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3F453210-1B28-A4DD-D9AF-545ACEBA8288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42158" y="2287692"/>
              <a:ext cx="561084" cy="248623"/>
            </a:xfrm>
            <a:prstGeom prst="rect">
              <a:avLst/>
            </a:prstGeom>
          </p:spPr>
        </p:pic>
        <p:cxnSp>
          <p:nvCxnSpPr>
            <p:cNvPr id="169" name="直接箭头连接符 168">
              <a:extLst>
                <a:ext uri="{FF2B5EF4-FFF2-40B4-BE49-F238E27FC236}">
                  <a16:creationId xmlns:a16="http://schemas.microsoft.com/office/drawing/2014/main" id="{148331B0-FDEF-1F73-4A2E-97D788F918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12522" y="1029940"/>
              <a:ext cx="2192671" cy="2138785"/>
            </a:xfrm>
            <a:prstGeom prst="straightConnector1">
              <a:avLst/>
            </a:prstGeom>
            <a:ln w="444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0" name="图片 169" descr="\documentclass{article}&#10;\usepackage{amsmath}&#10;\usepackage{bm}&#10;\pagestyle{empty}&#10;\begin{document}&#10;&#10;\begin{align}&#10;\bm{y} = x_1 \bm{\beta}_1 + x_2 \bm{\beta}_2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267C566C-B22F-530F-C1E3-57D9B4727762}"/>
                </a:ext>
              </a:extLst>
            </p:cNvPr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26648" y="1029940"/>
              <a:ext cx="2041069" cy="251982"/>
            </a:xfrm>
            <a:prstGeom prst="rect">
              <a:avLst/>
            </a:prstGeom>
          </p:spPr>
        </p:pic>
        <p:cxnSp>
          <p:nvCxnSpPr>
            <p:cNvPr id="171" name="直接箭头连接符 170">
              <a:extLst>
                <a:ext uri="{FF2B5EF4-FFF2-40B4-BE49-F238E27FC236}">
                  <a16:creationId xmlns:a16="http://schemas.microsoft.com/office/drawing/2014/main" id="{88FAAC23-A936-D9CB-55A0-A4B4D10990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87429" y="1841707"/>
              <a:ext cx="305290" cy="1301639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2" name="组合 171">
            <a:extLst>
              <a:ext uri="{FF2B5EF4-FFF2-40B4-BE49-F238E27FC236}">
                <a16:creationId xmlns:a16="http://schemas.microsoft.com/office/drawing/2014/main" id="{33955388-E1B3-4937-8306-B82752C22244}"/>
              </a:ext>
            </a:extLst>
          </p:cNvPr>
          <p:cNvGrpSpPr/>
          <p:nvPr/>
        </p:nvGrpSpPr>
        <p:grpSpPr>
          <a:xfrm>
            <a:off x="6484596" y="3192584"/>
            <a:ext cx="3527891" cy="3702465"/>
            <a:chOff x="8404446" y="5465686"/>
            <a:chExt cx="3527891" cy="3702465"/>
          </a:xfrm>
        </p:grpSpPr>
        <p:sp>
          <p:nvSpPr>
            <p:cNvPr id="173" name="平行四边形 172">
              <a:extLst>
                <a:ext uri="{FF2B5EF4-FFF2-40B4-BE49-F238E27FC236}">
                  <a16:creationId xmlns:a16="http://schemas.microsoft.com/office/drawing/2014/main" id="{E7C1D3C3-9ECD-A709-B735-0FD76692B44E}"/>
                </a:ext>
              </a:extLst>
            </p:cNvPr>
            <p:cNvSpPr/>
            <p:nvPr/>
          </p:nvSpPr>
          <p:spPr>
            <a:xfrm rot="9731066">
              <a:off x="8994487" y="7181891"/>
              <a:ext cx="2648005" cy="959484"/>
            </a:xfrm>
            <a:prstGeom prst="parallelogram">
              <a:avLst>
                <a:gd name="adj" fmla="val 8398"/>
              </a:avLst>
            </a:prstGeom>
            <a:solidFill>
              <a:srgbClr val="7030A0">
                <a:alpha val="25000"/>
              </a:srgbClr>
            </a:solidFill>
            <a:ln w="44450">
              <a:solidFill>
                <a:srgbClr val="7030A0">
                  <a:alpha val="25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4" name="平行四边形 173">
              <a:extLst>
                <a:ext uri="{FF2B5EF4-FFF2-40B4-BE49-F238E27FC236}">
                  <a16:creationId xmlns:a16="http://schemas.microsoft.com/office/drawing/2014/main" id="{727FCA9A-EEA6-1898-4A08-1FAC8812026B}"/>
                </a:ext>
              </a:extLst>
            </p:cNvPr>
            <p:cNvSpPr/>
            <p:nvPr/>
          </p:nvSpPr>
          <p:spPr>
            <a:xfrm rot="9692586">
              <a:off x="8999890" y="7359555"/>
              <a:ext cx="1530880" cy="1000422"/>
            </a:xfrm>
            <a:prstGeom prst="parallelogram">
              <a:avLst>
                <a:gd name="adj" fmla="val 12082"/>
              </a:avLst>
            </a:prstGeom>
            <a:solidFill>
              <a:srgbClr val="0070C0">
                <a:alpha val="25000"/>
              </a:srgbClr>
            </a:solidFill>
            <a:ln w="44450">
              <a:solidFill>
                <a:srgbClr val="0070C0">
                  <a:alpha val="25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5" name="平行四边形 174">
              <a:extLst>
                <a:ext uri="{FF2B5EF4-FFF2-40B4-BE49-F238E27FC236}">
                  <a16:creationId xmlns:a16="http://schemas.microsoft.com/office/drawing/2014/main" id="{8A8C56A1-AB10-762D-259B-8DD0995FFADF}"/>
                </a:ext>
              </a:extLst>
            </p:cNvPr>
            <p:cNvSpPr/>
            <p:nvPr/>
          </p:nvSpPr>
          <p:spPr>
            <a:xfrm rot="8138400">
              <a:off x="8404446" y="6592784"/>
              <a:ext cx="3527891" cy="840351"/>
            </a:xfrm>
            <a:prstGeom prst="parallelogram">
              <a:avLst>
                <a:gd name="adj" fmla="val 59708"/>
              </a:avLst>
            </a:prstGeom>
            <a:solidFill>
              <a:srgbClr val="7030A0">
                <a:alpha val="25000"/>
              </a:srgbClr>
            </a:solidFill>
            <a:ln w="44450">
              <a:solidFill>
                <a:srgbClr val="7030A0">
                  <a:alpha val="25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76" name="直接箭头连接符 175">
              <a:extLst>
                <a:ext uri="{FF2B5EF4-FFF2-40B4-BE49-F238E27FC236}">
                  <a16:creationId xmlns:a16="http://schemas.microsoft.com/office/drawing/2014/main" id="{F9AE7AD3-8D74-2DFC-C601-66EFF1996E3D}"/>
                </a:ext>
              </a:extLst>
            </p:cNvPr>
            <p:cNvCxnSpPr>
              <a:cxnSpLocks/>
            </p:cNvCxnSpPr>
            <p:nvPr/>
          </p:nvCxnSpPr>
          <p:spPr>
            <a:xfrm>
              <a:off x="8668331" y="8566684"/>
              <a:ext cx="2688609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箭头连接符 176">
              <a:extLst>
                <a:ext uri="{FF2B5EF4-FFF2-40B4-BE49-F238E27FC236}">
                  <a16:creationId xmlns:a16="http://schemas.microsoft.com/office/drawing/2014/main" id="{730BE5C8-FEC1-8E6C-5DBA-6667D2D139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97790" y="6351326"/>
              <a:ext cx="0" cy="2816825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8" name="图片 177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FD06FB78-6AAB-4AB1-03D4-33ABC308D44F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27018" y="8670092"/>
              <a:ext cx="193188" cy="203267"/>
            </a:xfrm>
            <a:prstGeom prst="rect">
              <a:avLst/>
            </a:prstGeom>
          </p:spPr>
        </p:pic>
        <p:cxnSp>
          <p:nvCxnSpPr>
            <p:cNvPr id="179" name="直接连接符 178">
              <a:extLst>
                <a:ext uri="{FF2B5EF4-FFF2-40B4-BE49-F238E27FC236}">
                  <a16:creationId xmlns:a16="http://schemas.microsoft.com/office/drawing/2014/main" id="{CCFBD472-EC87-EC73-03D4-AECAED9F2230}"/>
                </a:ext>
              </a:extLst>
            </p:cNvPr>
            <p:cNvCxnSpPr>
              <a:cxnSpLocks/>
            </p:cNvCxnSpPr>
            <p:nvPr/>
          </p:nvCxnSpPr>
          <p:spPr>
            <a:xfrm>
              <a:off x="9197046" y="8564905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0" name="图片 179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A41D4771-E683-1BC7-F45A-4ABF2747ABDD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34975" y="8708709"/>
              <a:ext cx="245264" cy="164632"/>
            </a:xfrm>
            <a:prstGeom prst="rect">
              <a:avLst/>
            </a:prstGeom>
          </p:spPr>
        </p:pic>
        <p:pic>
          <p:nvPicPr>
            <p:cNvPr id="181" name="图片 180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620F09F8-60C7-7A0A-F299-D5F97B3504BC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67631" y="6227079"/>
              <a:ext cx="251987" cy="164632"/>
            </a:xfrm>
            <a:prstGeom prst="rect">
              <a:avLst/>
            </a:prstGeom>
          </p:spPr>
        </p:pic>
        <p:cxnSp>
          <p:nvCxnSpPr>
            <p:cNvPr id="182" name="直接箭头连接符 181">
              <a:extLst>
                <a:ext uri="{FF2B5EF4-FFF2-40B4-BE49-F238E27FC236}">
                  <a16:creationId xmlns:a16="http://schemas.microsoft.com/office/drawing/2014/main" id="{B67E5635-ACBA-B6F3-F679-F8817641D6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83711" y="8106182"/>
              <a:ext cx="1402187" cy="454051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箭头连接符 182">
              <a:extLst>
                <a:ext uri="{FF2B5EF4-FFF2-40B4-BE49-F238E27FC236}">
                  <a16:creationId xmlns:a16="http://schemas.microsoft.com/office/drawing/2014/main" id="{4BA34A31-CC4D-1CE8-9046-9991938F27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70030" y="7563177"/>
              <a:ext cx="235365" cy="1003507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4" name="图片 183" descr="\documentclass{article}&#10;\usepackage{amsmath}&#10;\usepackage{bm}&#10;\pagestyle{empty}&#10;\begin{document}&#10;&#10;\begin{align}&#10;\bm{\beta}_1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B50D882B-67E1-7432-A217-0A147DEDC1F3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63066" y="8212875"/>
              <a:ext cx="273822" cy="248623"/>
            </a:xfrm>
            <a:prstGeom prst="rect">
              <a:avLst/>
            </a:prstGeom>
          </p:spPr>
        </p:pic>
        <p:pic>
          <p:nvPicPr>
            <p:cNvPr id="185" name="图片 184" descr="\documentclass{article}&#10;\usepackage{amsmath}&#10;\usepackage{bm}&#10;\pagestyle{empty}&#10;\begin{document}&#10;&#10;\begin{align}&#10;\bm{\beta}_2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9F8F7C2D-C9EA-7774-8330-DEDA20B322CA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50043" y="7314554"/>
              <a:ext cx="280542" cy="248623"/>
            </a:xfrm>
            <a:prstGeom prst="rect">
              <a:avLst/>
            </a:prstGeom>
          </p:spPr>
        </p:pic>
        <p:cxnSp>
          <p:nvCxnSpPr>
            <p:cNvPr id="186" name="直接箭头连接符 185">
              <a:extLst>
                <a:ext uri="{FF2B5EF4-FFF2-40B4-BE49-F238E27FC236}">
                  <a16:creationId xmlns:a16="http://schemas.microsoft.com/office/drawing/2014/main" id="{38ED7873-471F-5CCB-99DE-B0C38108F4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94749" y="6426193"/>
              <a:ext cx="2192671" cy="2138785"/>
            </a:xfrm>
            <a:prstGeom prst="straightConnector1">
              <a:avLst/>
            </a:prstGeom>
            <a:ln w="444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箭头连接符 186">
              <a:extLst>
                <a:ext uri="{FF2B5EF4-FFF2-40B4-BE49-F238E27FC236}">
                  <a16:creationId xmlns:a16="http://schemas.microsoft.com/office/drawing/2014/main" id="{2658605A-7B2A-87BB-4136-6E8F5BF38B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29032" y="5465686"/>
              <a:ext cx="512970" cy="2277416"/>
            </a:xfrm>
            <a:prstGeom prst="straightConnector1">
              <a:avLst/>
            </a:prstGeom>
            <a:ln w="44450">
              <a:solidFill>
                <a:srgbClr val="7030A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8" name="图片 187" descr="\documentclass{article}&#10;\usepackage{amsmath}&#10;\usepackage{bm}&#10;\pagestyle{empty}&#10;\begin{document}&#10;&#10;\begin{align}&#10;x_1 \bm{\beta}_1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5A43CAEF-902B-10D0-F875-8C310DAFA45D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51251" y="7855277"/>
              <a:ext cx="554364" cy="248623"/>
            </a:xfrm>
            <a:prstGeom prst="rect">
              <a:avLst/>
            </a:prstGeom>
          </p:spPr>
        </p:pic>
        <p:cxnSp>
          <p:nvCxnSpPr>
            <p:cNvPr id="189" name="直接箭头连接符 188">
              <a:extLst>
                <a:ext uri="{FF2B5EF4-FFF2-40B4-BE49-F238E27FC236}">
                  <a16:creationId xmlns:a16="http://schemas.microsoft.com/office/drawing/2014/main" id="{A74C8F04-65E3-1C3A-4001-D74C9E002F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3409" y="7751174"/>
              <a:ext cx="2477551" cy="802271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90" name="图片 189" descr="\documentclass{article}&#10;\usepackage{amsmath}&#10;\usepackage{bm}&#10;\pagestyle{empty}&#10;\begin{document}&#10;&#10;\begin{align}&#10;\bm{y}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59BE4B1F-C968-FB93-30D2-C4AD4403B7E1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51385" y="6351326"/>
              <a:ext cx="154550" cy="183107"/>
            </a:xfrm>
            <a:prstGeom prst="rect">
              <a:avLst/>
            </a:prstGeom>
          </p:spPr>
        </p:pic>
      </p:grpSp>
      <p:sp>
        <p:nvSpPr>
          <p:cNvPr id="212" name="任意多边形: 形状 211">
            <a:extLst>
              <a:ext uri="{FF2B5EF4-FFF2-40B4-BE49-F238E27FC236}">
                <a16:creationId xmlns:a16="http://schemas.microsoft.com/office/drawing/2014/main" id="{D8FED06E-61CA-E491-7C63-23066458DE5E}"/>
              </a:ext>
            </a:extLst>
          </p:cNvPr>
          <p:cNvSpPr/>
          <p:nvPr/>
        </p:nvSpPr>
        <p:spPr>
          <a:xfrm rot="3975240">
            <a:off x="3663512" y="507183"/>
            <a:ext cx="2980076" cy="4403011"/>
          </a:xfrm>
          <a:custGeom>
            <a:avLst/>
            <a:gdLst>
              <a:gd name="connsiteX0" fmla="*/ 3930712 w 4747318"/>
              <a:gd name="connsiteY0" fmla="*/ 0 h 6316227"/>
              <a:gd name="connsiteX1" fmla="*/ 4747318 w 4747318"/>
              <a:gd name="connsiteY1" fmla="*/ 1884732 h 6316227"/>
              <a:gd name="connsiteX2" fmla="*/ 4414173 w 4747318"/>
              <a:gd name="connsiteY2" fmla="*/ 1884732 h 6316227"/>
              <a:gd name="connsiteX3" fmla="*/ 4405679 w 4747318"/>
              <a:gd name="connsiteY3" fmla="*/ 1960466 h 6316227"/>
              <a:gd name="connsiteX4" fmla="*/ 2183478 w 4747318"/>
              <a:gd name="connsiteY4" fmla="*/ 5335841 h 6316227"/>
              <a:gd name="connsiteX5" fmla="*/ 128614 w 4747318"/>
              <a:gd name="connsiteY5" fmla="*/ 6288309 h 6316227"/>
              <a:gd name="connsiteX6" fmla="*/ 0 w 4747318"/>
              <a:gd name="connsiteY6" fmla="*/ 6316227 h 6316227"/>
              <a:gd name="connsiteX7" fmla="*/ 179173 w 4747318"/>
              <a:gd name="connsiteY7" fmla="*/ 6248999 h 6316227"/>
              <a:gd name="connsiteX8" fmla="*/ 1318874 w 4747318"/>
              <a:gd name="connsiteY8" fmla="*/ 5622613 h 6316227"/>
              <a:gd name="connsiteX9" fmla="*/ 3364838 w 4747318"/>
              <a:gd name="connsiteY9" fmla="*/ 2002286 h 6316227"/>
              <a:gd name="connsiteX10" fmla="*/ 3360157 w 4747318"/>
              <a:gd name="connsiteY10" fmla="*/ 1884732 h 6316227"/>
              <a:gd name="connsiteX11" fmla="*/ 3090177 w 4747318"/>
              <a:gd name="connsiteY11" fmla="*/ 1884732 h 6316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747318" h="6316227">
                <a:moveTo>
                  <a:pt x="3930712" y="0"/>
                </a:moveTo>
                <a:lnTo>
                  <a:pt x="4747318" y="1884732"/>
                </a:lnTo>
                <a:lnTo>
                  <a:pt x="4414173" y="1884732"/>
                </a:lnTo>
                <a:lnTo>
                  <a:pt x="4405679" y="1960466"/>
                </a:lnTo>
                <a:cubicBezTo>
                  <a:pt x="4227346" y="3167634"/>
                  <a:pt x="3443248" y="4431655"/>
                  <a:pt x="2183478" y="5335841"/>
                </a:cubicBezTo>
                <a:cubicBezTo>
                  <a:pt x="1529052" y="5805547"/>
                  <a:pt x="823705" y="6122566"/>
                  <a:pt x="128614" y="6288309"/>
                </a:cubicBezTo>
                <a:lnTo>
                  <a:pt x="0" y="6316227"/>
                </a:lnTo>
                <a:lnTo>
                  <a:pt x="179173" y="6248999"/>
                </a:lnTo>
                <a:cubicBezTo>
                  <a:pt x="569523" y="6093365"/>
                  <a:pt x="953604" y="5884782"/>
                  <a:pt x="1318874" y="5622613"/>
                </a:cubicBezTo>
                <a:cubicBezTo>
                  <a:pt x="2631562" y="4680447"/>
                  <a:pt x="3366332" y="3286630"/>
                  <a:pt x="3364838" y="2002286"/>
                </a:cubicBezTo>
                <a:lnTo>
                  <a:pt x="3360157" y="1884732"/>
                </a:lnTo>
                <a:lnTo>
                  <a:pt x="3090177" y="1884732"/>
                </a:lnTo>
                <a:close/>
              </a:path>
            </a:pathLst>
          </a:custGeom>
          <a:solidFill>
            <a:srgbClr val="7030A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14" name="图片 213" descr="\documentclass{article}&#10;\usepackage{amsmath}&#10;\usepackage{bm}&#10;\pagestyle{empty}&#10;\begin{document}&#10;&#10;\begin{align}&#10;x_1 = \dfrac{|x_1 \bm{\beta}_1|}{|\bm{\beta}_1|}&#10;= \dfrac{\mathrm{det}(\bm{y}, \bm{\beta}_2)}{\mathrm{det}(\bm{\beta}_1, \bm{\beta}_2)}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AFB2CDAD-211C-DFD8-A9B7-08E3B340F40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7330" y="5486636"/>
            <a:ext cx="3218670" cy="66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6796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346CD-AFEE-E8CA-E21D-A3F5ECD62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47ECA48-FE98-5432-22E7-09D7F3EF2A31}"/>
              </a:ext>
            </a:extLst>
          </p:cNvPr>
          <p:cNvGrpSpPr/>
          <p:nvPr/>
        </p:nvGrpSpPr>
        <p:grpSpPr>
          <a:xfrm>
            <a:off x="2902537" y="3322137"/>
            <a:ext cx="8301261" cy="3190121"/>
            <a:chOff x="-2093375" y="5031098"/>
            <a:chExt cx="8301261" cy="3190121"/>
          </a:xfrm>
        </p:grpSpPr>
        <p:pic>
          <p:nvPicPr>
            <p:cNvPr id="21" name="图片 20" descr="\documentclass{article}&#10;\usepackage{amsmath}&#10;\usepackage{bm}&#10;\pagestyle{empty}&#10;\begin{document}&#10;&#10;\begin{align}&#10;x_2 = \dfrac{|x_2 \bm{\beta}_2|}{|\bm{\beta}_2|}&#10;= \dfrac{\mathrm{det}(\bm{\beta}_1, \bm{y})}{\mathrm{det}(\bm{\beta}_1, \bm{\beta}_2)}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62F4490F-DEF4-38B3-80F5-3732B268EF7C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93375" y="7195597"/>
              <a:ext cx="3218671" cy="660195"/>
            </a:xfrm>
            <a:prstGeom prst="rect">
              <a:avLst/>
            </a:prstGeom>
          </p:spPr>
        </p:pic>
        <p:sp>
          <p:nvSpPr>
            <p:cNvPr id="3" name="平行四边形 2">
              <a:extLst>
                <a:ext uri="{FF2B5EF4-FFF2-40B4-BE49-F238E27FC236}">
                  <a16:creationId xmlns:a16="http://schemas.microsoft.com/office/drawing/2014/main" id="{E3493638-F08E-3AD0-765C-0ABC1F8F1C58}"/>
                </a:ext>
              </a:extLst>
            </p:cNvPr>
            <p:cNvSpPr/>
            <p:nvPr/>
          </p:nvSpPr>
          <p:spPr>
            <a:xfrm rot="8150059" flipV="1">
              <a:off x="1933298" y="6030837"/>
              <a:ext cx="4274588" cy="612611"/>
            </a:xfrm>
            <a:prstGeom prst="parallelogram">
              <a:avLst>
                <a:gd name="adj" fmla="val 205596"/>
              </a:avLst>
            </a:prstGeom>
            <a:solidFill>
              <a:srgbClr val="7030A0">
                <a:alpha val="25000"/>
              </a:srgbClr>
            </a:solidFill>
            <a:ln w="44450">
              <a:solidFill>
                <a:srgbClr val="7030A0">
                  <a:alpha val="25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005B1B59-91C6-61A6-9944-E430FC401311}"/>
                </a:ext>
              </a:extLst>
            </p:cNvPr>
            <p:cNvCxnSpPr>
              <a:cxnSpLocks/>
            </p:cNvCxnSpPr>
            <p:nvPr/>
          </p:nvCxnSpPr>
          <p:spPr>
            <a:xfrm>
              <a:off x="1782041" y="7619752"/>
              <a:ext cx="2688609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C41AD388-685B-0B17-682B-1BFEE21521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11500" y="5404394"/>
              <a:ext cx="0" cy="2816825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图片 5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B78D2156-721D-49F5-C85A-08B69C202262}"/>
                </a:ext>
              </a:extLst>
            </p:cNvPr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40728" y="7723160"/>
              <a:ext cx="193188" cy="203267"/>
            </a:xfrm>
            <a:prstGeom prst="rect">
              <a:avLst/>
            </a:prstGeom>
          </p:spPr>
        </p:pic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0614219E-4BF8-7B64-5874-B86D6BE7E453}"/>
                </a:ext>
              </a:extLst>
            </p:cNvPr>
            <p:cNvCxnSpPr/>
            <p:nvPr/>
          </p:nvCxnSpPr>
          <p:spPr>
            <a:xfrm>
              <a:off x="2310756" y="7617973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图片 7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6A8CE420-45D5-1651-221F-D669B262C454}"/>
                </a:ext>
              </a:extLst>
            </p:cNvPr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48685" y="7761777"/>
              <a:ext cx="245264" cy="164632"/>
            </a:xfrm>
            <a:prstGeom prst="rect">
              <a:avLst/>
            </a:prstGeom>
          </p:spPr>
        </p:pic>
        <p:pic>
          <p:nvPicPr>
            <p:cNvPr id="9" name="图片 8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76E4BBD9-5044-FD73-0831-756104A56440}"/>
                </a:ext>
              </a:extLst>
            </p:cNvPr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81341" y="5280147"/>
              <a:ext cx="251987" cy="164632"/>
            </a:xfrm>
            <a:prstGeom prst="rect">
              <a:avLst/>
            </a:prstGeom>
          </p:spPr>
        </p:pic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01255830-885C-5394-6986-74B8CC5782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97421" y="7159250"/>
              <a:ext cx="1402187" cy="454051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图片 10" descr="\documentclass{article}&#10;\usepackage{amsmath}&#10;\usepackage{bm}&#10;\pagestyle{empty}&#10;\begin{document}&#10;&#10;\begin{align}&#10;\bm{\beta}_1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E5A56F62-78CC-67EF-08ED-97849A6A2861}"/>
                </a:ext>
              </a:extLst>
            </p:cNvPr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6776" y="7265943"/>
              <a:ext cx="273822" cy="248623"/>
            </a:xfrm>
            <a:prstGeom prst="rect">
              <a:avLst/>
            </a:prstGeom>
          </p:spPr>
        </p:pic>
        <p:pic>
          <p:nvPicPr>
            <p:cNvPr id="12" name="图片 11" descr="\documentclass{article}&#10;\usepackage{amsmath}&#10;\usepackage{bm}&#10;\pagestyle{empty}&#10;\begin{document}&#10;&#10;\begin{align}&#10;\bm{\beta}_2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0E04FC89-E756-2EED-1990-EEC5E03DC6E9}"/>
                </a:ext>
              </a:extLst>
            </p:cNvPr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8104" y="6713359"/>
              <a:ext cx="280542" cy="248623"/>
            </a:xfrm>
            <a:prstGeom prst="rect">
              <a:avLst/>
            </a:prstGeom>
          </p:spPr>
        </p:pic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585E4DC6-73F5-D3CB-8CF0-6AE91CD051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8459" y="5479261"/>
              <a:ext cx="2192671" cy="2138785"/>
            </a:xfrm>
            <a:prstGeom prst="straightConnector1">
              <a:avLst/>
            </a:prstGeom>
            <a:ln w="444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F0D05C71-078C-FAF2-FA9E-5B2F9654D9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14919" y="5031098"/>
              <a:ext cx="3859715" cy="1261731"/>
            </a:xfrm>
            <a:prstGeom prst="straightConnector1">
              <a:avLst/>
            </a:prstGeom>
            <a:ln w="44450">
              <a:solidFill>
                <a:srgbClr val="7030A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平行四边形 14">
              <a:extLst>
                <a:ext uri="{FF2B5EF4-FFF2-40B4-BE49-F238E27FC236}">
                  <a16:creationId xmlns:a16="http://schemas.microsoft.com/office/drawing/2014/main" id="{9493ED5C-CDEB-9C54-BCAE-C7EA1A927EB1}"/>
                </a:ext>
              </a:extLst>
            </p:cNvPr>
            <p:cNvSpPr/>
            <p:nvPr/>
          </p:nvSpPr>
          <p:spPr>
            <a:xfrm rot="9651172">
              <a:off x="2051692" y="6055888"/>
              <a:ext cx="1581886" cy="1366376"/>
            </a:xfrm>
            <a:prstGeom prst="parallelogram">
              <a:avLst>
                <a:gd name="adj" fmla="val 12082"/>
              </a:avLst>
            </a:prstGeom>
            <a:solidFill>
              <a:srgbClr val="7030A0">
                <a:alpha val="25000"/>
              </a:srgbClr>
            </a:solidFill>
            <a:ln w="44450">
              <a:solidFill>
                <a:srgbClr val="7030A0">
                  <a:alpha val="25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平行四边形 15">
              <a:extLst>
                <a:ext uri="{FF2B5EF4-FFF2-40B4-BE49-F238E27FC236}">
                  <a16:creationId xmlns:a16="http://schemas.microsoft.com/office/drawing/2014/main" id="{CC7AFDC0-AA9C-11E5-14D4-271875680880}"/>
                </a:ext>
              </a:extLst>
            </p:cNvPr>
            <p:cNvSpPr/>
            <p:nvPr/>
          </p:nvSpPr>
          <p:spPr>
            <a:xfrm rot="9651172">
              <a:off x="2115693" y="6408134"/>
              <a:ext cx="1530880" cy="1000422"/>
            </a:xfrm>
            <a:prstGeom prst="parallelogram">
              <a:avLst>
                <a:gd name="adj" fmla="val 12082"/>
              </a:avLst>
            </a:prstGeom>
            <a:solidFill>
              <a:srgbClr val="0070C0">
                <a:alpha val="25000"/>
              </a:srgbClr>
            </a:solidFill>
            <a:ln w="44450">
              <a:solidFill>
                <a:srgbClr val="0070C0">
                  <a:alpha val="25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27FCDB7A-5ECE-AD51-4F9C-59C535F29F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83740" y="6616245"/>
              <a:ext cx="235365" cy="1003507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2868C594-B254-372B-E019-7B42EA95B55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06066" y="6299392"/>
              <a:ext cx="310276" cy="1322900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9" name="图片 18" descr="\documentclass{article}&#10;\usepackage{amsmath}&#10;\usepackage{bm}&#10;\pagestyle{empty}&#10;\begin{document}&#10;&#10;\begin{align}&#10;x_2 \bm{\beta}_2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6B08E1AD-5623-C12D-EDE1-1BE5C36F2747}"/>
                </a:ext>
              </a:extLst>
            </p:cNvPr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39955" y="6243310"/>
              <a:ext cx="561084" cy="248623"/>
            </a:xfrm>
            <a:prstGeom prst="rect">
              <a:avLst/>
            </a:prstGeom>
          </p:spPr>
        </p:pic>
        <p:pic>
          <p:nvPicPr>
            <p:cNvPr id="20" name="图片 19" descr="\documentclass{article}&#10;\usepackage{amsmath}&#10;\usepackage{bm}&#10;\pagestyle{empty}&#10;\begin{document}&#10;&#10;\begin{align}&#10;\bm{y}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89D1D50C-7BBD-6FB0-DF81-D11EF2DB0157}"/>
                </a:ext>
              </a:extLst>
            </p:cNvPr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21834" y="5657462"/>
              <a:ext cx="154550" cy="183107"/>
            </a:xfrm>
            <a:prstGeom prst="rect">
              <a:avLst/>
            </a:prstGeom>
          </p:spPr>
        </p:pic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4F328892-9138-0F4D-7401-DAC922215AC5}"/>
              </a:ext>
            </a:extLst>
          </p:cNvPr>
          <p:cNvGrpSpPr/>
          <p:nvPr/>
        </p:nvGrpSpPr>
        <p:grpSpPr>
          <a:xfrm>
            <a:off x="978543" y="218862"/>
            <a:ext cx="2840602" cy="2941072"/>
            <a:chOff x="-4585465" y="6986224"/>
            <a:chExt cx="2840602" cy="2941072"/>
          </a:xfrm>
        </p:grpSpPr>
        <p:cxnSp>
          <p:nvCxnSpPr>
            <p:cNvPr id="145" name="直接箭头连接符 144">
              <a:extLst>
                <a:ext uri="{FF2B5EF4-FFF2-40B4-BE49-F238E27FC236}">
                  <a16:creationId xmlns:a16="http://schemas.microsoft.com/office/drawing/2014/main" id="{ACAB1CC3-31E2-5C88-DEE5-BCA543E97575}"/>
                </a:ext>
              </a:extLst>
            </p:cNvPr>
            <p:cNvCxnSpPr>
              <a:cxnSpLocks/>
            </p:cNvCxnSpPr>
            <p:nvPr/>
          </p:nvCxnSpPr>
          <p:spPr>
            <a:xfrm>
              <a:off x="-4567177" y="9325829"/>
              <a:ext cx="2688609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箭头连接符 145">
              <a:extLst>
                <a:ext uri="{FF2B5EF4-FFF2-40B4-BE49-F238E27FC236}">
                  <a16:creationId xmlns:a16="http://schemas.microsoft.com/office/drawing/2014/main" id="{751DC51A-631D-7855-621C-9F3207FDD8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037718" y="7110471"/>
              <a:ext cx="0" cy="2816825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7" name="图片 146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3D420CD7-4B68-C972-543F-7E7C5C6A60DD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4308490" y="9429237"/>
              <a:ext cx="193188" cy="203267"/>
            </a:xfrm>
            <a:prstGeom prst="rect">
              <a:avLst/>
            </a:prstGeom>
          </p:spPr>
        </p:pic>
        <p:cxnSp>
          <p:nvCxnSpPr>
            <p:cNvPr id="148" name="直接连接符 147">
              <a:extLst>
                <a:ext uri="{FF2B5EF4-FFF2-40B4-BE49-F238E27FC236}">
                  <a16:creationId xmlns:a16="http://schemas.microsoft.com/office/drawing/2014/main" id="{C63D384B-4356-2353-2D0B-F9B1E9AE0606}"/>
                </a:ext>
              </a:extLst>
            </p:cNvPr>
            <p:cNvCxnSpPr/>
            <p:nvPr/>
          </p:nvCxnSpPr>
          <p:spPr>
            <a:xfrm>
              <a:off x="-4038462" y="9324050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9" name="图片 148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4F158F4F-4DE8-2AC6-E6D1-7B862B222F85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00533" y="9467854"/>
              <a:ext cx="245264" cy="164632"/>
            </a:xfrm>
            <a:prstGeom prst="rect">
              <a:avLst/>
            </a:prstGeom>
          </p:spPr>
        </p:pic>
        <p:pic>
          <p:nvPicPr>
            <p:cNvPr id="150" name="图片 149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807FC8C0-5B51-A7D0-9D67-81E61E15584A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4367877" y="6986224"/>
              <a:ext cx="251987" cy="164632"/>
            </a:xfrm>
            <a:prstGeom prst="rect">
              <a:avLst/>
            </a:prstGeom>
          </p:spPr>
        </p:pic>
        <p:cxnSp>
          <p:nvCxnSpPr>
            <p:cNvPr id="151" name="直接箭头连接符 150">
              <a:extLst>
                <a:ext uri="{FF2B5EF4-FFF2-40B4-BE49-F238E27FC236}">
                  <a16:creationId xmlns:a16="http://schemas.microsoft.com/office/drawing/2014/main" id="{8708BE74-C80D-D0DB-4391-A31108A066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051797" y="8865327"/>
              <a:ext cx="1402187" cy="454051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接箭头连接符 151">
              <a:extLst>
                <a:ext uri="{FF2B5EF4-FFF2-40B4-BE49-F238E27FC236}">
                  <a16:creationId xmlns:a16="http://schemas.microsoft.com/office/drawing/2014/main" id="{A144A6FA-6234-4C0A-03C2-0C2214E734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4265478" y="8322322"/>
              <a:ext cx="235365" cy="1003507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3" name="图片 152" descr="\documentclass{article}&#10;\usepackage{amsmath}&#10;\usepackage{bm}&#10;\pagestyle{empty}&#10;\begin{document}&#10;&#10;\begin{align}&#10;\bm{\beta}_1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BDB4EC77-8FA0-1E22-820A-2774D8137475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772442" y="8972020"/>
              <a:ext cx="273822" cy="248623"/>
            </a:xfrm>
            <a:prstGeom prst="rect">
              <a:avLst/>
            </a:prstGeom>
          </p:spPr>
        </p:pic>
        <p:pic>
          <p:nvPicPr>
            <p:cNvPr id="154" name="图片 153" descr="\documentclass{article}&#10;\usepackage{amsmath}&#10;\usepackage{bm}&#10;\pagestyle{empty}&#10;\begin{document}&#10;&#10;\begin{align}&#10;\bm{\beta}_2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3932B70C-7CD8-8054-AB27-BDCB397B7F18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4585465" y="8073699"/>
              <a:ext cx="280542" cy="248623"/>
            </a:xfrm>
            <a:prstGeom prst="rect">
              <a:avLst/>
            </a:prstGeom>
          </p:spPr>
        </p:pic>
        <p:cxnSp>
          <p:nvCxnSpPr>
            <p:cNvPr id="155" name="直接箭头连接符 154">
              <a:extLst>
                <a:ext uri="{FF2B5EF4-FFF2-40B4-BE49-F238E27FC236}">
                  <a16:creationId xmlns:a16="http://schemas.microsoft.com/office/drawing/2014/main" id="{D500DAD3-F441-E238-482C-4BDE8AFF94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040759" y="7185338"/>
              <a:ext cx="2192671" cy="2138785"/>
            </a:xfrm>
            <a:prstGeom prst="straightConnector1">
              <a:avLst/>
            </a:prstGeom>
            <a:ln w="444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6" name="图片 155" descr="\documentclass{article}&#10;\usepackage{amsmath}&#10;\usepackage{bm}&#10;\pagestyle{empty}&#10;\begin{document}&#10;&#10;\begin{align}&#10;\bm{y}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F9C58CC9-DFD6-3CD5-442D-52A2A3F6D008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899413" y="7343880"/>
              <a:ext cx="154550" cy="183107"/>
            </a:xfrm>
            <a:prstGeom prst="rect">
              <a:avLst/>
            </a:prstGeom>
          </p:spPr>
        </p:pic>
      </p:grpSp>
      <p:grpSp>
        <p:nvGrpSpPr>
          <p:cNvPr id="157" name="组合 156">
            <a:extLst>
              <a:ext uri="{FF2B5EF4-FFF2-40B4-BE49-F238E27FC236}">
                <a16:creationId xmlns:a16="http://schemas.microsoft.com/office/drawing/2014/main" id="{CDA8106F-8CE2-A233-C3A6-B6924357AF00}"/>
              </a:ext>
            </a:extLst>
          </p:cNvPr>
          <p:cNvGrpSpPr/>
          <p:nvPr/>
        </p:nvGrpSpPr>
        <p:grpSpPr>
          <a:xfrm>
            <a:off x="6442913" y="218862"/>
            <a:ext cx="5225559" cy="2941072"/>
            <a:chOff x="6542158" y="830826"/>
            <a:chExt cx="5225559" cy="2941072"/>
          </a:xfrm>
        </p:grpSpPr>
        <p:cxnSp>
          <p:nvCxnSpPr>
            <p:cNvPr id="158" name="直接箭头连接符 157">
              <a:extLst>
                <a:ext uri="{FF2B5EF4-FFF2-40B4-BE49-F238E27FC236}">
                  <a16:creationId xmlns:a16="http://schemas.microsoft.com/office/drawing/2014/main" id="{5436465F-143B-F45E-866D-FDD57D9A6B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78088" y="1061846"/>
              <a:ext cx="305290" cy="1301639"/>
            </a:xfrm>
            <a:prstGeom prst="straightConnector1">
              <a:avLst/>
            </a:prstGeom>
            <a:ln w="44450">
              <a:solidFill>
                <a:srgbClr val="0070C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箭头连接符 158">
              <a:extLst>
                <a:ext uri="{FF2B5EF4-FFF2-40B4-BE49-F238E27FC236}">
                  <a16:creationId xmlns:a16="http://schemas.microsoft.com/office/drawing/2014/main" id="{EAAB956D-27FB-F48B-BC46-63D8EEF46C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85404" y="1070325"/>
              <a:ext cx="2462916" cy="797532"/>
            </a:xfrm>
            <a:prstGeom prst="straightConnector1">
              <a:avLst/>
            </a:prstGeom>
            <a:ln w="44450">
              <a:solidFill>
                <a:srgbClr val="0070C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箭头连接符 159">
              <a:extLst>
                <a:ext uri="{FF2B5EF4-FFF2-40B4-BE49-F238E27FC236}">
                  <a16:creationId xmlns:a16="http://schemas.microsoft.com/office/drawing/2014/main" id="{818837EF-29E0-8EFF-0243-1AE67E7465CE}"/>
                </a:ext>
              </a:extLst>
            </p:cNvPr>
            <p:cNvCxnSpPr>
              <a:cxnSpLocks/>
            </p:cNvCxnSpPr>
            <p:nvPr/>
          </p:nvCxnSpPr>
          <p:spPr>
            <a:xfrm>
              <a:off x="6886104" y="3170431"/>
              <a:ext cx="2688609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箭头连接符 160">
              <a:extLst>
                <a:ext uri="{FF2B5EF4-FFF2-40B4-BE49-F238E27FC236}">
                  <a16:creationId xmlns:a16="http://schemas.microsoft.com/office/drawing/2014/main" id="{EF718C2B-AAAA-E981-3D01-F32921649D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15563" y="955073"/>
              <a:ext cx="0" cy="2816825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2" name="图片 161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EC563A99-A78D-B9FE-0EA7-6975A9C07AA4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4791" y="3273839"/>
              <a:ext cx="193188" cy="203267"/>
            </a:xfrm>
            <a:prstGeom prst="rect">
              <a:avLst/>
            </a:prstGeom>
          </p:spPr>
        </p:pic>
        <p:cxnSp>
          <p:nvCxnSpPr>
            <p:cNvPr id="163" name="直接连接符 162">
              <a:extLst>
                <a:ext uri="{FF2B5EF4-FFF2-40B4-BE49-F238E27FC236}">
                  <a16:creationId xmlns:a16="http://schemas.microsoft.com/office/drawing/2014/main" id="{3B828B7F-D6DB-6D7C-B0BC-F9610FDC4946}"/>
                </a:ext>
              </a:extLst>
            </p:cNvPr>
            <p:cNvCxnSpPr/>
            <p:nvPr/>
          </p:nvCxnSpPr>
          <p:spPr>
            <a:xfrm>
              <a:off x="7414819" y="3168652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4" name="图片 163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EF9B590F-B42C-3004-49E4-AD2D1BB1D341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52748" y="3312456"/>
              <a:ext cx="245264" cy="164632"/>
            </a:xfrm>
            <a:prstGeom prst="rect">
              <a:avLst/>
            </a:prstGeom>
          </p:spPr>
        </p:pic>
        <p:pic>
          <p:nvPicPr>
            <p:cNvPr id="165" name="图片 164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BB493355-1964-7055-9785-2C81F68A3D11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5404" y="830826"/>
              <a:ext cx="251987" cy="164632"/>
            </a:xfrm>
            <a:prstGeom prst="rect">
              <a:avLst/>
            </a:prstGeom>
          </p:spPr>
        </p:pic>
        <p:cxnSp>
          <p:nvCxnSpPr>
            <p:cNvPr id="166" name="直接箭头连接符 165">
              <a:extLst>
                <a:ext uri="{FF2B5EF4-FFF2-40B4-BE49-F238E27FC236}">
                  <a16:creationId xmlns:a16="http://schemas.microsoft.com/office/drawing/2014/main" id="{38B619CF-4F5C-7AF1-509E-979828C2D2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01484" y="2347195"/>
              <a:ext cx="2522373" cy="816785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7" name="图片 166" descr="\documentclass{article}&#10;\usepackage{amsmath}&#10;\usepackage{bm}&#10;\pagestyle{empty}&#10;\begin{document}&#10;&#10;\begin{align}&#10;x_1 \bm{\beta}_1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B44EFF29-3770-8F3F-74B1-2A950A615BF8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91896" y="2798127"/>
              <a:ext cx="554364" cy="248623"/>
            </a:xfrm>
            <a:prstGeom prst="rect">
              <a:avLst/>
            </a:prstGeom>
          </p:spPr>
        </p:pic>
        <p:pic>
          <p:nvPicPr>
            <p:cNvPr id="168" name="图片 167" descr="\documentclass{article}&#10;\usepackage{amsmath}&#10;\usepackage{bm}&#10;\pagestyle{empty}&#10;\begin{document}&#10;&#10;\begin{align}&#10;x_2 \bm{\beta}_2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E7D2896A-D929-64F8-BED3-EFB4A75540CC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42158" y="2287692"/>
              <a:ext cx="561084" cy="248623"/>
            </a:xfrm>
            <a:prstGeom prst="rect">
              <a:avLst/>
            </a:prstGeom>
          </p:spPr>
        </p:pic>
        <p:cxnSp>
          <p:nvCxnSpPr>
            <p:cNvPr id="169" name="直接箭头连接符 168">
              <a:extLst>
                <a:ext uri="{FF2B5EF4-FFF2-40B4-BE49-F238E27FC236}">
                  <a16:creationId xmlns:a16="http://schemas.microsoft.com/office/drawing/2014/main" id="{7C65172B-8F8D-D2EC-FD61-1D9E017040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12522" y="1029940"/>
              <a:ext cx="2192671" cy="2138785"/>
            </a:xfrm>
            <a:prstGeom prst="straightConnector1">
              <a:avLst/>
            </a:prstGeom>
            <a:ln w="444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0" name="图片 169" descr="\documentclass{article}&#10;\usepackage{amsmath}&#10;\usepackage{bm}&#10;\pagestyle{empty}&#10;\begin{document}&#10;&#10;\begin{align}&#10;\bm{y} = x_1 \bm{\beta}_1 + x_2 \bm{\beta}_2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9DDDCEF7-4ECE-056E-3669-3DF42928D86D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26648" y="1029940"/>
              <a:ext cx="2041069" cy="251982"/>
            </a:xfrm>
            <a:prstGeom prst="rect">
              <a:avLst/>
            </a:prstGeom>
          </p:spPr>
        </p:pic>
        <p:cxnSp>
          <p:nvCxnSpPr>
            <p:cNvPr id="171" name="直接箭头连接符 170">
              <a:extLst>
                <a:ext uri="{FF2B5EF4-FFF2-40B4-BE49-F238E27FC236}">
                  <a16:creationId xmlns:a16="http://schemas.microsoft.com/office/drawing/2014/main" id="{3AE83358-AB7B-178B-0B85-36B02F3F8A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87429" y="1841707"/>
              <a:ext cx="305290" cy="1301639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2" name="任意多边形: 形状 211">
            <a:extLst>
              <a:ext uri="{FF2B5EF4-FFF2-40B4-BE49-F238E27FC236}">
                <a16:creationId xmlns:a16="http://schemas.microsoft.com/office/drawing/2014/main" id="{19025D43-F59F-6EBD-3425-7D39BDF94365}"/>
              </a:ext>
            </a:extLst>
          </p:cNvPr>
          <p:cNvSpPr/>
          <p:nvPr/>
        </p:nvSpPr>
        <p:spPr>
          <a:xfrm rot="17624760" flipV="1">
            <a:off x="2717707" y="-552078"/>
            <a:ext cx="2980076" cy="4403011"/>
          </a:xfrm>
          <a:custGeom>
            <a:avLst/>
            <a:gdLst>
              <a:gd name="connsiteX0" fmla="*/ 3930712 w 4747318"/>
              <a:gd name="connsiteY0" fmla="*/ 0 h 6316227"/>
              <a:gd name="connsiteX1" fmla="*/ 4747318 w 4747318"/>
              <a:gd name="connsiteY1" fmla="*/ 1884732 h 6316227"/>
              <a:gd name="connsiteX2" fmla="*/ 4414173 w 4747318"/>
              <a:gd name="connsiteY2" fmla="*/ 1884732 h 6316227"/>
              <a:gd name="connsiteX3" fmla="*/ 4405679 w 4747318"/>
              <a:gd name="connsiteY3" fmla="*/ 1960466 h 6316227"/>
              <a:gd name="connsiteX4" fmla="*/ 2183478 w 4747318"/>
              <a:gd name="connsiteY4" fmla="*/ 5335841 h 6316227"/>
              <a:gd name="connsiteX5" fmla="*/ 128614 w 4747318"/>
              <a:gd name="connsiteY5" fmla="*/ 6288309 h 6316227"/>
              <a:gd name="connsiteX6" fmla="*/ 0 w 4747318"/>
              <a:gd name="connsiteY6" fmla="*/ 6316227 h 6316227"/>
              <a:gd name="connsiteX7" fmla="*/ 179173 w 4747318"/>
              <a:gd name="connsiteY7" fmla="*/ 6248999 h 6316227"/>
              <a:gd name="connsiteX8" fmla="*/ 1318874 w 4747318"/>
              <a:gd name="connsiteY8" fmla="*/ 5622613 h 6316227"/>
              <a:gd name="connsiteX9" fmla="*/ 3364838 w 4747318"/>
              <a:gd name="connsiteY9" fmla="*/ 2002286 h 6316227"/>
              <a:gd name="connsiteX10" fmla="*/ 3360157 w 4747318"/>
              <a:gd name="connsiteY10" fmla="*/ 1884732 h 6316227"/>
              <a:gd name="connsiteX11" fmla="*/ 3090177 w 4747318"/>
              <a:gd name="connsiteY11" fmla="*/ 1884732 h 6316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747318" h="6316227">
                <a:moveTo>
                  <a:pt x="3930712" y="0"/>
                </a:moveTo>
                <a:lnTo>
                  <a:pt x="4747318" y="1884732"/>
                </a:lnTo>
                <a:lnTo>
                  <a:pt x="4414173" y="1884732"/>
                </a:lnTo>
                <a:lnTo>
                  <a:pt x="4405679" y="1960466"/>
                </a:lnTo>
                <a:cubicBezTo>
                  <a:pt x="4227346" y="3167634"/>
                  <a:pt x="3443248" y="4431655"/>
                  <a:pt x="2183478" y="5335841"/>
                </a:cubicBezTo>
                <a:cubicBezTo>
                  <a:pt x="1529052" y="5805547"/>
                  <a:pt x="823705" y="6122566"/>
                  <a:pt x="128614" y="6288309"/>
                </a:cubicBezTo>
                <a:lnTo>
                  <a:pt x="0" y="6316227"/>
                </a:lnTo>
                <a:lnTo>
                  <a:pt x="179173" y="6248999"/>
                </a:lnTo>
                <a:cubicBezTo>
                  <a:pt x="569523" y="6093365"/>
                  <a:pt x="953604" y="5884782"/>
                  <a:pt x="1318874" y="5622613"/>
                </a:cubicBezTo>
                <a:cubicBezTo>
                  <a:pt x="2631562" y="4680447"/>
                  <a:pt x="3366332" y="3286630"/>
                  <a:pt x="3364838" y="2002286"/>
                </a:cubicBezTo>
                <a:lnTo>
                  <a:pt x="3360157" y="1884732"/>
                </a:lnTo>
                <a:lnTo>
                  <a:pt x="3090177" y="1884732"/>
                </a:lnTo>
                <a:close/>
              </a:path>
            </a:pathLst>
          </a:custGeom>
          <a:solidFill>
            <a:srgbClr val="7030A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8079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55.4556"/>
  <p:tag name="LATEXADDIN" val="\documentclass{article}&#10;\usepackage{amsmath}&#10;\pagestyle{empty}&#10;\begin{document}&#10;&#10;$(z_1,z_2)$&#10;&#10;&#10;\end{document}"/>
  <p:tag name="IGUANATEXSIZE" val="30"/>
  <p:tag name="IGUANATEXCURSOR" val="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5.24181"/>
  <p:tag name="ORIGINALWIDTH" val="110.9861"/>
  <p:tag name="LATEXADDIN" val="\documentclass{article}&#10;\usepackage{amsmath}&#10;\pagestyle{empty}&#10;\begin{document}&#10;&#10;$\mapsto$&#10;&#10;&#10;\end{document}"/>
  <p:tag name="IGUANATEXSIZE" val="80"/>
  <p:tag name="IGUANATEXCURSOR" val="8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86.23921"/>
  <p:tag name="LATEXADDIN" val="\documentclass{article}&#10;\usepackage{amsmath}&#10;\pagestyle{empty}&#10;\begin{document}&#10;&#10;$A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5.24181"/>
  <p:tag name="ORIGINALWIDTH" val="110.9861"/>
  <p:tag name="LATEXADDIN" val="\documentclass{article}&#10;\usepackage{amsmath}&#10;\pagestyle{empty}&#10;\begin{document}&#10;&#10;$\mapsto$&#10;&#10;&#10;\end{document}"/>
  <p:tag name="IGUANATEXSIZE" val="80"/>
  <p:tag name="IGUANATEXCURSOR" val="8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.73937"/>
  <p:tag name="ORIGINALWIDTH" val="89.98874"/>
  <p:tag name="LATEXADDIN" val="\documentclass{article}&#10;\usepackage{amsmath}&#10;\pagestyle{empty}&#10;\begin{document}&#10;&#10;$B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6.2354"/>
  <p:tag name="ORIGINALWIDTH" val="542.9321"/>
  <p:tag name="LATEXADDIN" val="\documentclass{article}&#10;\usepackage{amsmath}&#10;\pagestyle{empty}&#10;\begin{document}&#10;&#10;$BA \ne AB$&#10;&#10;&#10;\end{document}"/>
  <p:tag name="IGUANATEXSIZE" val="20"/>
  <p:tag name="IGUANATEXCURSOR" val="9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5.24181"/>
  <p:tag name="ORIGINALWIDTH" val="110.9861"/>
  <p:tag name="LATEXADDIN" val="\documentclass{article}&#10;\usepackage{amsmath}&#10;\pagestyle{empty}&#10;\begin{document}&#10;&#10;$\mapsto$&#10;&#10;&#10;\end{document}"/>
  <p:tag name="IGUANATEXSIZE" val="80"/>
  <p:tag name="IGUANATEXCURSOR" val="8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86.23921"/>
  <p:tag name="LATEXADDIN" val="\documentclass{article}&#10;\usepackage{amsmath}&#10;\pagestyle{empty}&#10;\begin{document}&#10;&#10;$A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5.24181"/>
  <p:tag name="ORIGINALWIDTH" val="110.9861"/>
  <p:tag name="LATEXADDIN" val="\documentclass{article}&#10;\usepackage{amsmath}&#10;\pagestyle{empty}&#10;\begin{document}&#10;&#10;$\mapsto$&#10;&#10;&#10;\end{document}"/>
  <p:tag name="IGUANATEXSIZE" val="80"/>
  <p:tag name="IGUANATEXCURSOR" val="8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2.7372"/>
  <p:tag name="ORIGINALWIDTH" val="208.4739"/>
  <p:tag name="LATEXADDIN" val="\documentclass{article}&#10;\usepackage{amsmath}&#10;\pagestyle{empty}&#10;\begin{document}&#10;&#10;$A^{-1}$&#10;&#10;&#10;\end{document}"/>
  <p:tag name="IGUANATEXSIZE" val="30"/>
  <p:tag name="IGUANATEXCURSOR" val="8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9.74126"/>
  <p:tag name="ORIGINALWIDTH" val="215.2231"/>
  <p:tag name="LATEXADDIN" val="\documentclass{article}&#10;\usepackage{amsmath}&#10;\pagestyle{empty}&#10;\begin{document}&#10;&#10;&#10;$\Longleftrightarrow$&#10;&#10;\end{document}"/>
  <p:tag name="IGUANATEXSIZE" val="20"/>
  <p:tag name="IGUANATEXCURSOR" val="9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55.4556"/>
  <p:tag name="LATEXADDIN" val="\documentclass{article}&#10;\usepackage{amsmath}&#10;\pagestyle{empty}&#10;\begin{document}&#10;&#10;$(z_1,z_2)$&#10;&#10;&#10;\end{document}"/>
  <p:tag name="IGUANATEXSIZE" val="30"/>
  <p:tag name="IGUANATEXCURSOR" val="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5.24181"/>
  <p:tag name="ORIGINALWIDTH" val="110.9861"/>
  <p:tag name="LATEXADDIN" val="\documentclass{article}&#10;\usepackage{amsmath}&#10;\pagestyle{empty}&#10;\begin{document}&#10;&#10;$\mapsto$&#10;&#10;&#10;\end{document}"/>
  <p:tag name="IGUANATEXSIZE" val="80"/>
  <p:tag name="IGUANATEXCURSOR" val="8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86.23921"/>
  <p:tag name="LATEXADDIN" val="\documentclass{article}&#10;\usepackage{amsmath}&#10;\pagestyle{empty}&#10;\begin{document}&#10;&#10;$A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5.24181"/>
  <p:tag name="ORIGINALWIDTH" val="110.9861"/>
  <p:tag name="LATEXADDIN" val="\documentclass{article}&#10;\usepackage{amsmath}&#10;\pagestyle{empty}&#10;\begin{document}&#10;&#10;$\mapsto$&#10;&#10;&#10;\end{document}"/>
  <p:tag name="IGUANATEXSIZE" val="80"/>
  <p:tag name="IGUANATEXCURSOR" val="8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.73937"/>
  <p:tag name="ORIGINALWIDTH" val="89.98874"/>
  <p:tag name="LATEXADDIN" val="\documentclass{article}&#10;\usepackage{amsmath}&#10;\pagestyle{empty}&#10;\begin{document}&#10;&#10;$B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1213.348"/>
  <p:tag name="LATEXADDIN" val="\documentclass{article}&#10;\usepackage{amsmath}&#10;\usepackage{bm}&#10;\pagestyle{empty}&#10;\begin{document}&#10;&#10;\begin{align}&#10;AA^{-1} = E_2 =&#10;\begin{pmatrix}&#10;1 &amp; 0 \\[4pt]&#10;0 &amp; 1&#10;\end{pmatrix}&#10;\nonumber&#10;\end{align}&#10;&#10;\end{document}"/>
  <p:tag name="IGUANATEXSIZE" val="30"/>
  <p:tag name="IGUANATEXCURSOR" val="12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5.24181"/>
  <p:tag name="ORIGINALWIDTH" val="110.9861"/>
  <p:tag name="LATEXADDIN" val="\documentclass{article}&#10;\usepackage{amsmath}&#10;\pagestyle{empty}&#10;\begin{document}&#10;&#10;$\mapsto$&#10;&#10;&#10;\end{document}"/>
  <p:tag name="IGUANATEXSIZE" val="80"/>
  <p:tag name="IGUANATEXCURSOR" val="8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86.23921"/>
  <p:tag name="LATEXADDIN" val="\documentclass{article}&#10;\usepackage{amsmath}&#10;\pagestyle{empty}&#10;\begin{document}&#10;&#10;$A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5.24181"/>
  <p:tag name="ORIGINALWIDTH" val="110.9861"/>
  <p:tag name="LATEXADDIN" val="\documentclass{article}&#10;\usepackage{amsmath}&#10;\pagestyle{empty}&#10;\begin{document}&#10;&#10;$\mapsto$&#10;&#10;&#10;\end{document}"/>
  <p:tag name="IGUANATEXSIZE" val="80"/>
  <p:tag name="IGUANATEXCURSOR" val="8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2.7372"/>
  <p:tag name="ORIGINALWIDTH" val="208.4739"/>
  <p:tag name="LATEXADDIN" val="\documentclass{article}&#10;\usepackage{amsmath}&#10;\pagestyle{empty}&#10;\begin{document}&#10;&#10;$A^{-1}$&#10;&#10;&#10;\end{document}"/>
  <p:tag name="IGUANATEXSIZE" val="30"/>
  <p:tag name="IGUANATEXCURSOR" val="8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\begin{align}&#10;\bm{\bet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5.2343"/>
  <p:tag name="LATEXADDIN" val="\documentclass{article}&#10;\usepackage{amsmath}&#10;\usepackage{bm}&#10;\pagestyle{empty}&#10;\begin{document}&#10;&#10;\begin{align}&#10;\bm{\beta}_2&#10;\nonumber&#10;\end{align}&#10;&#10;\end{document}"/>
  <p:tag name="IGUANATEXSIZE" val="30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13.2358"/>
  <p:tag name="LATEXADDIN" val="\documentclass{article}&#10;\usepackage{amsmath}&#10;\pagestyle{empty}&#10;\begin{document}&#10;&#10;$x_3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\begin{align}&#10;\bm{\bet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4.7131"/>
  <p:tag name="ORIGINALWIDTH" val="1436.82"/>
  <p:tag name="LATEXADDIN" val="\documentclass{article}&#10;\usepackage{amsmath}&#10;\usepackage{bm}&#10;\pagestyle{empty}&#10;\begin{document}&#10;&#10;\begin{align}&#10;x_1 = \dfrac{|x_1 \bm{\beta}_1|}{|\bm{\beta}_1|}&#10;= \dfrac{\mathrm{det}(\bm{y}, \bm{\beta}_2)}{\mathrm{det}(\bm{\beta}_1, \bm{\beta}_2)}&#10;\nonumber&#10;\end{align}&#10;&#10;\end{document}"/>
  <p:tag name="IGUANATEXSIZE" val="30"/>
  <p:tag name="IGUANATEXCURSOR" val="18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\begin{align}&#10;\bm{\bet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5.2343"/>
  <p:tag name="LATEXADDIN" val="\documentclass{article}&#10;\usepackage{amsmath}&#10;\usepackage{bm}&#10;\pagestyle{empty}&#10;\begin{document}&#10;&#10;\begin{align}&#10;\bm{\beta}_2&#10;\nonumber&#10;\end{align}&#10;&#10;\end{document}"/>
  <p:tag name="IGUANATEXSIZE" val="30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247.4691"/>
  <p:tag name="LATEXADDIN" val="\documentclass{article}&#10;\usepackage{amsmath}&#10;\usepackage{bm}&#10;\pagestyle{empty}&#10;\begin{document}&#10;&#10;\begin{align}&#10;x_1 \bm{\beta}_1&#10;\nonumber&#10;\end{align}&#10;&#10;\end{document}"/>
  <p:tag name="IGUANATEXSIZE" val="30"/>
  <p:tag name="IGUANATEXCURSOR" val="11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1.73976"/>
  <p:tag name="ORIGINALWIDTH" val="68.99134"/>
  <p:tag name="LATEXADDIN" val="\documentclass{article}&#10;\usepackage{amsmath}&#10;\usepackage{bm}&#10;\pagestyle{empty}&#10;\begin{document}&#10;&#10;\begin{align}&#10;\bm{y}&#10;\nonumber&#10;\end{align}&#10;&#10;\end{document}"/>
  <p:tag name="IGUANATEXSIZE" val="30"/>
  <p:tag name="IGUANATEXCURSOR" val="11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247.4691"/>
  <p:tag name="LATEXADDIN" val="\documentclass{article}&#10;\usepackage{amsmath}&#10;\usepackage{bm}&#10;\pagestyle{empty}&#10;\begin{document}&#10;&#10;\begin{align}&#10;x_1 \bm{\beta}_1&#10;\nonumber&#10;\end{align}&#10;&#10;\end{document}"/>
  <p:tag name="IGUANATEXSIZE" val="30"/>
  <p:tag name="IGUANATEXCURSOR" val="11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250.4687"/>
  <p:tag name="LATEXADDIN" val="\documentclass{article}&#10;\usepackage{amsmath}&#10;\usepackage{bm}&#10;\pagestyle{empty}&#10;\begin{document}&#10;&#10;\begin{align}&#10;x_2 \bm{\beta}_2&#10;\nonumber&#10;\end{align}&#10;&#10;\end{document}"/>
  <p:tag name="IGUANATEXSIZE" val="30"/>
  <p:tag name="IGUANATEXCURSOR" val="11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.4859"/>
  <p:tag name="ORIGINALWIDTH" val="911.136"/>
  <p:tag name="LATEXADDIN" val="\documentclass{article}&#10;\usepackage{amsmath}&#10;\usepackage{bm}&#10;\pagestyle{empty}&#10;\begin{document}&#10;&#10;\begin{align}&#10;\bm{y} = x_1 \bm{\beta}_1 + x_2 \bm{\beta}_2&#10;\nonumber&#10;\end{align}&#10;&#10;\end{document}"/>
  <p:tag name="IGUANATEXSIZE" val="30"/>
  <p:tag name="IGUANATEXCURSOR" val="15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\begin{align}&#10;\bm{\bet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5.2343"/>
  <p:tag name="LATEXADDIN" val="\documentclass{article}&#10;\usepackage{amsmath}&#10;\usepackage{bm}&#10;\pagestyle{empty}&#10;\begin{document}&#10;&#10;\begin{align}&#10;\bm{\beta}_2&#10;\nonumber&#10;\end{align}&#10;&#10;\end{document}"/>
  <p:tag name="IGUANATEXSIZE" val="30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1.73976"/>
  <p:tag name="ORIGINALWIDTH" val="68.99134"/>
  <p:tag name="LATEXADDIN" val="\documentclass{article}&#10;\usepackage{amsmath}&#10;\usepackage{bm}&#10;\pagestyle{empty}&#10;\begin{document}&#10;&#10;\begin{align}&#10;\bm{y}&#10;\nonumber&#10;\end{align}&#10;&#10;\end{document}"/>
  <p:tag name="IGUANATEXSIZE" val="30"/>
  <p:tag name="IGUANATEXCURSOR" val="11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247.4691"/>
  <p:tag name="LATEXADDIN" val="\documentclass{article}&#10;\usepackage{amsmath}&#10;\usepackage{bm}&#10;\pagestyle{empty}&#10;\begin{document}&#10;&#10;\begin{align}&#10;x_1 \bm{\beta}_1&#10;\nonumber&#10;\end{align}&#10;&#10;\end{document}"/>
  <p:tag name="IGUANATEXSIZE" val="30"/>
  <p:tag name="IGUANATEXCURSOR" val="11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250.4687"/>
  <p:tag name="LATEXADDIN" val="\documentclass{article}&#10;\usepackage{amsmath}&#10;\usepackage{bm}&#10;\pagestyle{empty}&#10;\begin{document}&#10;&#10;\begin{align}&#10;x_2 \bm{\beta}_2&#10;\nonumber&#10;\end{align}&#10;&#10;\end{document}"/>
  <p:tag name="IGUANATEXSIZE" val="30"/>
  <p:tag name="IGUANATEXCURSOR" val="11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.4859"/>
  <p:tag name="ORIGINALWIDTH" val="911.136"/>
  <p:tag name="LATEXADDIN" val="\documentclass{article}&#10;\usepackage{amsmath}&#10;\usepackage{bm}&#10;\pagestyle{empty}&#10;\begin{document}&#10;&#10;\begin{align}&#10;\bm{y} = x_1 \bm{\beta}_1 + x_2 \bm{\beta}_2&#10;\nonumber&#10;\end{align}&#10;&#10;\end{document}"/>
  <p:tag name="IGUANATEXSIZE" val="30"/>
  <p:tag name="IGUANATEXCURSOR" val="15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\begin{align}&#10;\bm{\bet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5.2343"/>
  <p:tag name="LATEXADDIN" val="\documentclass{article}&#10;\usepackage{amsmath}&#10;\usepackage{bm}&#10;\pagestyle{empty}&#10;\begin{document}&#10;&#10;\begin{align}&#10;\bm{\beta}_2&#10;\nonumber&#10;\end{align}&#10;&#10;\end{document}"/>
  <p:tag name="IGUANATEXSIZE" val="30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1.73976"/>
  <p:tag name="ORIGINALWIDTH" val="68.99134"/>
  <p:tag name="LATEXADDIN" val="\documentclass{article}&#10;\usepackage{amsmath}&#10;\usepackage{bm}&#10;\pagestyle{empty}&#10;\begin{document}&#10;&#10;\begin{align}&#10;\bm{y}&#10;\nonumber&#10;\end{align}&#10;&#10;\end{document}"/>
  <p:tag name="IGUANATEXSIZE" val="30"/>
  <p:tag name="IGUANATEXCURSOR" val="11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4.7131"/>
  <p:tag name="ORIGINALWIDTH" val="1436.82"/>
  <p:tag name="LATEXADDIN" val="\documentclass{article}&#10;\usepackage{amsmath}&#10;\usepackage{bm}&#10;\pagestyle{empty}&#10;\begin{document}&#10;&#10;\begin{align}&#10;x_2 = \dfrac{|x_2 \bm{\beta}_2|}{|\bm{\beta}_2|}&#10;= \dfrac{\mathrm{det}(\bm{\beta}_1, \bm{y})}{\mathrm{det}(\bm{\beta}_1, \bm{\beta}_2)}&#10;\nonumber&#10;\end{align}&#10;&#10;\end{document}"/>
  <p:tag name="IGUANATEXSIZE" val="30"/>
  <p:tag name="IGUANATEXCURSOR" val="20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\begin{align}&#10;\bm{\bet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5.2343"/>
  <p:tag name="LATEXADDIN" val="\documentclass{article}&#10;\usepackage{amsmath}&#10;\usepackage{bm}&#10;\pagestyle{empty}&#10;\begin{document}&#10;&#10;\begin{align}&#10;\bm{\beta}_2&#10;\nonumber&#10;\end{align}&#10;&#10;\end{document}"/>
  <p:tag name="IGUANATEXSIZE" val="30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250.4687"/>
  <p:tag name="LATEXADDIN" val="\documentclass{article}&#10;\usepackage{amsmath}&#10;\usepackage{bm}&#10;\pagestyle{empty}&#10;\begin{document}&#10;&#10;\begin{align}&#10;x_2 \bm{\beta}_2&#10;\nonumber&#10;\end{align}&#10;&#10;\end{document}"/>
  <p:tag name="IGUANATEXSIZE" val="30"/>
  <p:tag name="IGUANATEXCURSOR" val="11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1.73976"/>
  <p:tag name="ORIGINALWIDTH" val="68.99134"/>
  <p:tag name="LATEXADDIN" val="\documentclass{article}&#10;\usepackage{amsmath}&#10;\usepackage{bm}&#10;\pagestyle{empty}&#10;\begin{document}&#10;&#10;\begin{align}&#10;\bm{y}&#10;\nonumber&#10;\end{align}&#10;&#10;\end{document}"/>
  <p:tag name="IGUANATEXSIZE" val="30"/>
  <p:tag name="IGUANATEXCURSOR" val="11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527</TotalTime>
  <Words>439</Words>
  <Application>Microsoft Office PowerPoint</Application>
  <PresentationFormat>宽屏</PresentationFormat>
  <Paragraphs>53</Paragraphs>
  <Slides>34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0" baseType="lpstr">
      <vt:lpstr>等线</vt:lpstr>
      <vt:lpstr>等线 Light</vt:lpstr>
      <vt:lpstr>黑体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lrj</dc:creator>
  <cp:lastModifiedBy>lrj</cp:lastModifiedBy>
  <cp:revision>2</cp:revision>
  <dcterms:created xsi:type="dcterms:W3CDTF">2025-10-26T00:13:23Z</dcterms:created>
  <dcterms:modified xsi:type="dcterms:W3CDTF">2025-10-26T09:00:48Z</dcterms:modified>
</cp:coreProperties>
</file>