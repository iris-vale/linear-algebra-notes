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2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3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4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5.xml" ContentType="application/vnd.openxmlformats-officedocument.presentationml.notesSl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notesSlides/notesSlide6.xml" ContentType="application/vnd.openxmlformats-officedocument.presentationml.notesSlide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notesSlides/notesSlide7.xml" ContentType="application/vnd.openxmlformats-officedocument.presentationml.notesSlide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notesSlides/notesSlide8.xml" ContentType="application/vnd.openxmlformats-officedocument.presentationml.notesSlide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notesSlides/notesSlide9.xml" ContentType="application/vnd.openxmlformats-officedocument.presentationml.notesSlide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notesSlides/notesSlide10.xml" ContentType="application/vnd.openxmlformats-officedocument.presentationml.notesSlide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notesSlides/notesSlide11.xml" ContentType="application/vnd.openxmlformats-officedocument.presentationml.notesSlide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notesSlides/notesSlide12.xml" ContentType="application/vnd.openxmlformats-officedocument.presentationml.notesSlide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notesSlides/notesSlide13.xml" ContentType="application/vnd.openxmlformats-officedocument.presentationml.notesSlide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notesSlides/notesSlide14.xml" ContentType="application/vnd.openxmlformats-officedocument.presentationml.notesSlide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notesSlides/notesSlide15.xml" ContentType="application/vnd.openxmlformats-officedocument.presentationml.notesSlide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notesSlides/notesSlide16.xml" ContentType="application/vnd.openxmlformats-officedocument.presentationml.notesSlide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notesSlides/notesSlide17.xml" ContentType="application/vnd.openxmlformats-officedocument.presentationml.notesSlide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notesSlides/notesSlide18.xml" ContentType="application/vnd.openxmlformats-officedocument.presentationml.notesSlide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23"/>
  </p:notesMasterIdLst>
  <p:sldIdLst>
    <p:sldId id="257" r:id="rId2"/>
    <p:sldId id="260" r:id="rId3"/>
    <p:sldId id="261" r:id="rId4"/>
    <p:sldId id="262" r:id="rId5"/>
    <p:sldId id="264" r:id="rId6"/>
    <p:sldId id="266" r:id="rId7"/>
    <p:sldId id="267" r:id="rId8"/>
    <p:sldId id="268" r:id="rId9"/>
    <p:sldId id="278" r:id="rId10"/>
    <p:sldId id="269" r:id="rId11"/>
    <p:sldId id="271" r:id="rId12"/>
    <p:sldId id="265" r:id="rId13"/>
    <p:sldId id="270" r:id="rId14"/>
    <p:sldId id="274" r:id="rId15"/>
    <p:sldId id="273" r:id="rId16"/>
    <p:sldId id="276" r:id="rId17"/>
    <p:sldId id="277" r:id="rId18"/>
    <p:sldId id="275" r:id="rId19"/>
    <p:sldId id="279" r:id="rId20"/>
    <p:sldId id="280" r:id="rId21"/>
    <p:sldId id="281" r:id="rId22"/>
  </p:sldIdLst>
  <p:sldSz cx="12599988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BBDB"/>
    <a:srgbClr val="BFD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4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937FB-A9E8-472A-843D-2E3BB308CB27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079625" y="1143000"/>
            <a:ext cx="2698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ED23D-B962-4244-8D3E-50C0294266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57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42682-71BF-5C4B-FFD2-29216E555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C551D1-F141-F0F6-3D17-C1CD04439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3737B9-ADAB-55CF-3774-42DA34683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5B64F-ADEA-2CF7-9AB6-C6FAEC7F8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49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1EEA-74BE-0AC5-221A-223B2E987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497F19-1B78-A38C-81AD-36F9C0135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F96956-C74C-BCE0-EAFF-4912DE3CC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F13A0E-AA5D-9829-C762-DF6141C79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474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2727F-CE41-D911-FC96-3B8AEE4C9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0C0F5B-ED10-C7CA-5C84-BF174C8D8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E85C6B-47F7-7FF6-B33C-FEBD68908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13A2FB-019D-728D-5482-7E93585F6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783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F1701-345E-4452-6FAE-9109E16FC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878722-38C4-5B58-F4B5-A3CB8CF5B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2C516C-75F0-67BB-F714-3AC232219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54ABDA-03B6-B2AA-248D-A4828D0E4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347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E1668-4D0F-9B85-DCEE-B49BDBF7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798FAE-D6FA-0AED-7751-4D62F6F04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6A42EC-FBBD-6E47-1D58-6F8B32AB7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0251FB-B052-6CB0-B3B7-F31C39F79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262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321CC-1CD2-311E-46E4-9A0A93DB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EAAB5A-6C6E-9692-9A26-07CC306F0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114212-424B-6947-E9C1-A2C30CC40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818E5A-3381-F03C-8C00-CBE596B93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64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FCEBF-D3AC-8FAA-3907-B5C081C02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F0BC1D-DDD5-EA5A-D159-CD14BC233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F71166-42C7-C59A-4DEA-8EE8DA02E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D48397-1A25-BE06-0608-BE573746C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793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277F9-6DB5-01B0-01DA-BAF602F3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D86A8A-F442-4C4C-8F01-35B0C75FD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B7B342-EAF7-FD53-642F-91CE4D42B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A7F112-A299-9558-1D63-A01750519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718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C95B-0D8C-69CE-2FD6-53AC5A77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85D720-99F6-CE7A-4CD7-1A36FDD2E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9E1DC1-A2EA-C468-1608-521750462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58BA33-64F2-4A4A-5293-7B0EE3BEF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275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D6B63-06E0-0F47-3C7C-82DAC8877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5D2E2A-AD6B-E12D-5961-1676F0780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4505A0-A37D-87E5-D8ED-804E65A24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01793A-5D32-FF3C-104B-E552BF2FE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313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5054-A2B6-63DC-0D8E-7720767DA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DF8967-EEF0-C51F-DB91-993205D5A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956844-3D8E-B145-EC45-483A7E055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A9CA93-0728-802A-488C-806DB9BF9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210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8B1BB-3777-FBEE-FB68-CBE97F54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71D215-ED0D-8F3F-7E46-5EC67870D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2D43B2-7B5B-782C-3656-7A4E4AE65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0C97E7-BD5A-D834-1A73-F63C5E321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114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7EA9F-DFF8-523B-722B-337C3D33C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426DB1-939D-22C8-1881-F1C575DDF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D1CEC3-EC30-829B-A559-D351BF9D2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EF885-CCE3-E2B2-290D-AFCD146EC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345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4C03B-E55F-BEDB-E718-97C547D1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0D4772-8F2B-2733-A21D-E5ADFACEF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1EDED3-26AA-A27B-2A20-7888CE78A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6E6B80-3EA5-AC0D-4029-15C7155E1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407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A8209-C5ED-F61E-1EA8-01B976026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5B24B0-AA38-8FC1-725A-8ED74E290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593E93-5206-F34F-08CD-D3ABAADEF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7A1604-8419-9A0E-6124-92E073A42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92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E8787-D730-3CA4-85E3-28B268F4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A2EFF2-046B-87FF-BBBE-435B2EB87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5CF8D5-6747-55D3-5C32-B80D622D3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DA6EA5-80DA-29A2-9FA0-7E95EFFAD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3058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995BC-6EF5-4A6E-DC7C-21059F16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E8CDA8-FA24-6930-3583-40495EE7A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134EDA-22BD-D989-CDFF-047B333D0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5D7D9F-A22B-65A6-E3C7-D70FFF0EC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7639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C45F1-DC56-A636-EC3C-78FF3F795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0FC43D-F110-E927-9296-A389578DF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430691-79B6-6F9E-08CC-A94FE9F75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62B856-E338-5469-0999-60B4689AB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5348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B4BAE-BF77-1067-14BB-D45069EB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D0ED15-6BC9-D073-FC12-7BA29AFBA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27E364-4401-171D-90A8-45442E4D1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76AFE0-7566-E89E-511D-2D166EEC3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14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2356703"/>
            <a:ext cx="10709990" cy="5013407"/>
          </a:xfrm>
        </p:spPr>
        <p:txBody>
          <a:bodyPr anchor="b"/>
          <a:lstStyle>
            <a:lvl1pPr algn="ctr">
              <a:defRPr sz="8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7563446"/>
            <a:ext cx="9449991" cy="3476717"/>
          </a:xfrm>
        </p:spPr>
        <p:txBody>
          <a:bodyPr/>
          <a:lstStyle>
            <a:lvl1pPr marL="0" indent="0" algn="ctr">
              <a:buNone/>
              <a:defRPr sz="3307"/>
            </a:lvl1pPr>
            <a:lvl2pPr marL="630022" indent="0" algn="ctr">
              <a:buNone/>
              <a:defRPr sz="2756"/>
            </a:lvl2pPr>
            <a:lvl3pPr marL="1260043" indent="0" algn="ctr">
              <a:buNone/>
              <a:defRPr sz="2480"/>
            </a:lvl3pPr>
            <a:lvl4pPr marL="1890065" indent="0" algn="ctr">
              <a:buNone/>
              <a:defRPr sz="2205"/>
            </a:lvl4pPr>
            <a:lvl5pPr marL="2520086" indent="0" algn="ctr">
              <a:buNone/>
              <a:defRPr sz="2205"/>
            </a:lvl5pPr>
            <a:lvl6pPr marL="3150108" indent="0" algn="ctr">
              <a:buNone/>
              <a:defRPr sz="2205"/>
            </a:lvl6pPr>
            <a:lvl7pPr marL="3780130" indent="0" algn="ctr">
              <a:buNone/>
              <a:defRPr sz="2205"/>
            </a:lvl7pPr>
            <a:lvl8pPr marL="4410151" indent="0" algn="ctr">
              <a:buNone/>
              <a:defRPr sz="2205"/>
            </a:lvl8pPr>
            <a:lvl9pPr marL="5040173" indent="0" algn="ctr">
              <a:buNone/>
              <a:defRPr sz="220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739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63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3590057"/>
            <a:ext cx="10867490" cy="5990088"/>
          </a:xfrm>
        </p:spPr>
        <p:txBody>
          <a:bodyPr anchor="b"/>
          <a:lstStyle>
            <a:lvl1pPr>
              <a:defRPr sz="8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9636813"/>
            <a:ext cx="10867490" cy="3150046"/>
          </a:xfrm>
        </p:spPr>
        <p:txBody>
          <a:bodyPr/>
          <a:lstStyle>
            <a:lvl1pPr marL="0" indent="0">
              <a:buNone/>
              <a:defRPr sz="3307">
                <a:solidFill>
                  <a:schemeClr val="tx1"/>
                </a:solidFill>
              </a:defRPr>
            </a:lvl1pPr>
            <a:lvl2pPr marL="630022" indent="0">
              <a:buNone/>
              <a:defRPr sz="2756">
                <a:solidFill>
                  <a:schemeClr val="tx1">
                    <a:tint val="75000"/>
                  </a:schemeClr>
                </a:solidFill>
              </a:defRPr>
            </a:lvl2pPr>
            <a:lvl3pPr marL="1260043" indent="0">
              <a:buNone/>
              <a:defRPr sz="2480">
                <a:solidFill>
                  <a:schemeClr val="tx1">
                    <a:tint val="75000"/>
                  </a:schemeClr>
                </a:solidFill>
              </a:defRPr>
            </a:lvl3pPr>
            <a:lvl4pPr marL="1890065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4pPr>
            <a:lvl5pPr marL="2520086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5pPr>
            <a:lvl6pPr marL="3150108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6pPr>
            <a:lvl7pPr marL="378013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7pPr>
            <a:lvl8pPr marL="4410151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8pPr>
            <a:lvl9pPr marL="5040173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206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3833390"/>
            <a:ext cx="5354995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3833390"/>
            <a:ext cx="5354995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75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766681"/>
            <a:ext cx="10867490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2" y="3530053"/>
            <a:ext cx="5330385" cy="1730025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2" y="5260078"/>
            <a:ext cx="5330385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5" y="3530053"/>
            <a:ext cx="5356636" cy="1730025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5" y="5260078"/>
            <a:ext cx="5356636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5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34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30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960014"/>
            <a:ext cx="4063824" cy="336005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2073367"/>
            <a:ext cx="6378744" cy="10233485"/>
          </a:xfrm>
        </p:spPr>
        <p:txBody>
          <a:bodyPr/>
          <a:lstStyle>
            <a:lvl1pPr>
              <a:defRPr sz="4410"/>
            </a:lvl1pPr>
            <a:lvl2pPr>
              <a:defRPr sz="3858"/>
            </a:lvl2pPr>
            <a:lvl3pPr>
              <a:defRPr sz="3307"/>
            </a:lvl3pPr>
            <a:lvl4pPr>
              <a:defRPr sz="2756"/>
            </a:lvl4pPr>
            <a:lvl5pPr>
              <a:defRPr sz="2756"/>
            </a:lvl5pPr>
            <a:lvl6pPr>
              <a:defRPr sz="2756"/>
            </a:lvl6pPr>
            <a:lvl7pPr>
              <a:defRPr sz="2756"/>
            </a:lvl7pPr>
            <a:lvl8pPr>
              <a:defRPr sz="2756"/>
            </a:lvl8pPr>
            <a:lvl9pPr>
              <a:defRPr sz="275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4320064"/>
            <a:ext cx="4063824" cy="8003453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54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960014"/>
            <a:ext cx="4063824" cy="336005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2073367"/>
            <a:ext cx="6378744" cy="10233485"/>
          </a:xfrm>
        </p:spPr>
        <p:txBody>
          <a:bodyPr anchor="t"/>
          <a:lstStyle>
            <a:lvl1pPr marL="0" indent="0">
              <a:buNone/>
              <a:defRPr sz="4410"/>
            </a:lvl1pPr>
            <a:lvl2pPr marL="630022" indent="0">
              <a:buNone/>
              <a:defRPr sz="3858"/>
            </a:lvl2pPr>
            <a:lvl3pPr marL="1260043" indent="0">
              <a:buNone/>
              <a:defRPr sz="3307"/>
            </a:lvl3pPr>
            <a:lvl4pPr marL="1890065" indent="0">
              <a:buNone/>
              <a:defRPr sz="2756"/>
            </a:lvl4pPr>
            <a:lvl5pPr marL="2520086" indent="0">
              <a:buNone/>
              <a:defRPr sz="2756"/>
            </a:lvl5pPr>
            <a:lvl6pPr marL="3150108" indent="0">
              <a:buNone/>
              <a:defRPr sz="2756"/>
            </a:lvl6pPr>
            <a:lvl7pPr marL="3780130" indent="0">
              <a:buNone/>
              <a:defRPr sz="2756"/>
            </a:lvl7pPr>
            <a:lvl8pPr marL="4410151" indent="0">
              <a:buNone/>
              <a:defRPr sz="2756"/>
            </a:lvl8pPr>
            <a:lvl9pPr marL="5040173" indent="0">
              <a:buNone/>
              <a:defRPr sz="275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4320064"/>
            <a:ext cx="4063824" cy="8003453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880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74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766678"/>
            <a:ext cx="2716872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50" y="766678"/>
            <a:ext cx="7993117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73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766681"/>
            <a:ext cx="1086749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3833390"/>
            <a:ext cx="1086749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13346867"/>
            <a:ext cx="283499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A963F-6EDE-4318-9208-FBD4C12C329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13346867"/>
            <a:ext cx="42524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13346867"/>
            <a:ext cx="283499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65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1260043" rtl="0" eaLnBrk="1" latinLnBrk="0" hangingPunct="1">
        <a:lnSpc>
          <a:spcPct val="90000"/>
        </a:lnSpc>
        <a:spcBef>
          <a:spcPct val="0"/>
        </a:spcBef>
        <a:buNone/>
        <a:defRPr sz="60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5011" indent="-315011" algn="l" defTabSz="1260043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3858" kern="1200">
          <a:solidFill>
            <a:schemeClr val="tx1"/>
          </a:solidFill>
          <a:latin typeface="+mn-lt"/>
          <a:ea typeface="+mn-ea"/>
          <a:cs typeface="+mn-cs"/>
        </a:defRPr>
      </a:lvl1pPr>
      <a:lvl2pPr marL="945032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2pPr>
      <a:lvl3pPr marL="1575054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3pPr>
      <a:lvl4pPr marL="2205076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835097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465119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4095140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725162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355184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30022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2pPr>
      <a:lvl3pPr marL="1260043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890065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520086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150108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3780130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410151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040173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image" Target="../media/image1.png"/><Relationship Id="rId26" Type="http://schemas.openxmlformats.org/officeDocument/2006/relationships/image" Target="../media/image9.png"/><Relationship Id="rId3" Type="http://schemas.openxmlformats.org/officeDocument/2006/relationships/tags" Target="../tags/tag3.xml"/><Relationship Id="rId21" Type="http://schemas.openxmlformats.org/officeDocument/2006/relationships/image" Target="../media/image4.png"/><Relationship Id="rId34" Type="http://schemas.openxmlformats.org/officeDocument/2006/relationships/image" Target="../media/image17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.xml"/><Relationship Id="rId25" Type="http://schemas.openxmlformats.org/officeDocument/2006/relationships/image" Target="../media/image8.png"/><Relationship Id="rId33" Type="http://schemas.openxmlformats.org/officeDocument/2006/relationships/image" Target="../media/image16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3.png"/><Relationship Id="rId29" Type="http://schemas.openxmlformats.org/officeDocument/2006/relationships/image" Target="../media/image1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7.png"/><Relationship Id="rId32" Type="http://schemas.openxmlformats.org/officeDocument/2006/relationships/image" Target="../media/image15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6.png"/><Relationship Id="rId28" Type="http://schemas.openxmlformats.org/officeDocument/2006/relationships/image" Target="../media/image11.png"/><Relationship Id="rId10" Type="http://schemas.openxmlformats.org/officeDocument/2006/relationships/tags" Target="../tags/tag10.xml"/><Relationship Id="rId19" Type="http://schemas.openxmlformats.org/officeDocument/2006/relationships/image" Target="../media/image2.png"/><Relationship Id="rId31" Type="http://schemas.openxmlformats.org/officeDocument/2006/relationships/image" Target="../media/image1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5.png"/><Relationship Id="rId27" Type="http://schemas.openxmlformats.org/officeDocument/2006/relationships/image" Target="../media/image10.png"/><Relationship Id="rId30" Type="http://schemas.openxmlformats.org/officeDocument/2006/relationships/image" Target="../media/image13.png"/><Relationship Id="rId8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26" Type="http://schemas.openxmlformats.org/officeDocument/2006/relationships/tags" Target="../tags/tag42.xml"/><Relationship Id="rId39" Type="http://schemas.openxmlformats.org/officeDocument/2006/relationships/image" Target="../media/image18.png"/><Relationship Id="rId21" Type="http://schemas.openxmlformats.org/officeDocument/2006/relationships/tags" Target="../tags/tag37.xml"/><Relationship Id="rId34" Type="http://schemas.openxmlformats.org/officeDocument/2006/relationships/tags" Target="../tags/tag50.xml"/><Relationship Id="rId42" Type="http://schemas.openxmlformats.org/officeDocument/2006/relationships/image" Target="../media/image21.png"/><Relationship Id="rId47" Type="http://schemas.openxmlformats.org/officeDocument/2006/relationships/image" Target="../media/image22.png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9" Type="http://schemas.openxmlformats.org/officeDocument/2006/relationships/tags" Target="../tags/tag45.xml"/><Relationship Id="rId11" Type="http://schemas.openxmlformats.org/officeDocument/2006/relationships/tags" Target="../tags/tag27.xml"/><Relationship Id="rId24" Type="http://schemas.openxmlformats.org/officeDocument/2006/relationships/tags" Target="../tags/tag40.xml"/><Relationship Id="rId32" Type="http://schemas.openxmlformats.org/officeDocument/2006/relationships/tags" Target="../tags/tag48.xml"/><Relationship Id="rId37" Type="http://schemas.openxmlformats.org/officeDocument/2006/relationships/tags" Target="../tags/tag53.xml"/><Relationship Id="rId40" Type="http://schemas.openxmlformats.org/officeDocument/2006/relationships/image" Target="../media/image19.png"/><Relationship Id="rId45" Type="http://schemas.openxmlformats.org/officeDocument/2006/relationships/image" Target="../media/image11.png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tags" Target="../tags/tag39.xml"/><Relationship Id="rId28" Type="http://schemas.openxmlformats.org/officeDocument/2006/relationships/tags" Target="../tags/tag44.xml"/><Relationship Id="rId36" Type="http://schemas.openxmlformats.org/officeDocument/2006/relationships/tags" Target="../tags/tag52.xml"/><Relationship Id="rId49" Type="http://schemas.openxmlformats.org/officeDocument/2006/relationships/image" Target="../media/image24.png"/><Relationship Id="rId10" Type="http://schemas.openxmlformats.org/officeDocument/2006/relationships/tags" Target="../tags/tag26.xml"/><Relationship Id="rId19" Type="http://schemas.openxmlformats.org/officeDocument/2006/relationships/tags" Target="../tags/tag35.xml"/><Relationship Id="rId31" Type="http://schemas.openxmlformats.org/officeDocument/2006/relationships/tags" Target="../tags/tag47.xml"/><Relationship Id="rId44" Type="http://schemas.openxmlformats.org/officeDocument/2006/relationships/image" Target="../media/image17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tags" Target="../tags/tag38.xml"/><Relationship Id="rId27" Type="http://schemas.openxmlformats.org/officeDocument/2006/relationships/tags" Target="../tags/tag43.xml"/><Relationship Id="rId30" Type="http://schemas.openxmlformats.org/officeDocument/2006/relationships/tags" Target="../tags/tag46.xml"/><Relationship Id="rId35" Type="http://schemas.openxmlformats.org/officeDocument/2006/relationships/tags" Target="../tags/tag51.xml"/><Relationship Id="rId43" Type="http://schemas.openxmlformats.org/officeDocument/2006/relationships/image" Target="../media/image16.png"/><Relationship Id="rId48" Type="http://schemas.openxmlformats.org/officeDocument/2006/relationships/image" Target="../media/image23.png"/><Relationship Id="rId8" Type="http://schemas.openxmlformats.org/officeDocument/2006/relationships/tags" Target="../tags/tag24.xml"/><Relationship Id="rId3" Type="http://schemas.openxmlformats.org/officeDocument/2006/relationships/tags" Target="../tags/tag19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5" Type="http://schemas.openxmlformats.org/officeDocument/2006/relationships/tags" Target="../tags/tag41.xml"/><Relationship Id="rId33" Type="http://schemas.openxmlformats.org/officeDocument/2006/relationships/tags" Target="../tags/tag49.xml"/><Relationship Id="rId38" Type="http://schemas.openxmlformats.org/officeDocument/2006/relationships/slideLayout" Target="../slideLayouts/slideLayout7.xml"/><Relationship Id="rId46" Type="http://schemas.openxmlformats.org/officeDocument/2006/relationships/image" Target="../media/image12.png"/><Relationship Id="rId20" Type="http://schemas.openxmlformats.org/officeDocument/2006/relationships/tags" Target="../tags/tag36.xml"/><Relationship Id="rId41" Type="http://schemas.openxmlformats.org/officeDocument/2006/relationships/image" Target="../media/image20.png"/><Relationship Id="rId1" Type="http://schemas.openxmlformats.org/officeDocument/2006/relationships/tags" Target="../tags/tag17.xml"/><Relationship Id="rId6" Type="http://schemas.openxmlformats.org/officeDocument/2006/relationships/tags" Target="../tags/tag2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tags" Target="../tags/tag71.xml"/><Relationship Id="rId26" Type="http://schemas.openxmlformats.org/officeDocument/2006/relationships/image" Target="../media/image23.png"/><Relationship Id="rId3" Type="http://schemas.openxmlformats.org/officeDocument/2006/relationships/tags" Target="../tags/tag56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5" Type="http://schemas.openxmlformats.org/officeDocument/2006/relationships/image" Target="../media/image22.png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tags" Target="../tags/tag73.xml"/><Relationship Id="rId29" Type="http://schemas.openxmlformats.org/officeDocument/2006/relationships/image" Target="../media/image17.png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24" Type="http://schemas.openxmlformats.org/officeDocument/2006/relationships/image" Target="../media/image19.png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23" Type="http://schemas.openxmlformats.org/officeDocument/2006/relationships/image" Target="../media/image18.png"/><Relationship Id="rId28" Type="http://schemas.openxmlformats.org/officeDocument/2006/relationships/image" Target="../media/image16.png"/><Relationship Id="rId10" Type="http://schemas.openxmlformats.org/officeDocument/2006/relationships/tags" Target="../tags/tag63.xml"/><Relationship Id="rId19" Type="http://schemas.openxmlformats.org/officeDocument/2006/relationships/tags" Target="../tags/tag72.xml"/><Relationship Id="rId31" Type="http://schemas.openxmlformats.org/officeDocument/2006/relationships/image" Target="../media/image12.png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Relationship Id="rId22" Type="http://schemas.openxmlformats.org/officeDocument/2006/relationships/notesSlide" Target="../notesSlides/notesSlide1.xml"/><Relationship Id="rId27" Type="http://schemas.openxmlformats.org/officeDocument/2006/relationships/image" Target="../media/image25.png"/><Relationship Id="rId30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86.xml"/><Relationship Id="rId18" Type="http://schemas.openxmlformats.org/officeDocument/2006/relationships/tags" Target="../tags/tag91.xml"/><Relationship Id="rId26" Type="http://schemas.openxmlformats.org/officeDocument/2006/relationships/tags" Target="../tags/tag99.xml"/><Relationship Id="rId21" Type="http://schemas.openxmlformats.org/officeDocument/2006/relationships/tags" Target="../tags/tag94.xml"/><Relationship Id="rId34" Type="http://schemas.openxmlformats.org/officeDocument/2006/relationships/image" Target="../media/image17.png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tags" Target="../tags/tag90.xml"/><Relationship Id="rId25" Type="http://schemas.openxmlformats.org/officeDocument/2006/relationships/tags" Target="../tags/tag98.xml"/><Relationship Id="rId33" Type="http://schemas.openxmlformats.org/officeDocument/2006/relationships/image" Target="../media/image26.png"/><Relationship Id="rId2" Type="http://schemas.openxmlformats.org/officeDocument/2006/relationships/tags" Target="../tags/tag75.xml"/><Relationship Id="rId16" Type="http://schemas.openxmlformats.org/officeDocument/2006/relationships/tags" Target="../tags/tag89.xml"/><Relationship Id="rId20" Type="http://schemas.openxmlformats.org/officeDocument/2006/relationships/tags" Target="../tags/tag93.xml"/><Relationship Id="rId29" Type="http://schemas.openxmlformats.org/officeDocument/2006/relationships/image" Target="../media/image18.png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24" Type="http://schemas.openxmlformats.org/officeDocument/2006/relationships/tags" Target="../tags/tag97.xml"/><Relationship Id="rId32" Type="http://schemas.openxmlformats.org/officeDocument/2006/relationships/image" Target="../media/image12.png"/><Relationship Id="rId37" Type="http://schemas.openxmlformats.org/officeDocument/2006/relationships/image" Target="../media/image3.png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23" Type="http://schemas.openxmlformats.org/officeDocument/2006/relationships/tags" Target="../tags/tag96.xml"/><Relationship Id="rId28" Type="http://schemas.openxmlformats.org/officeDocument/2006/relationships/notesSlide" Target="../notesSlides/notesSlide2.xml"/><Relationship Id="rId36" Type="http://schemas.openxmlformats.org/officeDocument/2006/relationships/image" Target="../media/image2.png"/><Relationship Id="rId10" Type="http://schemas.openxmlformats.org/officeDocument/2006/relationships/tags" Target="../tags/tag83.xml"/><Relationship Id="rId19" Type="http://schemas.openxmlformats.org/officeDocument/2006/relationships/tags" Target="../tags/tag92.xml"/><Relationship Id="rId31" Type="http://schemas.openxmlformats.org/officeDocument/2006/relationships/image" Target="../media/image11.png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Relationship Id="rId22" Type="http://schemas.openxmlformats.org/officeDocument/2006/relationships/tags" Target="../tags/tag95.xml"/><Relationship Id="rId27" Type="http://schemas.openxmlformats.org/officeDocument/2006/relationships/slideLayout" Target="../slideLayouts/slideLayout7.xml"/><Relationship Id="rId30" Type="http://schemas.openxmlformats.org/officeDocument/2006/relationships/image" Target="../media/image16.png"/><Relationship Id="rId35" Type="http://schemas.openxmlformats.org/officeDocument/2006/relationships/image" Target="../media/image1.png"/><Relationship Id="rId8" Type="http://schemas.openxmlformats.org/officeDocument/2006/relationships/tags" Target="../tags/tag81.xml"/><Relationship Id="rId3" Type="http://schemas.openxmlformats.org/officeDocument/2006/relationships/tags" Target="../tags/tag7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tags" Target="../tags/tag112.xml"/><Relationship Id="rId18" Type="http://schemas.openxmlformats.org/officeDocument/2006/relationships/tags" Target="../tags/tag117.xml"/><Relationship Id="rId26" Type="http://schemas.openxmlformats.org/officeDocument/2006/relationships/image" Target="../media/image11.png"/><Relationship Id="rId3" Type="http://schemas.openxmlformats.org/officeDocument/2006/relationships/tags" Target="../tags/tag102.xml"/><Relationship Id="rId21" Type="http://schemas.openxmlformats.org/officeDocument/2006/relationships/image" Target="../media/image18.png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17" Type="http://schemas.openxmlformats.org/officeDocument/2006/relationships/tags" Target="../tags/tag116.xml"/><Relationship Id="rId25" Type="http://schemas.openxmlformats.org/officeDocument/2006/relationships/image" Target="../media/image17.png"/><Relationship Id="rId2" Type="http://schemas.openxmlformats.org/officeDocument/2006/relationships/tags" Target="../tags/tag101.xml"/><Relationship Id="rId16" Type="http://schemas.openxmlformats.org/officeDocument/2006/relationships/tags" Target="../tags/tag115.xml"/><Relationship Id="rId20" Type="http://schemas.openxmlformats.org/officeDocument/2006/relationships/notesSlide" Target="../notesSlides/notesSlide3.xml"/><Relationship Id="rId29" Type="http://schemas.openxmlformats.org/officeDocument/2006/relationships/image" Target="../media/image29.png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24" Type="http://schemas.openxmlformats.org/officeDocument/2006/relationships/image" Target="../media/image16.png"/><Relationship Id="rId32" Type="http://schemas.openxmlformats.org/officeDocument/2006/relationships/image" Target="../media/image32.png"/><Relationship Id="rId5" Type="http://schemas.openxmlformats.org/officeDocument/2006/relationships/tags" Target="../tags/tag104.xml"/><Relationship Id="rId15" Type="http://schemas.openxmlformats.org/officeDocument/2006/relationships/tags" Target="../tags/tag114.xml"/><Relationship Id="rId23" Type="http://schemas.openxmlformats.org/officeDocument/2006/relationships/image" Target="../media/image27.png"/><Relationship Id="rId28" Type="http://schemas.openxmlformats.org/officeDocument/2006/relationships/image" Target="../media/image28.png"/><Relationship Id="rId10" Type="http://schemas.openxmlformats.org/officeDocument/2006/relationships/tags" Target="../tags/tag109.xml"/><Relationship Id="rId19" Type="http://schemas.openxmlformats.org/officeDocument/2006/relationships/slideLayout" Target="../slideLayouts/slideLayout7.xml"/><Relationship Id="rId31" Type="http://schemas.openxmlformats.org/officeDocument/2006/relationships/image" Target="../media/image31.png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tags" Target="../tags/tag113.xml"/><Relationship Id="rId22" Type="http://schemas.openxmlformats.org/officeDocument/2006/relationships/image" Target="../media/image19.png"/><Relationship Id="rId27" Type="http://schemas.openxmlformats.org/officeDocument/2006/relationships/image" Target="../media/image12.png"/><Relationship Id="rId30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130.xml"/><Relationship Id="rId18" Type="http://schemas.openxmlformats.org/officeDocument/2006/relationships/tags" Target="../tags/tag135.xml"/><Relationship Id="rId26" Type="http://schemas.openxmlformats.org/officeDocument/2006/relationships/image" Target="../media/image19.png"/><Relationship Id="rId21" Type="http://schemas.openxmlformats.org/officeDocument/2006/relationships/tags" Target="../tags/tag138.xml"/><Relationship Id="rId34" Type="http://schemas.openxmlformats.org/officeDocument/2006/relationships/image" Target="../media/image36.png"/><Relationship Id="rId7" Type="http://schemas.openxmlformats.org/officeDocument/2006/relationships/tags" Target="../tags/tag124.xml"/><Relationship Id="rId12" Type="http://schemas.openxmlformats.org/officeDocument/2006/relationships/tags" Target="../tags/tag129.xml"/><Relationship Id="rId17" Type="http://schemas.openxmlformats.org/officeDocument/2006/relationships/tags" Target="../tags/tag134.xml"/><Relationship Id="rId25" Type="http://schemas.openxmlformats.org/officeDocument/2006/relationships/image" Target="../media/image18.png"/><Relationship Id="rId33" Type="http://schemas.openxmlformats.org/officeDocument/2006/relationships/image" Target="../media/image35.png"/><Relationship Id="rId38" Type="http://schemas.openxmlformats.org/officeDocument/2006/relationships/image" Target="../media/image38.png"/><Relationship Id="rId2" Type="http://schemas.openxmlformats.org/officeDocument/2006/relationships/tags" Target="../tags/tag119.xml"/><Relationship Id="rId16" Type="http://schemas.openxmlformats.org/officeDocument/2006/relationships/tags" Target="../tags/tag133.xml"/><Relationship Id="rId20" Type="http://schemas.openxmlformats.org/officeDocument/2006/relationships/tags" Target="../tags/tag137.xml"/><Relationship Id="rId29" Type="http://schemas.openxmlformats.org/officeDocument/2006/relationships/image" Target="../media/image33.png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24" Type="http://schemas.openxmlformats.org/officeDocument/2006/relationships/notesSlide" Target="../notesSlides/notesSlide4.xml"/><Relationship Id="rId32" Type="http://schemas.openxmlformats.org/officeDocument/2006/relationships/image" Target="../media/image17.png"/><Relationship Id="rId37" Type="http://schemas.openxmlformats.org/officeDocument/2006/relationships/image" Target="../media/image37.png"/><Relationship Id="rId5" Type="http://schemas.openxmlformats.org/officeDocument/2006/relationships/tags" Target="../tags/tag122.xml"/><Relationship Id="rId15" Type="http://schemas.openxmlformats.org/officeDocument/2006/relationships/tags" Target="../tags/tag132.xml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12.png"/><Relationship Id="rId36" Type="http://schemas.openxmlformats.org/officeDocument/2006/relationships/image" Target="../media/image32.png"/><Relationship Id="rId10" Type="http://schemas.openxmlformats.org/officeDocument/2006/relationships/tags" Target="../tags/tag127.xml"/><Relationship Id="rId19" Type="http://schemas.openxmlformats.org/officeDocument/2006/relationships/tags" Target="../tags/tag136.xml"/><Relationship Id="rId31" Type="http://schemas.openxmlformats.org/officeDocument/2006/relationships/image" Target="../media/image16.png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tags" Target="../tags/tag131.xml"/><Relationship Id="rId22" Type="http://schemas.openxmlformats.org/officeDocument/2006/relationships/tags" Target="../tags/tag139.xml"/><Relationship Id="rId27" Type="http://schemas.openxmlformats.org/officeDocument/2006/relationships/image" Target="../media/image11.png"/><Relationship Id="rId30" Type="http://schemas.openxmlformats.org/officeDocument/2006/relationships/image" Target="../media/image34.png"/><Relationship Id="rId35" Type="http://schemas.openxmlformats.org/officeDocument/2006/relationships/image" Target="../media/image31.png"/><Relationship Id="rId8" Type="http://schemas.openxmlformats.org/officeDocument/2006/relationships/tags" Target="../tags/tag125.xml"/><Relationship Id="rId3" Type="http://schemas.openxmlformats.org/officeDocument/2006/relationships/tags" Target="../tags/tag120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26" Type="http://schemas.openxmlformats.org/officeDocument/2006/relationships/slideLayout" Target="../slideLayouts/slideLayout7.xml"/><Relationship Id="rId39" Type="http://schemas.openxmlformats.org/officeDocument/2006/relationships/image" Target="../media/image43.png"/><Relationship Id="rId21" Type="http://schemas.openxmlformats.org/officeDocument/2006/relationships/tags" Target="../tags/tag160.xml"/><Relationship Id="rId34" Type="http://schemas.openxmlformats.org/officeDocument/2006/relationships/image" Target="../media/image34.png"/><Relationship Id="rId42" Type="http://schemas.openxmlformats.org/officeDocument/2006/relationships/image" Target="../media/image36.png"/><Relationship Id="rId7" Type="http://schemas.openxmlformats.org/officeDocument/2006/relationships/tags" Target="../tags/tag14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0" Type="http://schemas.openxmlformats.org/officeDocument/2006/relationships/tags" Target="../tags/tag159.xml"/><Relationship Id="rId29" Type="http://schemas.openxmlformats.org/officeDocument/2006/relationships/image" Target="../media/image19.png"/><Relationship Id="rId41" Type="http://schemas.openxmlformats.org/officeDocument/2006/relationships/image" Target="../media/image35.png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24" Type="http://schemas.openxmlformats.org/officeDocument/2006/relationships/tags" Target="../tags/tag163.xml"/><Relationship Id="rId32" Type="http://schemas.openxmlformats.org/officeDocument/2006/relationships/image" Target="../media/image29.png"/><Relationship Id="rId37" Type="http://schemas.openxmlformats.org/officeDocument/2006/relationships/image" Target="../media/image41.png"/><Relationship Id="rId40" Type="http://schemas.openxmlformats.org/officeDocument/2006/relationships/image" Target="../media/image44.png"/><Relationship Id="rId5" Type="http://schemas.openxmlformats.org/officeDocument/2006/relationships/tags" Target="../tags/tag144.xml"/><Relationship Id="rId15" Type="http://schemas.openxmlformats.org/officeDocument/2006/relationships/tags" Target="../tags/tag154.xml"/><Relationship Id="rId23" Type="http://schemas.openxmlformats.org/officeDocument/2006/relationships/tags" Target="../tags/tag162.xml"/><Relationship Id="rId28" Type="http://schemas.openxmlformats.org/officeDocument/2006/relationships/image" Target="../media/image18.png"/><Relationship Id="rId36" Type="http://schemas.openxmlformats.org/officeDocument/2006/relationships/image" Target="../media/image40.png"/><Relationship Id="rId10" Type="http://schemas.openxmlformats.org/officeDocument/2006/relationships/tags" Target="../tags/tag149.xml"/><Relationship Id="rId19" Type="http://schemas.openxmlformats.org/officeDocument/2006/relationships/tags" Target="../tags/tag158.xml"/><Relationship Id="rId31" Type="http://schemas.openxmlformats.org/officeDocument/2006/relationships/image" Target="../media/image12.png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tags" Target="../tags/tag153.xml"/><Relationship Id="rId22" Type="http://schemas.openxmlformats.org/officeDocument/2006/relationships/tags" Target="../tags/tag161.xml"/><Relationship Id="rId27" Type="http://schemas.openxmlformats.org/officeDocument/2006/relationships/notesSlide" Target="../notesSlides/notesSlide5.xml"/><Relationship Id="rId30" Type="http://schemas.openxmlformats.org/officeDocument/2006/relationships/image" Target="../media/image11.png"/><Relationship Id="rId35" Type="http://schemas.openxmlformats.org/officeDocument/2006/relationships/image" Target="../media/image39.png"/><Relationship Id="rId43" Type="http://schemas.openxmlformats.org/officeDocument/2006/relationships/image" Target="../media/image45.png"/><Relationship Id="rId8" Type="http://schemas.openxmlformats.org/officeDocument/2006/relationships/tags" Target="../tags/tag147.xml"/><Relationship Id="rId3" Type="http://schemas.openxmlformats.org/officeDocument/2006/relationships/tags" Target="../tags/tag142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5" Type="http://schemas.openxmlformats.org/officeDocument/2006/relationships/tags" Target="../tags/tag164.xml"/><Relationship Id="rId33" Type="http://schemas.openxmlformats.org/officeDocument/2006/relationships/image" Target="../media/image28.png"/><Relationship Id="rId38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77.xml"/><Relationship Id="rId18" Type="http://schemas.openxmlformats.org/officeDocument/2006/relationships/tags" Target="../tags/tag182.xml"/><Relationship Id="rId26" Type="http://schemas.openxmlformats.org/officeDocument/2006/relationships/image" Target="../media/image48.png"/><Relationship Id="rId3" Type="http://schemas.openxmlformats.org/officeDocument/2006/relationships/tags" Target="../tags/tag167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171.xml"/><Relationship Id="rId12" Type="http://schemas.openxmlformats.org/officeDocument/2006/relationships/tags" Target="../tags/tag176.xml"/><Relationship Id="rId17" Type="http://schemas.openxmlformats.org/officeDocument/2006/relationships/tags" Target="../tags/tag181.xml"/><Relationship Id="rId25" Type="http://schemas.openxmlformats.org/officeDocument/2006/relationships/image" Target="../media/image47.png"/><Relationship Id="rId33" Type="http://schemas.openxmlformats.org/officeDocument/2006/relationships/image" Target="../media/image51.png"/><Relationship Id="rId2" Type="http://schemas.openxmlformats.org/officeDocument/2006/relationships/tags" Target="../tags/tag166.xml"/><Relationship Id="rId16" Type="http://schemas.openxmlformats.org/officeDocument/2006/relationships/tags" Target="../tags/tag180.xml"/><Relationship Id="rId20" Type="http://schemas.openxmlformats.org/officeDocument/2006/relationships/tags" Target="../tags/tag184.xml"/><Relationship Id="rId29" Type="http://schemas.openxmlformats.org/officeDocument/2006/relationships/image" Target="../media/image49.png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tags" Target="../tags/tag175.xml"/><Relationship Id="rId24" Type="http://schemas.openxmlformats.org/officeDocument/2006/relationships/image" Target="../media/image46.png"/><Relationship Id="rId32" Type="http://schemas.openxmlformats.org/officeDocument/2006/relationships/image" Target="../media/image50.png"/><Relationship Id="rId5" Type="http://schemas.openxmlformats.org/officeDocument/2006/relationships/tags" Target="../tags/tag169.xml"/><Relationship Id="rId15" Type="http://schemas.openxmlformats.org/officeDocument/2006/relationships/tags" Target="../tags/tag179.xml"/><Relationship Id="rId23" Type="http://schemas.openxmlformats.org/officeDocument/2006/relationships/image" Target="../media/image18.png"/><Relationship Id="rId28" Type="http://schemas.openxmlformats.org/officeDocument/2006/relationships/image" Target="../media/image28.png"/><Relationship Id="rId10" Type="http://schemas.openxmlformats.org/officeDocument/2006/relationships/tags" Target="../tags/tag174.xml"/><Relationship Id="rId19" Type="http://schemas.openxmlformats.org/officeDocument/2006/relationships/tags" Target="../tags/tag183.xml"/><Relationship Id="rId31" Type="http://schemas.openxmlformats.org/officeDocument/2006/relationships/image" Target="../media/image34.png"/><Relationship Id="rId4" Type="http://schemas.openxmlformats.org/officeDocument/2006/relationships/tags" Target="../tags/tag168.xml"/><Relationship Id="rId9" Type="http://schemas.openxmlformats.org/officeDocument/2006/relationships/tags" Target="../tags/tag173.xml"/><Relationship Id="rId14" Type="http://schemas.openxmlformats.org/officeDocument/2006/relationships/tags" Target="../tags/tag178.xml"/><Relationship Id="rId22" Type="http://schemas.openxmlformats.org/officeDocument/2006/relationships/notesSlide" Target="../notesSlides/notesSlide6.xml"/><Relationship Id="rId27" Type="http://schemas.openxmlformats.org/officeDocument/2006/relationships/image" Target="../media/image29.png"/><Relationship Id="rId30" Type="http://schemas.openxmlformats.org/officeDocument/2006/relationships/image" Target="../media/image33.png"/><Relationship Id="rId8" Type="http://schemas.openxmlformats.org/officeDocument/2006/relationships/tags" Target="../tags/tag17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29.png"/><Relationship Id="rId3" Type="http://schemas.openxmlformats.org/officeDocument/2006/relationships/tags" Target="../tags/tag187.xml"/><Relationship Id="rId21" Type="http://schemas.openxmlformats.org/officeDocument/2006/relationships/image" Target="../media/image34.png"/><Relationship Id="rId7" Type="http://schemas.openxmlformats.org/officeDocument/2006/relationships/tags" Target="../tags/tag191.xml"/><Relationship Id="rId12" Type="http://schemas.openxmlformats.org/officeDocument/2006/relationships/tags" Target="../tags/tag196.xml"/><Relationship Id="rId17" Type="http://schemas.openxmlformats.org/officeDocument/2006/relationships/image" Target="../media/image12.png"/><Relationship Id="rId2" Type="http://schemas.openxmlformats.org/officeDocument/2006/relationships/tags" Target="../tags/tag186.xml"/><Relationship Id="rId16" Type="http://schemas.openxmlformats.org/officeDocument/2006/relationships/image" Target="../media/image11.png"/><Relationship Id="rId20" Type="http://schemas.openxmlformats.org/officeDocument/2006/relationships/image" Target="../media/image33.png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tags" Target="../tags/tag195.xml"/><Relationship Id="rId5" Type="http://schemas.openxmlformats.org/officeDocument/2006/relationships/tags" Target="../tags/tag189.xml"/><Relationship Id="rId15" Type="http://schemas.openxmlformats.org/officeDocument/2006/relationships/image" Target="../media/image18.png"/><Relationship Id="rId10" Type="http://schemas.openxmlformats.org/officeDocument/2006/relationships/tags" Target="../tags/tag194.xml"/><Relationship Id="rId19" Type="http://schemas.openxmlformats.org/officeDocument/2006/relationships/image" Target="../media/image28.png"/><Relationship Id="rId4" Type="http://schemas.openxmlformats.org/officeDocument/2006/relationships/tags" Target="../tags/tag188.xml"/><Relationship Id="rId9" Type="http://schemas.openxmlformats.org/officeDocument/2006/relationships/tags" Target="../tags/tag193.xml"/><Relationship Id="rId1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209.xml"/><Relationship Id="rId18" Type="http://schemas.openxmlformats.org/officeDocument/2006/relationships/tags" Target="../tags/tag214.xml"/><Relationship Id="rId26" Type="http://schemas.openxmlformats.org/officeDocument/2006/relationships/tags" Target="../tags/tag222.xml"/><Relationship Id="rId39" Type="http://schemas.openxmlformats.org/officeDocument/2006/relationships/tags" Target="../tags/tag235.xml"/><Relationship Id="rId21" Type="http://schemas.openxmlformats.org/officeDocument/2006/relationships/tags" Target="../tags/tag217.xml"/><Relationship Id="rId34" Type="http://schemas.openxmlformats.org/officeDocument/2006/relationships/tags" Target="../tags/tag230.xml"/><Relationship Id="rId42" Type="http://schemas.openxmlformats.org/officeDocument/2006/relationships/tags" Target="../tags/tag238.xml"/><Relationship Id="rId47" Type="http://schemas.openxmlformats.org/officeDocument/2006/relationships/image" Target="../media/image18.png"/><Relationship Id="rId50" Type="http://schemas.openxmlformats.org/officeDocument/2006/relationships/image" Target="../media/image12.png"/><Relationship Id="rId55" Type="http://schemas.openxmlformats.org/officeDocument/2006/relationships/image" Target="../media/image34.png"/><Relationship Id="rId63" Type="http://schemas.openxmlformats.org/officeDocument/2006/relationships/image" Target="../media/image55.png"/><Relationship Id="rId7" Type="http://schemas.openxmlformats.org/officeDocument/2006/relationships/tags" Target="../tags/tag203.xml"/><Relationship Id="rId2" Type="http://schemas.openxmlformats.org/officeDocument/2006/relationships/tags" Target="../tags/tag198.xml"/><Relationship Id="rId16" Type="http://schemas.openxmlformats.org/officeDocument/2006/relationships/tags" Target="../tags/tag212.xml"/><Relationship Id="rId29" Type="http://schemas.openxmlformats.org/officeDocument/2006/relationships/tags" Target="../tags/tag225.xml"/><Relationship Id="rId11" Type="http://schemas.openxmlformats.org/officeDocument/2006/relationships/tags" Target="../tags/tag207.xml"/><Relationship Id="rId24" Type="http://schemas.openxmlformats.org/officeDocument/2006/relationships/tags" Target="../tags/tag220.xml"/><Relationship Id="rId32" Type="http://schemas.openxmlformats.org/officeDocument/2006/relationships/tags" Target="../tags/tag228.xml"/><Relationship Id="rId37" Type="http://schemas.openxmlformats.org/officeDocument/2006/relationships/tags" Target="../tags/tag233.xml"/><Relationship Id="rId40" Type="http://schemas.openxmlformats.org/officeDocument/2006/relationships/tags" Target="../tags/tag236.xml"/><Relationship Id="rId45" Type="http://schemas.openxmlformats.org/officeDocument/2006/relationships/slideLayout" Target="../slideLayouts/slideLayout7.xml"/><Relationship Id="rId53" Type="http://schemas.openxmlformats.org/officeDocument/2006/relationships/image" Target="../media/image28.png"/><Relationship Id="rId58" Type="http://schemas.openxmlformats.org/officeDocument/2006/relationships/image" Target="../media/image40.png"/><Relationship Id="rId5" Type="http://schemas.openxmlformats.org/officeDocument/2006/relationships/tags" Target="../tags/tag201.xml"/><Relationship Id="rId61" Type="http://schemas.openxmlformats.org/officeDocument/2006/relationships/image" Target="../media/image43.png"/><Relationship Id="rId19" Type="http://schemas.openxmlformats.org/officeDocument/2006/relationships/tags" Target="../tags/tag215.xml"/><Relationship Id="rId14" Type="http://schemas.openxmlformats.org/officeDocument/2006/relationships/tags" Target="../tags/tag210.xml"/><Relationship Id="rId22" Type="http://schemas.openxmlformats.org/officeDocument/2006/relationships/tags" Target="../tags/tag218.xml"/><Relationship Id="rId27" Type="http://schemas.openxmlformats.org/officeDocument/2006/relationships/tags" Target="../tags/tag223.xml"/><Relationship Id="rId30" Type="http://schemas.openxmlformats.org/officeDocument/2006/relationships/tags" Target="../tags/tag226.xml"/><Relationship Id="rId35" Type="http://schemas.openxmlformats.org/officeDocument/2006/relationships/tags" Target="../tags/tag231.xml"/><Relationship Id="rId43" Type="http://schemas.openxmlformats.org/officeDocument/2006/relationships/tags" Target="../tags/tag239.xml"/><Relationship Id="rId48" Type="http://schemas.openxmlformats.org/officeDocument/2006/relationships/image" Target="../media/image19.png"/><Relationship Id="rId56" Type="http://schemas.openxmlformats.org/officeDocument/2006/relationships/image" Target="../media/image53.png"/><Relationship Id="rId64" Type="http://schemas.openxmlformats.org/officeDocument/2006/relationships/image" Target="../media/image56.png"/><Relationship Id="rId8" Type="http://schemas.openxmlformats.org/officeDocument/2006/relationships/tags" Target="../tags/tag204.xml"/><Relationship Id="rId51" Type="http://schemas.openxmlformats.org/officeDocument/2006/relationships/image" Target="../media/image52.png"/><Relationship Id="rId3" Type="http://schemas.openxmlformats.org/officeDocument/2006/relationships/tags" Target="../tags/tag199.xml"/><Relationship Id="rId12" Type="http://schemas.openxmlformats.org/officeDocument/2006/relationships/tags" Target="../tags/tag208.xml"/><Relationship Id="rId17" Type="http://schemas.openxmlformats.org/officeDocument/2006/relationships/tags" Target="../tags/tag213.xml"/><Relationship Id="rId25" Type="http://schemas.openxmlformats.org/officeDocument/2006/relationships/tags" Target="../tags/tag221.xml"/><Relationship Id="rId33" Type="http://schemas.openxmlformats.org/officeDocument/2006/relationships/tags" Target="../tags/tag229.xml"/><Relationship Id="rId38" Type="http://schemas.openxmlformats.org/officeDocument/2006/relationships/tags" Target="../tags/tag234.xml"/><Relationship Id="rId46" Type="http://schemas.openxmlformats.org/officeDocument/2006/relationships/notesSlide" Target="../notesSlides/notesSlide8.xml"/><Relationship Id="rId59" Type="http://schemas.openxmlformats.org/officeDocument/2006/relationships/image" Target="../media/image41.png"/><Relationship Id="rId20" Type="http://schemas.openxmlformats.org/officeDocument/2006/relationships/tags" Target="../tags/tag216.xml"/><Relationship Id="rId41" Type="http://schemas.openxmlformats.org/officeDocument/2006/relationships/tags" Target="../tags/tag237.xml"/><Relationship Id="rId54" Type="http://schemas.openxmlformats.org/officeDocument/2006/relationships/image" Target="../media/image33.png"/><Relationship Id="rId62" Type="http://schemas.openxmlformats.org/officeDocument/2006/relationships/image" Target="../media/image54.png"/><Relationship Id="rId1" Type="http://schemas.openxmlformats.org/officeDocument/2006/relationships/tags" Target="../tags/tag197.xml"/><Relationship Id="rId6" Type="http://schemas.openxmlformats.org/officeDocument/2006/relationships/tags" Target="../tags/tag202.xml"/><Relationship Id="rId15" Type="http://schemas.openxmlformats.org/officeDocument/2006/relationships/tags" Target="../tags/tag211.xml"/><Relationship Id="rId23" Type="http://schemas.openxmlformats.org/officeDocument/2006/relationships/tags" Target="../tags/tag219.xml"/><Relationship Id="rId28" Type="http://schemas.openxmlformats.org/officeDocument/2006/relationships/tags" Target="../tags/tag224.xml"/><Relationship Id="rId36" Type="http://schemas.openxmlformats.org/officeDocument/2006/relationships/tags" Target="../tags/tag232.xml"/><Relationship Id="rId49" Type="http://schemas.openxmlformats.org/officeDocument/2006/relationships/image" Target="../media/image11.png"/><Relationship Id="rId57" Type="http://schemas.openxmlformats.org/officeDocument/2006/relationships/image" Target="../media/image39.png"/><Relationship Id="rId10" Type="http://schemas.openxmlformats.org/officeDocument/2006/relationships/tags" Target="../tags/tag206.xml"/><Relationship Id="rId31" Type="http://schemas.openxmlformats.org/officeDocument/2006/relationships/tags" Target="../tags/tag227.xml"/><Relationship Id="rId44" Type="http://schemas.openxmlformats.org/officeDocument/2006/relationships/tags" Target="../tags/tag240.xml"/><Relationship Id="rId52" Type="http://schemas.openxmlformats.org/officeDocument/2006/relationships/image" Target="../media/image29.png"/><Relationship Id="rId60" Type="http://schemas.openxmlformats.org/officeDocument/2006/relationships/image" Target="../media/image42.png"/><Relationship Id="rId4" Type="http://schemas.openxmlformats.org/officeDocument/2006/relationships/tags" Target="../tags/tag200.xml"/><Relationship Id="rId9" Type="http://schemas.openxmlformats.org/officeDocument/2006/relationships/tags" Target="../tags/tag20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48.xml"/><Relationship Id="rId13" Type="http://schemas.openxmlformats.org/officeDocument/2006/relationships/tags" Target="../tags/tag253.xml"/><Relationship Id="rId18" Type="http://schemas.openxmlformats.org/officeDocument/2006/relationships/image" Target="../media/image11.png"/><Relationship Id="rId3" Type="http://schemas.openxmlformats.org/officeDocument/2006/relationships/tags" Target="../tags/tag243.xml"/><Relationship Id="rId21" Type="http://schemas.openxmlformats.org/officeDocument/2006/relationships/image" Target="../media/image34.png"/><Relationship Id="rId7" Type="http://schemas.openxmlformats.org/officeDocument/2006/relationships/tags" Target="../tags/tag247.xml"/><Relationship Id="rId12" Type="http://schemas.openxmlformats.org/officeDocument/2006/relationships/tags" Target="../tags/tag252.xml"/><Relationship Id="rId17" Type="http://schemas.openxmlformats.org/officeDocument/2006/relationships/image" Target="../media/image18.png"/><Relationship Id="rId2" Type="http://schemas.openxmlformats.org/officeDocument/2006/relationships/tags" Target="../tags/tag242.xml"/><Relationship Id="rId16" Type="http://schemas.openxmlformats.org/officeDocument/2006/relationships/notesSlide" Target="../notesSlides/notesSlide9.xml"/><Relationship Id="rId20" Type="http://schemas.openxmlformats.org/officeDocument/2006/relationships/image" Target="../media/image33.png"/><Relationship Id="rId1" Type="http://schemas.openxmlformats.org/officeDocument/2006/relationships/tags" Target="../tags/tag241.xml"/><Relationship Id="rId6" Type="http://schemas.openxmlformats.org/officeDocument/2006/relationships/tags" Target="../tags/tag246.xml"/><Relationship Id="rId11" Type="http://schemas.openxmlformats.org/officeDocument/2006/relationships/tags" Target="../tags/tag251.xml"/><Relationship Id="rId24" Type="http://schemas.openxmlformats.org/officeDocument/2006/relationships/image" Target="../media/image59.png"/><Relationship Id="rId5" Type="http://schemas.openxmlformats.org/officeDocument/2006/relationships/tags" Target="../tags/tag245.xml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58.png"/><Relationship Id="rId10" Type="http://schemas.openxmlformats.org/officeDocument/2006/relationships/tags" Target="../tags/tag250.xml"/><Relationship Id="rId19" Type="http://schemas.openxmlformats.org/officeDocument/2006/relationships/image" Target="../media/image12.png"/><Relationship Id="rId4" Type="http://schemas.openxmlformats.org/officeDocument/2006/relationships/tags" Target="../tags/tag244.xml"/><Relationship Id="rId9" Type="http://schemas.openxmlformats.org/officeDocument/2006/relationships/tags" Target="../tags/tag249.xml"/><Relationship Id="rId14" Type="http://schemas.openxmlformats.org/officeDocument/2006/relationships/tags" Target="../tags/tag254.xml"/><Relationship Id="rId22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267.xml"/><Relationship Id="rId18" Type="http://schemas.openxmlformats.org/officeDocument/2006/relationships/tags" Target="../tags/tag272.xml"/><Relationship Id="rId26" Type="http://schemas.openxmlformats.org/officeDocument/2006/relationships/tags" Target="../tags/tag280.xml"/><Relationship Id="rId39" Type="http://schemas.openxmlformats.org/officeDocument/2006/relationships/slideLayout" Target="../slideLayouts/slideLayout7.xml"/><Relationship Id="rId21" Type="http://schemas.openxmlformats.org/officeDocument/2006/relationships/tags" Target="../tags/tag275.xml"/><Relationship Id="rId34" Type="http://schemas.openxmlformats.org/officeDocument/2006/relationships/tags" Target="../tags/tag288.xml"/><Relationship Id="rId42" Type="http://schemas.openxmlformats.org/officeDocument/2006/relationships/image" Target="../media/image11.png"/><Relationship Id="rId47" Type="http://schemas.openxmlformats.org/officeDocument/2006/relationships/image" Target="../media/image61.png"/><Relationship Id="rId50" Type="http://schemas.openxmlformats.org/officeDocument/2006/relationships/image" Target="../media/image62.png"/><Relationship Id="rId55" Type="http://schemas.openxmlformats.org/officeDocument/2006/relationships/image" Target="../media/image67.png"/><Relationship Id="rId7" Type="http://schemas.openxmlformats.org/officeDocument/2006/relationships/tags" Target="../tags/tag261.xml"/><Relationship Id="rId2" Type="http://schemas.openxmlformats.org/officeDocument/2006/relationships/tags" Target="../tags/tag256.xml"/><Relationship Id="rId16" Type="http://schemas.openxmlformats.org/officeDocument/2006/relationships/tags" Target="../tags/tag270.xml"/><Relationship Id="rId29" Type="http://schemas.openxmlformats.org/officeDocument/2006/relationships/tags" Target="../tags/tag283.xml"/><Relationship Id="rId11" Type="http://schemas.openxmlformats.org/officeDocument/2006/relationships/tags" Target="../tags/tag265.xml"/><Relationship Id="rId24" Type="http://schemas.openxmlformats.org/officeDocument/2006/relationships/tags" Target="../tags/tag278.xml"/><Relationship Id="rId32" Type="http://schemas.openxmlformats.org/officeDocument/2006/relationships/tags" Target="../tags/tag286.xml"/><Relationship Id="rId37" Type="http://schemas.openxmlformats.org/officeDocument/2006/relationships/tags" Target="../tags/tag291.xml"/><Relationship Id="rId40" Type="http://schemas.openxmlformats.org/officeDocument/2006/relationships/notesSlide" Target="../notesSlides/notesSlide10.xml"/><Relationship Id="rId45" Type="http://schemas.openxmlformats.org/officeDocument/2006/relationships/image" Target="../media/image29.png"/><Relationship Id="rId53" Type="http://schemas.openxmlformats.org/officeDocument/2006/relationships/image" Target="../media/image65.png"/><Relationship Id="rId5" Type="http://schemas.openxmlformats.org/officeDocument/2006/relationships/tags" Target="../tags/tag259.xml"/><Relationship Id="rId10" Type="http://schemas.openxmlformats.org/officeDocument/2006/relationships/tags" Target="../tags/tag264.xml"/><Relationship Id="rId19" Type="http://schemas.openxmlformats.org/officeDocument/2006/relationships/tags" Target="../tags/tag273.xml"/><Relationship Id="rId31" Type="http://schemas.openxmlformats.org/officeDocument/2006/relationships/tags" Target="../tags/tag285.xml"/><Relationship Id="rId44" Type="http://schemas.openxmlformats.org/officeDocument/2006/relationships/image" Target="../media/image60.png"/><Relationship Id="rId52" Type="http://schemas.openxmlformats.org/officeDocument/2006/relationships/image" Target="../media/image64.png"/><Relationship Id="rId4" Type="http://schemas.openxmlformats.org/officeDocument/2006/relationships/tags" Target="../tags/tag258.xml"/><Relationship Id="rId9" Type="http://schemas.openxmlformats.org/officeDocument/2006/relationships/tags" Target="../tags/tag263.xml"/><Relationship Id="rId14" Type="http://schemas.openxmlformats.org/officeDocument/2006/relationships/tags" Target="../tags/tag268.xml"/><Relationship Id="rId22" Type="http://schemas.openxmlformats.org/officeDocument/2006/relationships/tags" Target="../tags/tag276.xml"/><Relationship Id="rId27" Type="http://schemas.openxmlformats.org/officeDocument/2006/relationships/tags" Target="../tags/tag281.xml"/><Relationship Id="rId30" Type="http://schemas.openxmlformats.org/officeDocument/2006/relationships/tags" Target="../tags/tag284.xml"/><Relationship Id="rId35" Type="http://schemas.openxmlformats.org/officeDocument/2006/relationships/tags" Target="../tags/tag289.xml"/><Relationship Id="rId43" Type="http://schemas.openxmlformats.org/officeDocument/2006/relationships/image" Target="../media/image12.png"/><Relationship Id="rId48" Type="http://schemas.openxmlformats.org/officeDocument/2006/relationships/image" Target="../media/image33.png"/><Relationship Id="rId56" Type="http://schemas.openxmlformats.org/officeDocument/2006/relationships/image" Target="../media/image68.png"/><Relationship Id="rId8" Type="http://schemas.openxmlformats.org/officeDocument/2006/relationships/tags" Target="../tags/tag262.xml"/><Relationship Id="rId51" Type="http://schemas.openxmlformats.org/officeDocument/2006/relationships/image" Target="../media/image63.png"/><Relationship Id="rId3" Type="http://schemas.openxmlformats.org/officeDocument/2006/relationships/tags" Target="../tags/tag257.xml"/><Relationship Id="rId12" Type="http://schemas.openxmlformats.org/officeDocument/2006/relationships/tags" Target="../tags/tag266.xml"/><Relationship Id="rId17" Type="http://schemas.openxmlformats.org/officeDocument/2006/relationships/tags" Target="../tags/tag271.xml"/><Relationship Id="rId25" Type="http://schemas.openxmlformats.org/officeDocument/2006/relationships/tags" Target="../tags/tag279.xml"/><Relationship Id="rId33" Type="http://schemas.openxmlformats.org/officeDocument/2006/relationships/tags" Target="../tags/tag287.xml"/><Relationship Id="rId38" Type="http://schemas.openxmlformats.org/officeDocument/2006/relationships/tags" Target="../tags/tag292.xml"/><Relationship Id="rId46" Type="http://schemas.openxmlformats.org/officeDocument/2006/relationships/image" Target="../media/image28.png"/><Relationship Id="rId20" Type="http://schemas.openxmlformats.org/officeDocument/2006/relationships/tags" Target="../tags/tag274.xml"/><Relationship Id="rId41" Type="http://schemas.openxmlformats.org/officeDocument/2006/relationships/image" Target="../media/image18.png"/><Relationship Id="rId54" Type="http://schemas.openxmlformats.org/officeDocument/2006/relationships/image" Target="../media/image66.png"/><Relationship Id="rId1" Type="http://schemas.openxmlformats.org/officeDocument/2006/relationships/tags" Target="../tags/tag255.xml"/><Relationship Id="rId6" Type="http://schemas.openxmlformats.org/officeDocument/2006/relationships/tags" Target="../tags/tag260.xml"/><Relationship Id="rId15" Type="http://schemas.openxmlformats.org/officeDocument/2006/relationships/tags" Target="../tags/tag269.xml"/><Relationship Id="rId23" Type="http://schemas.openxmlformats.org/officeDocument/2006/relationships/tags" Target="../tags/tag277.xml"/><Relationship Id="rId28" Type="http://schemas.openxmlformats.org/officeDocument/2006/relationships/tags" Target="../tags/tag282.xml"/><Relationship Id="rId36" Type="http://schemas.openxmlformats.org/officeDocument/2006/relationships/tags" Target="../tags/tag290.xml"/><Relationship Id="rId4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305.xml"/><Relationship Id="rId18" Type="http://schemas.openxmlformats.org/officeDocument/2006/relationships/tags" Target="../tags/tag310.xml"/><Relationship Id="rId26" Type="http://schemas.openxmlformats.org/officeDocument/2006/relationships/tags" Target="../tags/tag318.xml"/><Relationship Id="rId39" Type="http://schemas.openxmlformats.org/officeDocument/2006/relationships/image" Target="../media/image72.png"/><Relationship Id="rId21" Type="http://schemas.openxmlformats.org/officeDocument/2006/relationships/tags" Target="../tags/tag313.xml"/><Relationship Id="rId34" Type="http://schemas.openxmlformats.org/officeDocument/2006/relationships/image" Target="../media/image28.png"/><Relationship Id="rId7" Type="http://schemas.openxmlformats.org/officeDocument/2006/relationships/tags" Target="../tags/tag299.xml"/><Relationship Id="rId2" Type="http://schemas.openxmlformats.org/officeDocument/2006/relationships/tags" Target="../tags/tag294.xml"/><Relationship Id="rId16" Type="http://schemas.openxmlformats.org/officeDocument/2006/relationships/tags" Target="../tags/tag308.xml"/><Relationship Id="rId20" Type="http://schemas.openxmlformats.org/officeDocument/2006/relationships/tags" Target="../tags/tag312.xml"/><Relationship Id="rId29" Type="http://schemas.openxmlformats.org/officeDocument/2006/relationships/slideLayout" Target="../slideLayouts/slideLayout7.xml"/><Relationship Id="rId41" Type="http://schemas.openxmlformats.org/officeDocument/2006/relationships/image" Target="../media/image74.png"/><Relationship Id="rId1" Type="http://schemas.openxmlformats.org/officeDocument/2006/relationships/tags" Target="../tags/tag293.xml"/><Relationship Id="rId6" Type="http://schemas.openxmlformats.org/officeDocument/2006/relationships/tags" Target="../tags/tag298.xml"/><Relationship Id="rId11" Type="http://schemas.openxmlformats.org/officeDocument/2006/relationships/tags" Target="../tags/tag303.xml"/><Relationship Id="rId24" Type="http://schemas.openxmlformats.org/officeDocument/2006/relationships/tags" Target="../tags/tag316.xml"/><Relationship Id="rId32" Type="http://schemas.openxmlformats.org/officeDocument/2006/relationships/image" Target="../media/image11.png"/><Relationship Id="rId37" Type="http://schemas.openxmlformats.org/officeDocument/2006/relationships/image" Target="../media/image70.png"/><Relationship Id="rId40" Type="http://schemas.openxmlformats.org/officeDocument/2006/relationships/image" Target="../media/image73.png"/><Relationship Id="rId5" Type="http://schemas.openxmlformats.org/officeDocument/2006/relationships/tags" Target="../tags/tag297.xml"/><Relationship Id="rId15" Type="http://schemas.openxmlformats.org/officeDocument/2006/relationships/tags" Target="../tags/tag307.xml"/><Relationship Id="rId23" Type="http://schemas.openxmlformats.org/officeDocument/2006/relationships/tags" Target="../tags/tag315.xml"/><Relationship Id="rId28" Type="http://schemas.openxmlformats.org/officeDocument/2006/relationships/tags" Target="../tags/tag320.xml"/><Relationship Id="rId36" Type="http://schemas.openxmlformats.org/officeDocument/2006/relationships/image" Target="../media/image69.png"/><Relationship Id="rId10" Type="http://schemas.openxmlformats.org/officeDocument/2006/relationships/tags" Target="../tags/tag302.xml"/><Relationship Id="rId19" Type="http://schemas.openxmlformats.org/officeDocument/2006/relationships/tags" Target="../tags/tag311.xml"/><Relationship Id="rId31" Type="http://schemas.openxmlformats.org/officeDocument/2006/relationships/image" Target="../media/image18.png"/><Relationship Id="rId4" Type="http://schemas.openxmlformats.org/officeDocument/2006/relationships/tags" Target="../tags/tag296.xml"/><Relationship Id="rId9" Type="http://schemas.openxmlformats.org/officeDocument/2006/relationships/tags" Target="../tags/tag301.xml"/><Relationship Id="rId14" Type="http://schemas.openxmlformats.org/officeDocument/2006/relationships/tags" Target="../tags/tag306.xml"/><Relationship Id="rId22" Type="http://schemas.openxmlformats.org/officeDocument/2006/relationships/tags" Target="../tags/tag314.xml"/><Relationship Id="rId27" Type="http://schemas.openxmlformats.org/officeDocument/2006/relationships/tags" Target="../tags/tag319.xml"/><Relationship Id="rId30" Type="http://schemas.openxmlformats.org/officeDocument/2006/relationships/notesSlide" Target="../notesSlides/notesSlide11.xml"/><Relationship Id="rId35" Type="http://schemas.openxmlformats.org/officeDocument/2006/relationships/image" Target="../media/image29.png"/><Relationship Id="rId8" Type="http://schemas.openxmlformats.org/officeDocument/2006/relationships/tags" Target="../tags/tag300.xml"/><Relationship Id="rId3" Type="http://schemas.openxmlformats.org/officeDocument/2006/relationships/tags" Target="../tags/tag295.xml"/><Relationship Id="rId12" Type="http://schemas.openxmlformats.org/officeDocument/2006/relationships/tags" Target="../tags/tag304.xml"/><Relationship Id="rId17" Type="http://schemas.openxmlformats.org/officeDocument/2006/relationships/tags" Target="../tags/tag309.xml"/><Relationship Id="rId25" Type="http://schemas.openxmlformats.org/officeDocument/2006/relationships/tags" Target="../tags/tag317.xml"/><Relationship Id="rId33" Type="http://schemas.openxmlformats.org/officeDocument/2006/relationships/image" Target="../media/image12.png"/><Relationship Id="rId38" Type="http://schemas.openxmlformats.org/officeDocument/2006/relationships/image" Target="../media/image7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28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11.png"/><Relationship Id="rId3" Type="http://schemas.openxmlformats.org/officeDocument/2006/relationships/tags" Target="../tags/tag323.xml"/><Relationship Id="rId21" Type="http://schemas.openxmlformats.org/officeDocument/2006/relationships/image" Target="../media/image57.png"/><Relationship Id="rId7" Type="http://schemas.openxmlformats.org/officeDocument/2006/relationships/tags" Target="../tags/tag327.xml"/><Relationship Id="rId12" Type="http://schemas.openxmlformats.org/officeDocument/2006/relationships/tags" Target="../tags/tag332.xml"/><Relationship Id="rId17" Type="http://schemas.openxmlformats.org/officeDocument/2006/relationships/image" Target="../media/image77.png"/><Relationship Id="rId2" Type="http://schemas.openxmlformats.org/officeDocument/2006/relationships/tags" Target="../tags/tag322.xml"/><Relationship Id="rId16" Type="http://schemas.openxmlformats.org/officeDocument/2006/relationships/image" Target="../media/image76.png"/><Relationship Id="rId20" Type="http://schemas.openxmlformats.org/officeDocument/2006/relationships/image" Target="../media/image12.png"/><Relationship Id="rId1" Type="http://schemas.openxmlformats.org/officeDocument/2006/relationships/tags" Target="../tags/tag321.xml"/><Relationship Id="rId6" Type="http://schemas.openxmlformats.org/officeDocument/2006/relationships/tags" Target="../tags/tag326.xml"/><Relationship Id="rId11" Type="http://schemas.openxmlformats.org/officeDocument/2006/relationships/tags" Target="../tags/tag331.xml"/><Relationship Id="rId24" Type="http://schemas.openxmlformats.org/officeDocument/2006/relationships/image" Target="../media/image80.png"/><Relationship Id="rId5" Type="http://schemas.openxmlformats.org/officeDocument/2006/relationships/tags" Target="../tags/tag325.xml"/><Relationship Id="rId15" Type="http://schemas.openxmlformats.org/officeDocument/2006/relationships/image" Target="../media/image75.png"/><Relationship Id="rId23" Type="http://schemas.openxmlformats.org/officeDocument/2006/relationships/image" Target="../media/image79.png"/><Relationship Id="rId10" Type="http://schemas.openxmlformats.org/officeDocument/2006/relationships/tags" Target="../tags/tag330.xml"/><Relationship Id="rId19" Type="http://schemas.openxmlformats.org/officeDocument/2006/relationships/image" Target="../media/image18.png"/><Relationship Id="rId4" Type="http://schemas.openxmlformats.org/officeDocument/2006/relationships/tags" Target="../tags/tag324.xml"/><Relationship Id="rId9" Type="http://schemas.openxmlformats.org/officeDocument/2006/relationships/tags" Target="../tags/tag329.xml"/><Relationship Id="rId14" Type="http://schemas.openxmlformats.org/officeDocument/2006/relationships/notesSlide" Target="../notesSlides/notesSlide12.xml"/><Relationship Id="rId22" Type="http://schemas.openxmlformats.org/officeDocument/2006/relationships/image" Target="../media/image7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40.xml"/><Relationship Id="rId13" Type="http://schemas.openxmlformats.org/officeDocument/2006/relationships/tags" Target="../tags/tag345.xml"/><Relationship Id="rId18" Type="http://schemas.openxmlformats.org/officeDocument/2006/relationships/image" Target="../media/image12.png"/><Relationship Id="rId26" Type="http://schemas.openxmlformats.org/officeDocument/2006/relationships/image" Target="../media/image83.png"/><Relationship Id="rId3" Type="http://schemas.openxmlformats.org/officeDocument/2006/relationships/tags" Target="../tags/tag335.xml"/><Relationship Id="rId21" Type="http://schemas.openxmlformats.org/officeDocument/2006/relationships/image" Target="../media/image18.png"/><Relationship Id="rId7" Type="http://schemas.openxmlformats.org/officeDocument/2006/relationships/tags" Target="../tags/tag339.xml"/><Relationship Id="rId12" Type="http://schemas.openxmlformats.org/officeDocument/2006/relationships/tags" Target="../tags/tag344.xml"/><Relationship Id="rId17" Type="http://schemas.openxmlformats.org/officeDocument/2006/relationships/notesSlide" Target="../notesSlides/notesSlide13.xml"/><Relationship Id="rId25" Type="http://schemas.openxmlformats.org/officeDocument/2006/relationships/image" Target="../media/image82.png"/><Relationship Id="rId2" Type="http://schemas.openxmlformats.org/officeDocument/2006/relationships/tags" Target="../tags/tag334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11.png"/><Relationship Id="rId1" Type="http://schemas.openxmlformats.org/officeDocument/2006/relationships/tags" Target="../tags/tag333.xml"/><Relationship Id="rId6" Type="http://schemas.openxmlformats.org/officeDocument/2006/relationships/tags" Target="../tags/tag338.xml"/><Relationship Id="rId11" Type="http://schemas.openxmlformats.org/officeDocument/2006/relationships/tags" Target="../tags/tag343.xml"/><Relationship Id="rId24" Type="http://schemas.openxmlformats.org/officeDocument/2006/relationships/image" Target="../media/image81.png"/><Relationship Id="rId5" Type="http://schemas.openxmlformats.org/officeDocument/2006/relationships/tags" Target="../tags/tag337.xml"/><Relationship Id="rId15" Type="http://schemas.openxmlformats.org/officeDocument/2006/relationships/tags" Target="../tags/tag347.xml"/><Relationship Id="rId23" Type="http://schemas.openxmlformats.org/officeDocument/2006/relationships/image" Target="../media/image29.png"/><Relationship Id="rId10" Type="http://schemas.openxmlformats.org/officeDocument/2006/relationships/tags" Target="../tags/tag342.xml"/><Relationship Id="rId19" Type="http://schemas.openxmlformats.org/officeDocument/2006/relationships/image" Target="../media/image57.png"/><Relationship Id="rId4" Type="http://schemas.openxmlformats.org/officeDocument/2006/relationships/tags" Target="../tags/tag336.xml"/><Relationship Id="rId9" Type="http://schemas.openxmlformats.org/officeDocument/2006/relationships/tags" Target="../tags/tag341.xml"/><Relationship Id="rId14" Type="http://schemas.openxmlformats.org/officeDocument/2006/relationships/tags" Target="../tags/tag346.xml"/><Relationship Id="rId22" Type="http://schemas.openxmlformats.org/officeDocument/2006/relationships/image" Target="../media/image28.png"/><Relationship Id="rId27" Type="http://schemas.openxmlformats.org/officeDocument/2006/relationships/image" Target="../media/image8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55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19.png"/><Relationship Id="rId3" Type="http://schemas.openxmlformats.org/officeDocument/2006/relationships/tags" Target="../tags/tag350.xml"/><Relationship Id="rId21" Type="http://schemas.openxmlformats.org/officeDocument/2006/relationships/image" Target="../media/image86.png"/><Relationship Id="rId7" Type="http://schemas.openxmlformats.org/officeDocument/2006/relationships/tags" Target="../tags/tag354.xml"/><Relationship Id="rId12" Type="http://schemas.openxmlformats.org/officeDocument/2006/relationships/tags" Target="../tags/tag359.xml"/><Relationship Id="rId17" Type="http://schemas.openxmlformats.org/officeDocument/2006/relationships/image" Target="../media/image12.png"/><Relationship Id="rId2" Type="http://schemas.openxmlformats.org/officeDocument/2006/relationships/tags" Target="../tags/tag349.xml"/><Relationship Id="rId16" Type="http://schemas.openxmlformats.org/officeDocument/2006/relationships/image" Target="../media/image11.png"/><Relationship Id="rId20" Type="http://schemas.openxmlformats.org/officeDocument/2006/relationships/image" Target="../media/image57.png"/><Relationship Id="rId1" Type="http://schemas.openxmlformats.org/officeDocument/2006/relationships/tags" Target="../tags/tag348.xml"/><Relationship Id="rId6" Type="http://schemas.openxmlformats.org/officeDocument/2006/relationships/tags" Target="../tags/tag353.xml"/><Relationship Id="rId11" Type="http://schemas.openxmlformats.org/officeDocument/2006/relationships/tags" Target="../tags/tag358.xml"/><Relationship Id="rId5" Type="http://schemas.openxmlformats.org/officeDocument/2006/relationships/tags" Target="../tags/tag352.xml"/><Relationship Id="rId15" Type="http://schemas.openxmlformats.org/officeDocument/2006/relationships/image" Target="../media/image18.png"/><Relationship Id="rId10" Type="http://schemas.openxmlformats.org/officeDocument/2006/relationships/tags" Target="../tags/tag357.xml"/><Relationship Id="rId19" Type="http://schemas.openxmlformats.org/officeDocument/2006/relationships/image" Target="../media/image85.png"/><Relationship Id="rId4" Type="http://schemas.openxmlformats.org/officeDocument/2006/relationships/tags" Target="../tags/tag351.xml"/><Relationship Id="rId9" Type="http://schemas.openxmlformats.org/officeDocument/2006/relationships/tags" Target="../tags/tag356.xml"/><Relationship Id="rId14" Type="http://schemas.openxmlformats.org/officeDocument/2006/relationships/notesSlide" Target="../notesSlides/notesSlide14.xml"/><Relationship Id="rId22" Type="http://schemas.openxmlformats.org/officeDocument/2006/relationships/image" Target="../media/image8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67.xml"/><Relationship Id="rId13" Type="http://schemas.openxmlformats.org/officeDocument/2006/relationships/tags" Target="../tags/tag372.xml"/><Relationship Id="rId18" Type="http://schemas.openxmlformats.org/officeDocument/2006/relationships/image" Target="../media/image89.png"/><Relationship Id="rId26" Type="http://schemas.openxmlformats.org/officeDocument/2006/relationships/image" Target="../media/image97.png"/><Relationship Id="rId3" Type="http://schemas.openxmlformats.org/officeDocument/2006/relationships/tags" Target="../tags/tag362.xml"/><Relationship Id="rId21" Type="http://schemas.openxmlformats.org/officeDocument/2006/relationships/image" Target="../media/image92.png"/><Relationship Id="rId7" Type="http://schemas.openxmlformats.org/officeDocument/2006/relationships/tags" Target="../tags/tag366.xml"/><Relationship Id="rId12" Type="http://schemas.openxmlformats.org/officeDocument/2006/relationships/tags" Target="../tags/tag371.xml"/><Relationship Id="rId17" Type="http://schemas.openxmlformats.org/officeDocument/2006/relationships/image" Target="../media/image88.png"/><Relationship Id="rId25" Type="http://schemas.openxmlformats.org/officeDocument/2006/relationships/image" Target="../media/image96.png"/><Relationship Id="rId2" Type="http://schemas.openxmlformats.org/officeDocument/2006/relationships/tags" Target="../tags/tag361.xml"/><Relationship Id="rId16" Type="http://schemas.openxmlformats.org/officeDocument/2006/relationships/notesSlide" Target="../notesSlides/notesSlide15.xml"/><Relationship Id="rId20" Type="http://schemas.openxmlformats.org/officeDocument/2006/relationships/image" Target="../media/image91.png"/><Relationship Id="rId1" Type="http://schemas.openxmlformats.org/officeDocument/2006/relationships/tags" Target="../tags/tag360.xml"/><Relationship Id="rId6" Type="http://schemas.openxmlformats.org/officeDocument/2006/relationships/tags" Target="../tags/tag365.xml"/><Relationship Id="rId11" Type="http://schemas.openxmlformats.org/officeDocument/2006/relationships/tags" Target="../tags/tag370.xml"/><Relationship Id="rId24" Type="http://schemas.openxmlformats.org/officeDocument/2006/relationships/image" Target="../media/image95.png"/><Relationship Id="rId5" Type="http://schemas.openxmlformats.org/officeDocument/2006/relationships/tags" Target="../tags/tag364.xml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94.png"/><Relationship Id="rId10" Type="http://schemas.openxmlformats.org/officeDocument/2006/relationships/tags" Target="../tags/tag369.xml"/><Relationship Id="rId19" Type="http://schemas.openxmlformats.org/officeDocument/2006/relationships/image" Target="../media/image90.png"/><Relationship Id="rId4" Type="http://schemas.openxmlformats.org/officeDocument/2006/relationships/tags" Target="../tags/tag363.xml"/><Relationship Id="rId9" Type="http://schemas.openxmlformats.org/officeDocument/2006/relationships/tags" Target="../tags/tag368.xml"/><Relationship Id="rId14" Type="http://schemas.openxmlformats.org/officeDocument/2006/relationships/tags" Target="../tags/tag373.xml"/><Relationship Id="rId22" Type="http://schemas.openxmlformats.org/officeDocument/2006/relationships/image" Target="../media/image9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81.xml"/><Relationship Id="rId13" Type="http://schemas.openxmlformats.org/officeDocument/2006/relationships/tags" Target="../tags/tag386.xml"/><Relationship Id="rId18" Type="http://schemas.openxmlformats.org/officeDocument/2006/relationships/tags" Target="../tags/tag391.xml"/><Relationship Id="rId26" Type="http://schemas.openxmlformats.org/officeDocument/2006/relationships/image" Target="../media/image57.png"/><Relationship Id="rId3" Type="http://schemas.openxmlformats.org/officeDocument/2006/relationships/tags" Target="../tags/tag376.xml"/><Relationship Id="rId21" Type="http://schemas.openxmlformats.org/officeDocument/2006/relationships/tags" Target="../tags/tag394.xml"/><Relationship Id="rId7" Type="http://schemas.openxmlformats.org/officeDocument/2006/relationships/tags" Target="../tags/tag380.xml"/><Relationship Id="rId12" Type="http://schemas.openxmlformats.org/officeDocument/2006/relationships/tags" Target="../tags/tag385.xml"/><Relationship Id="rId17" Type="http://schemas.openxmlformats.org/officeDocument/2006/relationships/tags" Target="../tags/tag390.xml"/><Relationship Id="rId25" Type="http://schemas.openxmlformats.org/officeDocument/2006/relationships/image" Target="../media/image12.png"/><Relationship Id="rId2" Type="http://schemas.openxmlformats.org/officeDocument/2006/relationships/tags" Target="../tags/tag375.xml"/><Relationship Id="rId16" Type="http://schemas.openxmlformats.org/officeDocument/2006/relationships/tags" Target="../tags/tag389.xml"/><Relationship Id="rId20" Type="http://schemas.openxmlformats.org/officeDocument/2006/relationships/tags" Target="../tags/tag393.xml"/><Relationship Id="rId29" Type="http://schemas.openxmlformats.org/officeDocument/2006/relationships/image" Target="../media/image19.png"/><Relationship Id="rId1" Type="http://schemas.openxmlformats.org/officeDocument/2006/relationships/tags" Target="../tags/tag374.xml"/><Relationship Id="rId6" Type="http://schemas.openxmlformats.org/officeDocument/2006/relationships/tags" Target="../tags/tag379.xml"/><Relationship Id="rId11" Type="http://schemas.openxmlformats.org/officeDocument/2006/relationships/tags" Target="../tags/tag384.xml"/><Relationship Id="rId24" Type="http://schemas.openxmlformats.org/officeDocument/2006/relationships/image" Target="../media/image18.png"/><Relationship Id="rId32" Type="http://schemas.openxmlformats.org/officeDocument/2006/relationships/image" Target="../media/image85.png"/><Relationship Id="rId5" Type="http://schemas.openxmlformats.org/officeDocument/2006/relationships/tags" Target="../tags/tag378.xml"/><Relationship Id="rId15" Type="http://schemas.openxmlformats.org/officeDocument/2006/relationships/tags" Target="../tags/tag388.xml"/><Relationship Id="rId23" Type="http://schemas.openxmlformats.org/officeDocument/2006/relationships/notesSlide" Target="../notesSlides/notesSlide16.xml"/><Relationship Id="rId28" Type="http://schemas.openxmlformats.org/officeDocument/2006/relationships/image" Target="../media/image24.png"/><Relationship Id="rId10" Type="http://schemas.openxmlformats.org/officeDocument/2006/relationships/tags" Target="../tags/tag383.xml"/><Relationship Id="rId19" Type="http://schemas.openxmlformats.org/officeDocument/2006/relationships/tags" Target="../tags/tag392.xml"/><Relationship Id="rId31" Type="http://schemas.openxmlformats.org/officeDocument/2006/relationships/image" Target="../media/image17.png"/><Relationship Id="rId4" Type="http://schemas.openxmlformats.org/officeDocument/2006/relationships/tags" Target="../tags/tag377.xml"/><Relationship Id="rId9" Type="http://schemas.openxmlformats.org/officeDocument/2006/relationships/tags" Target="../tags/tag382.xml"/><Relationship Id="rId14" Type="http://schemas.openxmlformats.org/officeDocument/2006/relationships/tags" Target="../tags/tag387.xml"/><Relationship Id="rId22" Type="http://schemas.openxmlformats.org/officeDocument/2006/relationships/slideLayout" Target="../slideLayouts/slideLayout7.xml"/><Relationship Id="rId27" Type="http://schemas.openxmlformats.org/officeDocument/2006/relationships/image" Target="../media/image11.png"/><Relationship Id="rId30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402.xml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tags" Target="../tags/tag397.xml"/><Relationship Id="rId7" Type="http://schemas.openxmlformats.org/officeDocument/2006/relationships/tags" Target="../tags/tag401.xml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tags" Target="../tags/tag396.xml"/><Relationship Id="rId16" Type="http://schemas.openxmlformats.org/officeDocument/2006/relationships/image" Target="../media/image103.png"/><Relationship Id="rId1" Type="http://schemas.openxmlformats.org/officeDocument/2006/relationships/tags" Target="../tags/tag395.xml"/><Relationship Id="rId6" Type="http://schemas.openxmlformats.org/officeDocument/2006/relationships/tags" Target="../tags/tag400.xml"/><Relationship Id="rId11" Type="http://schemas.openxmlformats.org/officeDocument/2006/relationships/image" Target="../media/image98.png"/><Relationship Id="rId5" Type="http://schemas.openxmlformats.org/officeDocument/2006/relationships/tags" Target="../tags/tag399.xml"/><Relationship Id="rId15" Type="http://schemas.openxmlformats.org/officeDocument/2006/relationships/image" Target="../media/image102.png"/><Relationship Id="rId10" Type="http://schemas.openxmlformats.org/officeDocument/2006/relationships/notesSlide" Target="../notesSlides/notesSlide17.xml"/><Relationship Id="rId4" Type="http://schemas.openxmlformats.org/officeDocument/2006/relationships/tags" Target="../tags/tag398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10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410.xml"/><Relationship Id="rId13" Type="http://schemas.openxmlformats.org/officeDocument/2006/relationships/image" Target="../media/image99.png"/><Relationship Id="rId18" Type="http://schemas.openxmlformats.org/officeDocument/2006/relationships/image" Target="../media/image106.png"/><Relationship Id="rId3" Type="http://schemas.openxmlformats.org/officeDocument/2006/relationships/tags" Target="../tags/tag405.xml"/><Relationship Id="rId7" Type="http://schemas.openxmlformats.org/officeDocument/2006/relationships/tags" Target="../tags/tag409.xml"/><Relationship Id="rId12" Type="http://schemas.openxmlformats.org/officeDocument/2006/relationships/image" Target="../media/image98.png"/><Relationship Id="rId17" Type="http://schemas.openxmlformats.org/officeDocument/2006/relationships/image" Target="../media/image105.png"/><Relationship Id="rId2" Type="http://schemas.openxmlformats.org/officeDocument/2006/relationships/tags" Target="../tags/tag404.xml"/><Relationship Id="rId16" Type="http://schemas.openxmlformats.org/officeDocument/2006/relationships/image" Target="../media/image102.png"/><Relationship Id="rId20" Type="http://schemas.openxmlformats.org/officeDocument/2006/relationships/image" Target="../media/image108.png"/><Relationship Id="rId1" Type="http://schemas.openxmlformats.org/officeDocument/2006/relationships/tags" Target="../tags/tag403.xml"/><Relationship Id="rId6" Type="http://schemas.openxmlformats.org/officeDocument/2006/relationships/tags" Target="../tags/tag408.xml"/><Relationship Id="rId11" Type="http://schemas.openxmlformats.org/officeDocument/2006/relationships/notesSlide" Target="../notesSlides/notesSlide18.xml"/><Relationship Id="rId5" Type="http://schemas.openxmlformats.org/officeDocument/2006/relationships/tags" Target="../tags/tag407.xml"/><Relationship Id="rId15" Type="http://schemas.openxmlformats.org/officeDocument/2006/relationships/image" Target="../media/image101.png"/><Relationship Id="rId10" Type="http://schemas.openxmlformats.org/officeDocument/2006/relationships/slideLayout" Target="../slideLayouts/slideLayout7.xml"/><Relationship Id="rId19" Type="http://schemas.openxmlformats.org/officeDocument/2006/relationships/image" Target="../media/image107.png"/><Relationship Id="rId4" Type="http://schemas.openxmlformats.org/officeDocument/2006/relationships/tags" Target="../tags/tag406.xml"/><Relationship Id="rId9" Type="http://schemas.openxmlformats.org/officeDocument/2006/relationships/tags" Target="../tags/tag411.xml"/><Relationship Id="rId14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419.xml"/><Relationship Id="rId13" Type="http://schemas.openxmlformats.org/officeDocument/2006/relationships/tags" Target="../tags/tag424.xml"/><Relationship Id="rId18" Type="http://schemas.openxmlformats.org/officeDocument/2006/relationships/image" Target="../media/image100.png"/><Relationship Id="rId26" Type="http://schemas.openxmlformats.org/officeDocument/2006/relationships/image" Target="../media/image113.png"/><Relationship Id="rId3" Type="http://schemas.openxmlformats.org/officeDocument/2006/relationships/tags" Target="../tags/tag414.xml"/><Relationship Id="rId21" Type="http://schemas.openxmlformats.org/officeDocument/2006/relationships/image" Target="../media/image109.png"/><Relationship Id="rId7" Type="http://schemas.openxmlformats.org/officeDocument/2006/relationships/tags" Target="../tags/tag418.xml"/><Relationship Id="rId12" Type="http://schemas.openxmlformats.org/officeDocument/2006/relationships/tags" Target="../tags/tag423.xml"/><Relationship Id="rId17" Type="http://schemas.openxmlformats.org/officeDocument/2006/relationships/image" Target="../media/image98.png"/><Relationship Id="rId25" Type="http://schemas.openxmlformats.org/officeDocument/2006/relationships/image" Target="../media/image112.png"/><Relationship Id="rId2" Type="http://schemas.openxmlformats.org/officeDocument/2006/relationships/tags" Target="../tags/tag413.xml"/><Relationship Id="rId16" Type="http://schemas.openxmlformats.org/officeDocument/2006/relationships/notesSlide" Target="../notesSlides/notesSlide19.xml"/><Relationship Id="rId20" Type="http://schemas.openxmlformats.org/officeDocument/2006/relationships/image" Target="../media/image102.png"/><Relationship Id="rId29" Type="http://schemas.openxmlformats.org/officeDocument/2006/relationships/image" Target="../media/image105.png"/><Relationship Id="rId1" Type="http://schemas.openxmlformats.org/officeDocument/2006/relationships/tags" Target="../tags/tag412.xml"/><Relationship Id="rId6" Type="http://schemas.openxmlformats.org/officeDocument/2006/relationships/tags" Target="../tags/tag417.xml"/><Relationship Id="rId11" Type="http://schemas.openxmlformats.org/officeDocument/2006/relationships/tags" Target="../tags/tag422.xml"/><Relationship Id="rId24" Type="http://schemas.openxmlformats.org/officeDocument/2006/relationships/image" Target="../media/image111.png"/><Relationship Id="rId5" Type="http://schemas.openxmlformats.org/officeDocument/2006/relationships/tags" Target="../tags/tag416.xml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107.png"/><Relationship Id="rId28" Type="http://schemas.openxmlformats.org/officeDocument/2006/relationships/image" Target="../media/image114.png"/><Relationship Id="rId10" Type="http://schemas.openxmlformats.org/officeDocument/2006/relationships/tags" Target="../tags/tag421.xml"/><Relationship Id="rId19" Type="http://schemas.openxmlformats.org/officeDocument/2006/relationships/image" Target="../media/image101.png"/><Relationship Id="rId4" Type="http://schemas.openxmlformats.org/officeDocument/2006/relationships/tags" Target="../tags/tag415.xml"/><Relationship Id="rId9" Type="http://schemas.openxmlformats.org/officeDocument/2006/relationships/tags" Target="../tags/tag420.xml"/><Relationship Id="rId14" Type="http://schemas.openxmlformats.org/officeDocument/2006/relationships/tags" Target="../tags/tag425.xml"/><Relationship Id="rId22" Type="http://schemas.openxmlformats.org/officeDocument/2006/relationships/image" Target="../media/image110.png"/><Relationship Id="rId27" Type="http://schemas.openxmlformats.org/officeDocument/2006/relationships/image" Target="../media/image99.png"/><Relationship Id="rId30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2E447-953D-08BF-CB52-5B76E743F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>
            <a:extLst>
              <a:ext uri="{FF2B5EF4-FFF2-40B4-BE49-F238E27FC236}">
                <a16:creationId xmlns:a16="http://schemas.microsoft.com/office/drawing/2014/main" id="{CBC80F88-9770-8AA4-0BA1-CA84AD6689FF}"/>
              </a:ext>
            </a:extLst>
          </p:cNvPr>
          <p:cNvGrpSpPr/>
          <p:nvPr/>
        </p:nvGrpSpPr>
        <p:grpSpPr>
          <a:xfrm>
            <a:off x="479674" y="5435476"/>
            <a:ext cx="4291986" cy="857113"/>
            <a:chOff x="920853" y="594812"/>
            <a:chExt cx="5255136" cy="1049455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42C50523-4BF2-7AAB-BA0C-CF6ADE12B0FB}"/>
                </a:ext>
              </a:extLst>
            </p:cNvPr>
            <p:cNvGrpSpPr/>
            <p:nvPr/>
          </p:nvGrpSpPr>
          <p:grpSpPr>
            <a:xfrm>
              <a:off x="920853" y="594812"/>
              <a:ext cx="5255136" cy="1049455"/>
              <a:chOff x="944846" y="624662"/>
              <a:chExt cx="7210786" cy="1440000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FB818FC-2257-448E-DAFB-D5344DA6042E}"/>
                  </a:ext>
                </a:extLst>
              </p:cNvPr>
              <p:cNvSpPr/>
              <p:nvPr/>
            </p:nvSpPr>
            <p:spPr>
              <a:xfrm>
                <a:off x="944846" y="624662"/>
                <a:ext cx="7200000" cy="1440000"/>
              </a:xfrm>
              <a:prstGeom prst="rect">
                <a:avLst/>
              </a:prstGeom>
              <a:solidFill>
                <a:schemeClr val="bg1"/>
              </a:solidFill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 dirty="0"/>
              </a:p>
            </p:txBody>
          </p: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5DEBD76A-D6D6-7DEA-16C0-69C63AA8E4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5632" y="1712460"/>
                <a:ext cx="720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CE70911D-7915-77FF-ED87-CC016EAF2BBC}"/>
                  </a:ext>
                </a:extLst>
              </p:cNvPr>
              <p:cNvCxnSpPr>
                <a:cxnSpLocks/>
                <a:stCxn id="4" idx="1"/>
                <a:endCxn id="4" idx="3"/>
              </p:cNvCxnSpPr>
              <p:nvPr/>
            </p:nvCxnSpPr>
            <p:spPr>
              <a:xfrm>
                <a:off x="944846" y="1344662"/>
                <a:ext cx="720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833AC4B7-EB16-6814-BA7B-1F19CD0993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5632" y="976864"/>
                <a:ext cx="720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A4F5ED0-4229-9209-21E9-34016212CDF6}"/>
                </a:ext>
              </a:extLst>
            </p:cNvPr>
            <p:cNvSpPr/>
            <p:nvPr/>
          </p:nvSpPr>
          <p:spPr>
            <a:xfrm>
              <a:off x="3763621" y="716488"/>
              <a:ext cx="360000" cy="36000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33D5A35-ECC1-3974-CB40-42A2BEB9E58B}"/>
              </a:ext>
            </a:extLst>
          </p:cNvPr>
          <p:cNvGrpSpPr/>
          <p:nvPr/>
        </p:nvGrpSpPr>
        <p:grpSpPr>
          <a:xfrm>
            <a:off x="-2942274" y="5084107"/>
            <a:ext cx="7548449" cy="6907997"/>
            <a:chOff x="-3278526" y="163888"/>
            <a:chExt cx="9242372" cy="8458199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30940865-4CC7-7C8E-568D-9B066736AE74}"/>
                </a:ext>
              </a:extLst>
            </p:cNvPr>
            <p:cNvGrpSpPr/>
            <p:nvPr/>
          </p:nvGrpSpPr>
          <p:grpSpPr>
            <a:xfrm>
              <a:off x="-3278526" y="163888"/>
              <a:ext cx="9242372" cy="8458199"/>
              <a:chOff x="-4804117" y="30109"/>
              <a:chExt cx="12681844" cy="11605845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B05F4E21-4047-D884-08CA-2CC5FD6D1315}"/>
                  </a:ext>
                </a:extLst>
              </p:cNvPr>
              <p:cNvGrpSpPr/>
              <p:nvPr/>
            </p:nvGrpSpPr>
            <p:grpSpPr>
              <a:xfrm>
                <a:off x="-4352562" y="617108"/>
                <a:ext cx="10623821" cy="10605600"/>
                <a:chOff x="-4352561" y="617108"/>
                <a:chExt cx="10605600" cy="10605600"/>
              </a:xfrm>
            </p:grpSpPr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537E6B99-8E3C-1DB1-5F7D-B0D7651978F6}"/>
                    </a:ext>
                  </a:extLst>
                </p:cNvPr>
                <p:cNvSpPr/>
                <p:nvPr/>
              </p:nvSpPr>
              <p:spPr>
                <a:xfrm>
                  <a:off x="-3637954" y="1342305"/>
                  <a:ext cx="9165600" cy="9165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/>
                </a:p>
              </p:txBody>
            </p:sp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75D4EF55-A71D-C6B2-F84E-A4DF119D19A2}"/>
                    </a:ext>
                  </a:extLst>
                </p:cNvPr>
                <p:cNvSpPr/>
                <p:nvPr/>
              </p:nvSpPr>
              <p:spPr>
                <a:xfrm>
                  <a:off x="-3272266" y="1715005"/>
                  <a:ext cx="8445600" cy="8445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/>
                </a:p>
              </p:txBody>
            </p:sp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3A2D16A0-D91A-0451-66F1-06E2E072A846}"/>
                    </a:ext>
                  </a:extLst>
                </p:cNvPr>
                <p:cNvSpPr/>
                <p:nvPr/>
              </p:nvSpPr>
              <p:spPr>
                <a:xfrm>
                  <a:off x="-2917954" y="2064728"/>
                  <a:ext cx="7725600" cy="7725600"/>
                </a:xfrm>
                <a:prstGeom prst="ellipse">
                  <a:avLst/>
                </a:prstGeom>
                <a:noFill/>
                <a:ln w="444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/>
                </a:p>
              </p:txBody>
            </p:sp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79C7D3F7-AD66-182A-A8AE-998A460B7190}"/>
                    </a:ext>
                  </a:extLst>
                </p:cNvPr>
                <p:cNvSpPr/>
                <p:nvPr/>
              </p:nvSpPr>
              <p:spPr>
                <a:xfrm>
                  <a:off x="-3987168" y="977108"/>
                  <a:ext cx="9885600" cy="9885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/>
                </a:p>
              </p:txBody>
            </p:sp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BBE3AD21-BBA6-F081-44F0-7DF670723044}"/>
                    </a:ext>
                  </a:extLst>
                </p:cNvPr>
                <p:cNvSpPr/>
                <p:nvPr/>
              </p:nvSpPr>
              <p:spPr>
                <a:xfrm>
                  <a:off x="-4352561" y="617108"/>
                  <a:ext cx="10605600" cy="10605600"/>
                </a:xfrm>
                <a:prstGeom prst="ellipse">
                  <a:avLst/>
                </a:prstGeom>
                <a:noFill/>
                <a:ln w="444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/>
                </a:p>
              </p:txBody>
            </p:sp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BEB64C98-1536-5ACF-DCA3-48E6C17AF751}"/>
                    </a:ext>
                  </a:extLst>
                </p:cNvPr>
                <p:cNvCxnSpPr>
                  <a:cxnSpLocks/>
                  <a:stCxn id="21" idx="0"/>
                </p:cNvCxnSpPr>
                <p:nvPr/>
              </p:nvCxnSpPr>
              <p:spPr>
                <a:xfrm>
                  <a:off x="950239" y="617108"/>
                  <a:ext cx="0" cy="1440000"/>
                </a:xfrm>
                <a:prstGeom prst="line">
                  <a:avLst/>
                </a:prstGeom>
                <a:ln w="444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895D80C5-3E83-6712-F62F-BBF3F6C2BCE9}"/>
                    </a:ext>
                  </a:extLst>
                </p:cNvPr>
                <p:cNvCxnSpPr>
                  <a:cxnSpLocks/>
                  <a:stCxn id="19" idx="6"/>
                  <a:endCxn id="21" idx="6"/>
                </p:cNvCxnSpPr>
                <p:nvPr/>
              </p:nvCxnSpPr>
              <p:spPr>
                <a:xfrm flipV="1">
                  <a:off x="4807646" y="5919908"/>
                  <a:ext cx="1445393" cy="7620"/>
                </a:xfrm>
                <a:prstGeom prst="line">
                  <a:avLst/>
                </a:prstGeom>
                <a:ln w="444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D8B1FC93-179C-2781-DFCC-140C4BC684C4}"/>
                  </a:ext>
                </a:extLst>
              </p:cNvPr>
              <p:cNvSpPr/>
              <p:nvPr/>
            </p:nvSpPr>
            <p:spPr>
              <a:xfrm>
                <a:off x="-4804117" y="30109"/>
                <a:ext cx="5743819" cy="1160584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2B89FB07-9F2F-6640-EEC0-34D5C4B44391}"/>
                  </a:ext>
                </a:extLst>
              </p:cNvPr>
              <p:cNvSpPr/>
              <p:nvPr/>
            </p:nvSpPr>
            <p:spPr>
              <a:xfrm>
                <a:off x="-4774187" y="5954874"/>
                <a:ext cx="12651914" cy="56220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/>
              </a:p>
            </p:txBody>
          </p:sp>
        </p:grpSp>
        <p:sp>
          <p:nvSpPr>
            <p:cNvPr id="44" name="空心弧 43">
              <a:extLst>
                <a:ext uri="{FF2B5EF4-FFF2-40B4-BE49-F238E27FC236}">
                  <a16:creationId xmlns:a16="http://schemas.microsoft.com/office/drawing/2014/main" id="{2215FC62-63E7-6BA1-9D39-6573E93D04F2}"/>
                </a:ext>
              </a:extLst>
            </p:cNvPr>
            <p:cNvSpPr/>
            <p:nvPr/>
          </p:nvSpPr>
          <p:spPr>
            <a:xfrm rot="19475674">
              <a:off x="640880" y="1538259"/>
              <a:ext cx="3700488" cy="3700488"/>
            </a:xfrm>
            <a:prstGeom prst="blockArc">
              <a:avLst>
                <a:gd name="adj1" fmla="val 21190266"/>
                <a:gd name="adj2" fmla="val 317031"/>
                <a:gd name="adj3" fmla="val 9439"/>
              </a:avLst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>
                  <a:alpha val="93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>
                <a:solidFill>
                  <a:schemeClr val="tx1"/>
                </a:solidFill>
              </a:endParaRPr>
            </a:p>
          </p:txBody>
        </p:sp>
      </p:grpSp>
      <p:pic>
        <p:nvPicPr>
          <p:cNvPr id="50" name="图片 49" descr="\documentclass{article}&#10;\usepackage{amsmath}&#10;\pagestyle{empty}&#10;\begin{document}&#10;&#10;$\mapsto$&#10;&#10;&#10;\end{document}" title="IguanaTex Bitmap Display">
            <a:extLst>
              <a:ext uri="{FF2B5EF4-FFF2-40B4-BE49-F238E27FC236}">
                <a16:creationId xmlns:a16="http://schemas.microsoft.com/office/drawing/2014/main" id="{88F40E87-AA76-C3F7-6CB9-BA279DE24D2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222144" y="6616541"/>
            <a:ext cx="553125" cy="269164"/>
          </a:xfrm>
          <a:prstGeom prst="rect">
            <a:avLst/>
          </a:prstGeom>
        </p:spPr>
      </p:pic>
      <p:grpSp>
        <p:nvGrpSpPr>
          <p:cNvPr id="60" name="组合 59">
            <a:extLst>
              <a:ext uri="{FF2B5EF4-FFF2-40B4-BE49-F238E27FC236}">
                <a16:creationId xmlns:a16="http://schemas.microsoft.com/office/drawing/2014/main" id="{B560A7B5-1D66-4803-5F70-8B963F1E958E}"/>
              </a:ext>
            </a:extLst>
          </p:cNvPr>
          <p:cNvGrpSpPr/>
          <p:nvPr/>
        </p:nvGrpSpPr>
        <p:grpSpPr>
          <a:xfrm rot="3499304">
            <a:off x="5974189" y="7371715"/>
            <a:ext cx="1191995" cy="946194"/>
            <a:chOff x="6958373" y="591686"/>
            <a:chExt cx="1125413" cy="1182129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AE6A36FF-B6B1-D506-114C-BA54CE3256F1}"/>
                </a:ext>
              </a:extLst>
            </p:cNvPr>
            <p:cNvSpPr/>
            <p:nvPr/>
          </p:nvSpPr>
          <p:spPr>
            <a:xfrm>
              <a:off x="6975817" y="591687"/>
              <a:ext cx="1107969" cy="1182128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0AE8868A-0C10-22BD-64D7-C724532CE886}"/>
                </a:ext>
              </a:extLst>
            </p:cNvPr>
            <p:cNvCxnSpPr>
              <a:cxnSpLocks/>
            </p:cNvCxnSpPr>
            <p:nvPr/>
          </p:nvCxnSpPr>
          <p:spPr>
            <a:xfrm>
              <a:off x="6975817" y="1182750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59A0746-F769-FCFF-F8E5-952140B6CA66}"/>
                </a:ext>
              </a:extLst>
            </p:cNvPr>
            <p:cNvCxnSpPr/>
            <p:nvPr/>
          </p:nvCxnSpPr>
          <p:spPr>
            <a:xfrm>
              <a:off x="6967094" y="985729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C6E38203-1F66-778B-231D-E888EEFBE132}"/>
                </a:ext>
              </a:extLst>
            </p:cNvPr>
            <p:cNvCxnSpPr/>
            <p:nvPr/>
          </p:nvCxnSpPr>
          <p:spPr>
            <a:xfrm>
              <a:off x="6958373" y="1379771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A64E3543-34B0-C432-6E37-43468A1F4131}"/>
                </a:ext>
              </a:extLst>
            </p:cNvPr>
            <p:cNvCxnSpPr/>
            <p:nvPr/>
          </p:nvCxnSpPr>
          <p:spPr>
            <a:xfrm>
              <a:off x="6975816" y="788708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B0BFFD28-F00F-6D14-BE78-4BD22E155558}"/>
                </a:ext>
              </a:extLst>
            </p:cNvPr>
            <p:cNvCxnSpPr/>
            <p:nvPr/>
          </p:nvCxnSpPr>
          <p:spPr>
            <a:xfrm>
              <a:off x="6975816" y="591686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A651081A-E04C-9B3B-5DF9-1CDE0CEAEA4C}"/>
                </a:ext>
              </a:extLst>
            </p:cNvPr>
            <p:cNvCxnSpPr/>
            <p:nvPr/>
          </p:nvCxnSpPr>
          <p:spPr>
            <a:xfrm>
              <a:off x="6975815" y="1773815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CFAAC42A-1EC8-8361-5098-AE0479FABBDD}"/>
                </a:ext>
              </a:extLst>
            </p:cNvPr>
            <p:cNvCxnSpPr/>
            <p:nvPr/>
          </p:nvCxnSpPr>
          <p:spPr>
            <a:xfrm>
              <a:off x="6967094" y="1576792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图片 16" descr="\documentclass{article}&#10;\usepackage{amsmath}&#10;\pagestyle{empty}&#10;\begin{document}&#10;&#10;$A$&#10;&#10;&#10;\end{document}" title="IguanaTex Bitmap Display">
            <a:extLst>
              <a:ext uri="{FF2B5EF4-FFF2-40B4-BE49-F238E27FC236}">
                <a16:creationId xmlns:a16="http://schemas.microsoft.com/office/drawing/2014/main" id="{E976502C-FE22-BDA5-71F6-E2158666AAB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66" y="5308077"/>
            <a:ext cx="193188" cy="199907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B$&#10;&#10;&#10;\end{document}" title="IguanaTex Bitmap Display">
            <a:extLst>
              <a:ext uri="{FF2B5EF4-FFF2-40B4-BE49-F238E27FC236}">
                <a16:creationId xmlns:a16="http://schemas.microsoft.com/office/drawing/2014/main" id="{184F02CD-EDA8-043A-0EB7-30D7C51ABC6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69" y="6229700"/>
            <a:ext cx="201586" cy="189828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C$&#10;&#10;&#10;\end{document}" title="IguanaTex Bitmap Display">
            <a:extLst>
              <a:ext uri="{FF2B5EF4-FFF2-40B4-BE49-F238E27FC236}">
                <a16:creationId xmlns:a16="http://schemas.microsoft.com/office/drawing/2014/main" id="{8873B23E-4DDA-82B0-A932-761F4317F6E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257" y="6216290"/>
            <a:ext cx="199907" cy="203269"/>
          </a:xfrm>
          <a:prstGeom prst="rect">
            <a:avLst/>
          </a:prstGeom>
        </p:spPr>
      </p:pic>
      <p:pic>
        <p:nvPicPr>
          <p:cNvPr id="29" name="图片 28" descr="\documentclass{article}&#10;\usepackage{amsmath}&#10;\pagestyle{empty}&#10;\begin{document}&#10;&#10;$D$&#10;&#10;&#10;\end{document}" title="IguanaTex Bitmap Display">
            <a:extLst>
              <a:ext uri="{FF2B5EF4-FFF2-40B4-BE49-F238E27FC236}">
                <a16:creationId xmlns:a16="http://schemas.microsoft.com/office/drawing/2014/main" id="{5C3FF502-26EB-E0B4-51EF-7982942ED92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685" y="5318138"/>
            <a:ext cx="215028" cy="189828"/>
          </a:xfrm>
          <a:prstGeom prst="rect">
            <a:avLst/>
          </a:prstGeom>
        </p:spPr>
      </p:pic>
      <p:pic>
        <p:nvPicPr>
          <p:cNvPr id="32" name="图片 31" descr="\documentclass{article}&#10;\usepackage{amsmath}&#10;\pagestyle{empty}&#10;\begin{document}&#10;&#10;$C'$&#10;&#10;&#10;\end{document}" title="IguanaTex Bitmap Display">
            <a:extLst>
              <a:ext uri="{FF2B5EF4-FFF2-40B4-BE49-F238E27FC236}">
                <a16:creationId xmlns:a16="http://schemas.microsoft.com/office/drawing/2014/main" id="{A3B40DA7-B9BC-7A09-7F4F-7FF3A35E496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232" y="8695851"/>
            <a:ext cx="265422" cy="216707"/>
          </a:xfrm>
          <a:prstGeom prst="rect">
            <a:avLst/>
          </a:prstGeom>
        </p:spPr>
      </p:pic>
      <p:pic>
        <p:nvPicPr>
          <p:cNvPr id="38" name="图片 37" descr="\documentclass{article}&#10;\usepackage{amsmath}&#10;\pagestyle{empty}&#10;\begin{document}&#10;&#10;$D'$&#10;&#10;&#10;\end{document}" title="IguanaTex Bitmap Display">
            <a:extLst>
              <a:ext uri="{FF2B5EF4-FFF2-40B4-BE49-F238E27FC236}">
                <a16:creationId xmlns:a16="http://schemas.microsoft.com/office/drawing/2014/main" id="{E84AFF1C-5C5B-0F3E-FED0-C7937859CA4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828" y="8698465"/>
            <a:ext cx="287259" cy="209986"/>
          </a:xfrm>
          <a:prstGeom prst="rect">
            <a:avLst/>
          </a:prstGeom>
        </p:spPr>
      </p:pic>
      <p:pic>
        <p:nvPicPr>
          <p:cNvPr id="69" name="图片 68" descr="\documentclass{article}&#10;\usepackage{amsmath}&#10;\pagestyle{empty}&#10;\begin{document}&#10;&#10;$P$&#10;&#10;&#10;\end{document}" title="IguanaTex Bitmap Display">
            <a:extLst>
              <a:ext uri="{FF2B5EF4-FFF2-40B4-BE49-F238E27FC236}">
                <a16:creationId xmlns:a16="http://schemas.microsoft.com/office/drawing/2014/main" id="{24B58165-DA7F-9ACD-46E3-3701EFBAB6E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745" y="6284730"/>
            <a:ext cx="201586" cy="189828"/>
          </a:xfrm>
          <a:prstGeom prst="rect">
            <a:avLst/>
          </a:prstGeom>
        </p:spPr>
      </p:pic>
      <p:pic>
        <p:nvPicPr>
          <p:cNvPr id="70" name="图片 69" descr="\documentclass{article}&#10;\usepackage{amsmath}&#10;\pagestyle{empty}&#10;\begin{document}&#10;&#10;$P'$&#10;&#10;&#10;\end{document}" title="IguanaTex Bitmap Display">
            <a:extLst>
              <a:ext uri="{FF2B5EF4-FFF2-40B4-BE49-F238E27FC236}">
                <a16:creationId xmlns:a16="http://schemas.microsoft.com/office/drawing/2014/main" id="{C4A6D1BB-0D76-CAA9-B5F1-05EE86497BAC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29" y="7474386"/>
            <a:ext cx="267103" cy="209986"/>
          </a:xfrm>
          <a:prstGeom prst="rect">
            <a:avLst/>
          </a:prstGeom>
        </p:spPr>
      </p:pic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21ED282C-7FCB-8CB7-AE7E-F63FDA0A3D6A}"/>
              </a:ext>
            </a:extLst>
          </p:cNvPr>
          <p:cNvGrpSpPr/>
          <p:nvPr/>
        </p:nvGrpSpPr>
        <p:grpSpPr>
          <a:xfrm>
            <a:off x="6020095" y="5386320"/>
            <a:ext cx="942459" cy="996300"/>
            <a:chOff x="6943622" y="706360"/>
            <a:chExt cx="942461" cy="996301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B85E1CA1-A4DA-18AE-C301-D081F86C71E1}"/>
                </a:ext>
              </a:extLst>
            </p:cNvPr>
            <p:cNvSpPr/>
            <p:nvPr/>
          </p:nvSpPr>
          <p:spPr>
            <a:xfrm>
              <a:off x="6999246" y="706361"/>
              <a:ext cx="886837" cy="946194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C0CC9915-E9B0-9D40-D1A9-F847FC0D4B70}"/>
                </a:ext>
              </a:extLst>
            </p:cNvPr>
            <p:cNvCxnSpPr>
              <a:cxnSpLocks/>
            </p:cNvCxnSpPr>
            <p:nvPr/>
          </p:nvCxnSpPr>
          <p:spPr>
            <a:xfrm>
              <a:off x="6999246" y="1179457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7F03C875-163C-2966-19E3-6F8F60412D5F}"/>
                </a:ext>
              </a:extLst>
            </p:cNvPr>
            <p:cNvCxnSpPr/>
            <p:nvPr/>
          </p:nvCxnSpPr>
          <p:spPr>
            <a:xfrm>
              <a:off x="6992264" y="1021758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D1E1BAF7-C2A0-5AE6-A37F-BCEE48DE0E87}"/>
                </a:ext>
              </a:extLst>
            </p:cNvPr>
            <p:cNvCxnSpPr/>
            <p:nvPr/>
          </p:nvCxnSpPr>
          <p:spPr>
            <a:xfrm>
              <a:off x="6985284" y="1337156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C384A8C-C6FF-552C-8F82-8B7D055BE255}"/>
                </a:ext>
              </a:extLst>
            </p:cNvPr>
            <p:cNvCxnSpPr/>
            <p:nvPr/>
          </p:nvCxnSpPr>
          <p:spPr>
            <a:xfrm>
              <a:off x="6999246" y="864060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7751B9A6-2529-D1B9-D478-09E909D72C01}"/>
                </a:ext>
              </a:extLst>
            </p:cNvPr>
            <p:cNvCxnSpPr/>
            <p:nvPr/>
          </p:nvCxnSpPr>
          <p:spPr>
            <a:xfrm>
              <a:off x="6999246" y="706360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1C89D5E6-985F-4460-371F-2A03C4365204}"/>
                </a:ext>
              </a:extLst>
            </p:cNvPr>
            <p:cNvCxnSpPr/>
            <p:nvPr/>
          </p:nvCxnSpPr>
          <p:spPr>
            <a:xfrm>
              <a:off x="6999245" y="1652555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7BAC0974-57A8-219C-44EA-1A465AAD1655}"/>
                </a:ext>
              </a:extLst>
            </p:cNvPr>
            <p:cNvCxnSpPr/>
            <p:nvPr/>
          </p:nvCxnSpPr>
          <p:spPr>
            <a:xfrm>
              <a:off x="6992264" y="1494855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C6DCAABC-7D5B-6DB0-969C-DCA638B73867}"/>
                </a:ext>
              </a:extLst>
            </p:cNvPr>
            <p:cNvSpPr/>
            <p:nvPr/>
          </p:nvSpPr>
          <p:spPr>
            <a:xfrm>
              <a:off x="6943622" y="1592795"/>
              <a:ext cx="109866" cy="10986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sp>
        <p:nvSpPr>
          <p:cNvPr id="72" name="椭圆 71">
            <a:extLst>
              <a:ext uri="{FF2B5EF4-FFF2-40B4-BE49-F238E27FC236}">
                <a16:creationId xmlns:a16="http://schemas.microsoft.com/office/drawing/2014/main" id="{6FD8FD44-2C78-BFB1-3A9F-26F1CAB39E6E}"/>
              </a:ext>
            </a:extLst>
          </p:cNvPr>
          <p:cNvSpPr/>
          <p:nvPr/>
        </p:nvSpPr>
        <p:spPr>
          <a:xfrm>
            <a:off x="5814078" y="7542005"/>
            <a:ext cx="109865" cy="10986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82BCD4C1-E34C-8C22-F223-1C2594FD966F}"/>
              </a:ext>
            </a:extLst>
          </p:cNvPr>
          <p:cNvCxnSpPr>
            <a:cxnSpLocks/>
          </p:cNvCxnSpPr>
          <p:nvPr/>
        </p:nvCxnSpPr>
        <p:spPr>
          <a:xfrm>
            <a:off x="8221812" y="7420421"/>
            <a:ext cx="374162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EF14C1BA-B392-8345-CE9E-2169BF8FA0A6}"/>
              </a:ext>
            </a:extLst>
          </p:cNvPr>
          <p:cNvCxnSpPr>
            <a:cxnSpLocks/>
          </p:cNvCxnSpPr>
          <p:nvPr/>
        </p:nvCxnSpPr>
        <p:spPr>
          <a:xfrm flipV="1">
            <a:off x="8751262" y="5205067"/>
            <a:ext cx="0" cy="349345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图片 81" descr="\documentclass{article}&#10;\usepackage{amsmath}&#10;\pagestyle{empty}&#10;\begin{document}&#10;&#10;$P(P')$&#10;&#10;&#10;\end{document}" title="IguanaTex Bitmap Display">
            <a:extLst>
              <a:ext uri="{FF2B5EF4-FFF2-40B4-BE49-F238E27FC236}">
                <a16:creationId xmlns:a16="http://schemas.microsoft.com/office/drawing/2014/main" id="{7A306278-8EC4-E38E-D83B-982A9A84F29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521" y="7550290"/>
            <a:ext cx="693794" cy="280541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8EEBE360-9E81-2DE2-11E0-DF2F78642A8F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9922" y="7543633"/>
            <a:ext cx="245264" cy="164632"/>
          </a:xfrm>
          <a:prstGeom prst="rect">
            <a:avLst/>
          </a:prstGeom>
        </p:spPr>
      </p:pic>
      <p:pic>
        <p:nvPicPr>
          <p:cNvPr id="3" name="图片 2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076E3A0D-DAA5-BD95-B619-8BF1CF6E59BF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295" y="5134368"/>
            <a:ext cx="251987" cy="164632"/>
          </a:xfrm>
          <a:prstGeom prst="rect">
            <a:avLst/>
          </a:prstGeom>
        </p:spPr>
      </p:pic>
      <p:sp>
        <p:nvSpPr>
          <p:cNvPr id="90" name="矩形 89">
            <a:extLst>
              <a:ext uri="{FF2B5EF4-FFF2-40B4-BE49-F238E27FC236}">
                <a16:creationId xmlns:a16="http://schemas.microsoft.com/office/drawing/2014/main" id="{126FB33E-92C9-16B8-8CF2-D1C33E02F13C}"/>
              </a:ext>
            </a:extLst>
          </p:cNvPr>
          <p:cNvSpPr/>
          <p:nvPr/>
        </p:nvSpPr>
        <p:spPr>
          <a:xfrm>
            <a:off x="8750520" y="5684765"/>
            <a:ext cx="1622924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4E55422A-15ED-B964-2A2D-EFEB7429036D}"/>
              </a:ext>
            </a:extLst>
          </p:cNvPr>
          <p:cNvCxnSpPr/>
          <p:nvPr/>
        </p:nvCxnSpPr>
        <p:spPr>
          <a:xfrm>
            <a:off x="8750518" y="7418639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515CC4B8-3753-A2A3-3BCE-EFAA719430AB}"/>
              </a:ext>
            </a:extLst>
          </p:cNvPr>
          <p:cNvCxnSpPr>
            <a:cxnSpLocks/>
          </p:cNvCxnSpPr>
          <p:nvPr/>
        </p:nvCxnSpPr>
        <p:spPr>
          <a:xfrm flipV="1">
            <a:off x="8750171" y="5657941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E54B2CB9-DBED-5496-BA71-65DDC5361E8A}"/>
              </a:ext>
            </a:extLst>
          </p:cNvPr>
          <p:cNvCxnSpPr>
            <a:cxnSpLocks/>
          </p:cNvCxnSpPr>
          <p:nvPr/>
        </p:nvCxnSpPr>
        <p:spPr>
          <a:xfrm>
            <a:off x="8735301" y="7418633"/>
            <a:ext cx="1638165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\documentclass{article}&#10;\usepackage{amsmath}&#10;\pagestyle{empty}&#10;\begin{document}&#10;&#10;$\mathrm{d} \sigma$&#10;&#10;&#10;\end{document}" title="IguanaTex Bitmap Display">
            <a:extLst>
              <a:ext uri="{FF2B5EF4-FFF2-40B4-BE49-F238E27FC236}">
                <a16:creationId xmlns:a16="http://schemas.microsoft.com/office/drawing/2014/main" id="{0FDE3593-3378-7FE2-7BE8-F3C2AD654F51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492" y="5603444"/>
            <a:ext cx="305740" cy="196548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\mathrm{d} \sigma'$&#10;&#10;&#10;\end{document}" title="IguanaTex Bitmap Display">
            <a:extLst>
              <a:ext uri="{FF2B5EF4-FFF2-40B4-BE49-F238E27FC236}">
                <a16:creationId xmlns:a16="http://schemas.microsoft.com/office/drawing/2014/main" id="{C3E727F4-8B27-1E0B-DA83-2C93B755E055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565" y="6646003"/>
            <a:ext cx="374616" cy="213346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7A95D93B-D8B0-7DD8-92CB-25CBE2D68B7E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l="69055" t="61514"/>
          <a:stretch>
            <a:fillRect/>
          </a:stretch>
        </p:blipFill>
        <p:spPr>
          <a:xfrm rot="3307765">
            <a:off x="3567699" y="6556766"/>
            <a:ext cx="942680" cy="1157786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2224456-A190-48DE-C6D8-C9C0F63BDBD6}"/>
              </a:ext>
            </a:extLst>
          </p:cNvPr>
          <p:cNvCxnSpPr>
            <a:cxnSpLocks/>
          </p:cNvCxnSpPr>
          <p:nvPr/>
        </p:nvCxnSpPr>
        <p:spPr>
          <a:xfrm>
            <a:off x="8750517" y="5701712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F678146-C2A1-EAE5-800B-714BF27A0C02}"/>
              </a:ext>
            </a:extLst>
          </p:cNvPr>
          <p:cNvCxnSpPr>
            <a:cxnSpLocks/>
          </p:cNvCxnSpPr>
          <p:nvPr/>
        </p:nvCxnSpPr>
        <p:spPr>
          <a:xfrm>
            <a:off x="8750517" y="7171371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4EA27A34-4D28-242A-E6BE-79273F02003B}"/>
              </a:ext>
            </a:extLst>
          </p:cNvPr>
          <p:cNvCxnSpPr>
            <a:cxnSpLocks/>
          </p:cNvCxnSpPr>
          <p:nvPr/>
        </p:nvCxnSpPr>
        <p:spPr>
          <a:xfrm>
            <a:off x="8750517" y="6926429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7E83D6D-9FFF-8CC1-6699-0D89A93E4925}"/>
              </a:ext>
            </a:extLst>
          </p:cNvPr>
          <p:cNvCxnSpPr>
            <a:cxnSpLocks/>
          </p:cNvCxnSpPr>
          <p:nvPr/>
        </p:nvCxnSpPr>
        <p:spPr>
          <a:xfrm>
            <a:off x="8750517" y="6681484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0692A8A-D3E5-02FE-08AC-440D5D2DB687}"/>
              </a:ext>
            </a:extLst>
          </p:cNvPr>
          <p:cNvCxnSpPr>
            <a:cxnSpLocks/>
          </p:cNvCxnSpPr>
          <p:nvPr/>
        </p:nvCxnSpPr>
        <p:spPr>
          <a:xfrm>
            <a:off x="8750517" y="6436541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F4BB8085-FD4C-87D9-CAB1-F875F49132E3}"/>
              </a:ext>
            </a:extLst>
          </p:cNvPr>
          <p:cNvCxnSpPr>
            <a:cxnSpLocks/>
          </p:cNvCxnSpPr>
          <p:nvPr/>
        </p:nvCxnSpPr>
        <p:spPr>
          <a:xfrm>
            <a:off x="8750517" y="6191599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1B09826-879F-523F-C9D5-FA38C2A2E9B9}"/>
              </a:ext>
            </a:extLst>
          </p:cNvPr>
          <p:cNvCxnSpPr>
            <a:cxnSpLocks/>
          </p:cNvCxnSpPr>
          <p:nvPr/>
        </p:nvCxnSpPr>
        <p:spPr>
          <a:xfrm>
            <a:off x="8750517" y="5946656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椭圆 123">
            <a:extLst>
              <a:ext uri="{FF2B5EF4-FFF2-40B4-BE49-F238E27FC236}">
                <a16:creationId xmlns:a16="http://schemas.microsoft.com/office/drawing/2014/main" id="{1B8C91E1-45C2-829E-9E10-4359118DA622}"/>
              </a:ext>
            </a:extLst>
          </p:cNvPr>
          <p:cNvSpPr/>
          <p:nvPr/>
        </p:nvSpPr>
        <p:spPr>
          <a:xfrm>
            <a:off x="9890689" y="6015594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15" name="图片 14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6E192070-AAC8-00F1-A1B7-17A98BC9E45E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304" y="5952455"/>
            <a:ext cx="855064" cy="28054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DFA8E864-6443-D925-40D1-36AFFD657E73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l="54077" t="44590"/>
          <a:stretch>
            <a:fillRect/>
          </a:stretch>
        </p:blipFill>
        <p:spPr>
          <a:xfrm rot="1352517">
            <a:off x="9782610" y="6239172"/>
            <a:ext cx="1398926" cy="1666912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608EDEBC-30BC-C45D-92D7-D42A7A2E5488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403" y="7984776"/>
            <a:ext cx="809709" cy="280541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1B909A2-B55D-5126-BD71-04BF5E272873}"/>
              </a:ext>
            </a:extLst>
          </p:cNvPr>
          <p:cNvGrpSpPr/>
          <p:nvPr/>
        </p:nvGrpSpPr>
        <p:grpSpPr>
          <a:xfrm rot="3495345">
            <a:off x="8586998" y="6518747"/>
            <a:ext cx="2764199" cy="2725907"/>
            <a:chOff x="4041736" y="1056357"/>
            <a:chExt cx="2764198" cy="2725908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D06898-EF33-B68A-1E6D-77D74D2BD0DF}"/>
                </a:ext>
              </a:extLst>
            </p:cNvPr>
            <p:cNvGrpSpPr/>
            <p:nvPr/>
          </p:nvGrpSpPr>
          <p:grpSpPr>
            <a:xfrm rot="18138766">
              <a:off x="4060881" y="1037212"/>
              <a:ext cx="2725908" cy="2764198"/>
              <a:chOff x="4224985" y="2319125"/>
              <a:chExt cx="2725908" cy="2764198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C34D30E-48E5-32C6-0DBD-38C8EFC8CEB6}"/>
                  </a:ext>
                </a:extLst>
              </p:cNvPr>
              <p:cNvSpPr/>
              <p:nvPr/>
            </p:nvSpPr>
            <p:spPr>
              <a:xfrm rot="3499304">
                <a:off x="4588723" y="2816949"/>
                <a:ext cx="2147559" cy="1731550"/>
              </a:xfrm>
              <a:prstGeom prst="rect">
                <a:avLst/>
              </a:prstGeom>
              <a:solidFill>
                <a:srgbClr val="0070C0">
                  <a:alpha val="25000"/>
                </a:srgbClr>
              </a:solidFill>
              <a:ln w="44450">
                <a:solidFill>
                  <a:srgbClr val="0070C0">
                    <a:alpha val="25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 dirty="0"/>
              </a:p>
            </p:txBody>
          </p: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350DA4A6-9CEF-1CE9-0452-FDCBA1EBB826}"/>
                  </a:ext>
                </a:extLst>
              </p:cNvPr>
              <p:cNvCxnSpPr>
                <a:cxnSpLocks/>
              </p:cNvCxnSpPr>
              <p:nvPr/>
            </p:nvCxnSpPr>
            <p:spPr>
              <a:xfrm rot="3461234" flipV="1">
                <a:off x="5099753" y="1893674"/>
                <a:ext cx="3740" cy="1753276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442D5FA1-95F2-9FE1-5BDC-34AFBAA562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7539" y="3237326"/>
                <a:ext cx="1149792" cy="1822394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455767D2-3FE2-F47B-39E0-163D8CE1CE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2239" y="2319125"/>
                <a:ext cx="1118654" cy="1812794"/>
              </a:xfrm>
              <a:prstGeom prst="line">
                <a:avLst/>
              </a:prstGeom>
              <a:ln w="25400">
                <a:solidFill>
                  <a:srgbClr val="0070C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DD5AEF9B-A38C-59AC-B773-B88D6D1DC084}"/>
                  </a:ext>
                </a:extLst>
              </p:cNvPr>
              <p:cNvCxnSpPr>
                <a:cxnSpLocks/>
              </p:cNvCxnSpPr>
              <p:nvPr/>
            </p:nvCxnSpPr>
            <p:spPr>
              <a:xfrm rot="3461234">
                <a:off x="4268112" y="3882579"/>
                <a:ext cx="2136177" cy="270"/>
              </a:xfrm>
              <a:prstGeom prst="line">
                <a:avLst/>
              </a:prstGeom>
              <a:ln w="25400">
                <a:solidFill>
                  <a:srgbClr val="0070C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35142B69-2070-9274-78A9-825502997572}"/>
                  </a:ext>
                </a:extLst>
              </p:cNvPr>
              <p:cNvCxnSpPr>
                <a:cxnSpLocks/>
              </p:cNvCxnSpPr>
              <p:nvPr/>
            </p:nvCxnSpPr>
            <p:spPr>
              <a:xfrm rot="3461234">
                <a:off x="4892092" y="3487206"/>
                <a:ext cx="2132273" cy="8788"/>
              </a:xfrm>
              <a:prstGeom prst="line">
                <a:avLst/>
              </a:prstGeom>
              <a:ln w="25400">
                <a:solidFill>
                  <a:srgbClr val="0070C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D9FC5C2F-A03F-333A-3E13-40A2057F4633}"/>
                  </a:ext>
                </a:extLst>
              </p:cNvPr>
              <p:cNvCxnSpPr>
                <a:cxnSpLocks/>
              </p:cNvCxnSpPr>
              <p:nvPr/>
            </p:nvCxnSpPr>
            <p:spPr>
              <a:xfrm rot="3461234">
                <a:off x="4481314" y="3755234"/>
                <a:ext cx="2128061" cy="0"/>
              </a:xfrm>
              <a:prstGeom prst="line">
                <a:avLst/>
              </a:prstGeom>
              <a:ln w="25400">
                <a:solidFill>
                  <a:srgbClr val="0070C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27A6D527-2C56-7066-8304-81BFEABD2F7A}"/>
                  </a:ext>
                </a:extLst>
              </p:cNvPr>
              <p:cNvCxnSpPr>
                <a:cxnSpLocks/>
              </p:cNvCxnSpPr>
              <p:nvPr/>
            </p:nvCxnSpPr>
            <p:spPr>
              <a:xfrm rot="3461234" flipV="1">
                <a:off x="4692961" y="3626219"/>
                <a:ext cx="2121768" cy="1730"/>
              </a:xfrm>
              <a:prstGeom prst="line">
                <a:avLst/>
              </a:prstGeom>
              <a:ln w="25400">
                <a:solidFill>
                  <a:srgbClr val="0070C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3D926DC2-0510-5DA0-D086-E145A04CEB69}"/>
                  </a:ext>
                </a:extLst>
              </p:cNvPr>
              <p:cNvCxnSpPr>
                <a:cxnSpLocks/>
              </p:cNvCxnSpPr>
              <p:nvPr/>
            </p:nvCxnSpPr>
            <p:spPr>
              <a:xfrm rot="3461234">
                <a:off x="4051199" y="4009507"/>
                <a:ext cx="2147632" cy="0"/>
              </a:xfrm>
              <a:prstGeom prst="line">
                <a:avLst/>
              </a:prstGeom>
              <a:ln w="25400">
                <a:solidFill>
                  <a:srgbClr val="0070C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435AF8C2-9C5B-1B3E-2094-1B43F32A9A0D}"/>
                  </a:ext>
                </a:extLst>
              </p:cNvPr>
              <p:cNvSpPr/>
              <p:nvPr/>
            </p:nvSpPr>
            <p:spPr>
              <a:xfrm>
                <a:off x="6259322" y="3833701"/>
                <a:ext cx="156769" cy="156769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 dirty="0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714FBA6-1D44-59D4-C97F-D2CFE22CB6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1383" y="1746156"/>
              <a:ext cx="2146650" cy="5756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1763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D790E-06AB-68E5-0BE6-4DB44A994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弧形 43">
            <a:extLst>
              <a:ext uri="{FF2B5EF4-FFF2-40B4-BE49-F238E27FC236}">
                <a16:creationId xmlns:a16="http://schemas.microsoft.com/office/drawing/2014/main" id="{A8FC23E2-E9BF-8B06-762E-4D88CAFC2B75}"/>
              </a:ext>
            </a:extLst>
          </p:cNvPr>
          <p:cNvSpPr/>
          <p:nvPr/>
        </p:nvSpPr>
        <p:spPr>
          <a:xfrm rot="10800000" flipH="1">
            <a:off x="9608805" y="693585"/>
            <a:ext cx="671753" cy="174163"/>
          </a:xfrm>
          <a:prstGeom prst="arc">
            <a:avLst>
              <a:gd name="adj1" fmla="val 19828073"/>
              <a:gd name="adj2" fmla="val 13435617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C4DEB2CE-6470-B6D4-136F-99126D64DD85}"/>
              </a:ext>
            </a:extLst>
          </p:cNvPr>
          <p:cNvCxnSpPr>
            <a:cxnSpLocks/>
          </p:cNvCxnSpPr>
          <p:nvPr/>
        </p:nvCxnSpPr>
        <p:spPr>
          <a:xfrm flipV="1">
            <a:off x="9950343" y="476214"/>
            <a:ext cx="0" cy="281118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7893D92-2EB8-12DC-8E5D-E782045EC630}"/>
              </a:ext>
            </a:extLst>
          </p:cNvPr>
          <p:cNvCxnSpPr>
            <a:cxnSpLocks/>
          </p:cNvCxnSpPr>
          <p:nvPr/>
        </p:nvCxnSpPr>
        <p:spPr>
          <a:xfrm>
            <a:off x="715013" y="2685945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B4FA56B-49DA-7F49-D8E2-51AC7CDC1FF4}"/>
              </a:ext>
            </a:extLst>
          </p:cNvPr>
          <p:cNvCxnSpPr>
            <a:cxnSpLocks/>
          </p:cNvCxnSpPr>
          <p:nvPr/>
        </p:nvCxnSpPr>
        <p:spPr>
          <a:xfrm flipV="1">
            <a:off x="1244472" y="470593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3CB62C71-87E0-9B75-00B3-310DD81B02E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00" y="2789353"/>
            <a:ext cx="193188" cy="20326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FF26211-BCC8-2765-33E0-3848CD373093}"/>
              </a:ext>
            </a:extLst>
          </p:cNvPr>
          <p:cNvSpPr/>
          <p:nvPr/>
        </p:nvSpPr>
        <p:spPr>
          <a:xfrm>
            <a:off x="1243730" y="950291"/>
            <a:ext cx="1622924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41827F2-C95E-8D10-E6CC-D677D2F237E1}"/>
              </a:ext>
            </a:extLst>
          </p:cNvPr>
          <p:cNvCxnSpPr/>
          <p:nvPr/>
        </p:nvCxnSpPr>
        <p:spPr>
          <a:xfrm>
            <a:off x="1243728" y="268416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50A06AC-6B60-2685-5BCC-6FB296CE0401}"/>
              </a:ext>
            </a:extLst>
          </p:cNvPr>
          <p:cNvCxnSpPr>
            <a:cxnSpLocks/>
          </p:cNvCxnSpPr>
          <p:nvPr/>
        </p:nvCxnSpPr>
        <p:spPr>
          <a:xfrm flipV="1">
            <a:off x="1243721" y="923466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ADC2F61-DA76-8AB4-CEDB-28840EC70527}"/>
              </a:ext>
            </a:extLst>
          </p:cNvPr>
          <p:cNvCxnSpPr>
            <a:cxnSpLocks/>
          </p:cNvCxnSpPr>
          <p:nvPr/>
        </p:nvCxnSpPr>
        <p:spPr>
          <a:xfrm>
            <a:off x="1228512" y="2684159"/>
            <a:ext cx="1638165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7E261FE-8067-210D-0A2D-2807FADC3D51}"/>
              </a:ext>
            </a:extLst>
          </p:cNvPr>
          <p:cNvCxnSpPr>
            <a:cxnSpLocks/>
          </p:cNvCxnSpPr>
          <p:nvPr/>
        </p:nvCxnSpPr>
        <p:spPr>
          <a:xfrm>
            <a:off x="1243728" y="2681839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7163CE2-89CA-9AA2-DDFA-E42101779F4E}"/>
              </a:ext>
            </a:extLst>
          </p:cNvPr>
          <p:cNvCxnSpPr>
            <a:cxnSpLocks/>
          </p:cNvCxnSpPr>
          <p:nvPr/>
        </p:nvCxnSpPr>
        <p:spPr>
          <a:xfrm>
            <a:off x="1243728" y="967241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59D91DD-10AC-5A58-EA91-5FCA4324E5FE}"/>
              </a:ext>
            </a:extLst>
          </p:cNvPr>
          <p:cNvCxnSpPr>
            <a:cxnSpLocks/>
          </p:cNvCxnSpPr>
          <p:nvPr/>
        </p:nvCxnSpPr>
        <p:spPr>
          <a:xfrm>
            <a:off x="1243728" y="2436898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9DBE7E5-4DD2-83BA-6BC9-CFB1C16F19DD}"/>
              </a:ext>
            </a:extLst>
          </p:cNvPr>
          <p:cNvCxnSpPr>
            <a:cxnSpLocks/>
          </p:cNvCxnSpPr>
          <p:nvPr/>
        </p:nvCxnSpPr>
        <p:spPr>
          <a:xfrm>
            <a:off x="1243728" y="2191956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3676332-97C5-889B-E1C6-11AAB33355F8}"/>
              </a:ext>
            </a:extLst>
          </p:cNvPr>
          <p:cNvCxnSpPr>
            <a:cxnSpLocks/>
          </p:cNvCxnSpPr>
          <p:nvPr/>
        </p:nvCxnSpPr>
        <p:spPr>
          <a:xfrm>
            <a:off x="1243728" y="1947011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83314D4-67EF-EE53-00F8-BFFF189BF1C8}"/>
              </a:ext>
            </a:extLst>
          </p:cNvPr>
          <p:cNvCxnSpPr>
            <a:cxnSpLocks/>
          </p:cNvCxnSpPr>
          <p:nvPr/>
        </p:nvCxnSpPr>
        <p:spPr>
          <a:xfrm>
            <a:off x="1243728" y="1702068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1A6573E-1CA3-83EF-7770-D9BEB17B6DC0}"/>
              </a:ext>
            </a:extLst>
          </p:cNvPr>
          <p:cNvCxnSpPr>
            <a:cxnSpLocks/>
          </p:cNvCxnSpPr>
          <p:nvPr/>
        </p:nvCxnSpPr>
        <p:spPr>
          <a:xfrm>
            <a:off x="1243728" y="1457124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E280FFB-3E41-B4F8-B388-A0BF00592998}"/>
              </a:ext>
            </a:extLst>
          </p:cNvPr>
          <p:cNvCxnSpPr>
            <a:cxnSpLocks/>
          </p:cNvCxnSpPr>
          <p:nvPr/>
        </p:nvCxnSpPr>
        <p:spPr>
          <a:xfrm>
            <a:off x="1243728" y="1212182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EFA13117-B0FC-98CD-AF4C-0711B9F80888}"/>
              </a:ext>
            </a:extLst>
          </p:cNvPr>
          <p:cNvSpPr/>
          <p:nvPr/>
        </p:nvSpPr>
        <p:spPr>
          <a:xfrm>
            <a:off x="2383902" y="1281120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75361C06-2D87-B0F7-0FFE-AB34998017CD}"/>
              </a:ext>
            </a:extLst>
          </p:cNvPr>
          <p:cNvCxnSpPr>
            <a:cxnSpLocks/>
          </p:cNvCxnSpPr>
          <p:nvPr/>
        </p:nvCxnSpPr>
        <p:spPr>
          <a:xfrm flipV="1">
            <a:off x="7907413" y="2691620"/>
            <a:ext cx="4191787" cy="837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7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212685AF-9626-EC3A-1AE5-1BE51B77D6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572" y="2794999"/>
            <a:ext cx="193188" cy="203267"/>
          </a:xfrm>
          <a:prstGeom prst="rect">
            <a:avLst/>
          </a:prstGeom>
        </p:spPr>
      </p:pic>
      <p:sp>
        <p:nvSpPr>
          <p:cNvPr id="77" name="矩形 76">
            <a:extLst>
              <a:ext uri="{FF2B5EF4-FFF2-40B4-BE49-F238E27FC236}">
                <a16:creationId xmlns:a16="http://schemas.microsoft.com/office/drawing/2014/main" id="{3FBE1A07-175C-3A05-C14A-0A6CA8057CBC}"/>
              </a:ext>
            </a:extLst>
          </p:cNvPr>
          <p:cNvSpPr/>
          <p:nvPr/>
        </p:nvSpPr>
        <p:spPr>
          <a:xfrm>
            <a:off x="9949602" y="955936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F1D32787-D4EF-AEF1-DF0B-BACD49D8ABC1}"/>
              </a:ext>
            </a:extLst>
          </p:cNvPr>
          <p:cNvCxnSpPr/>
          <p:nvPr/>
        </p:nvCxnSpPr>
        <p:spPr>
          <a:xfrm>
            <a:off x="9949599" y="2689810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4705643A-F559-E88F-1CBA-34D9313E2B3C}"/>
              </a:ext>
            </a:extLst>
          </p:cNvPr>
          <p:cNvCxnSpPr>
            <a:cxnSpLocks/>
          </p:cNvCxnSpPr>
          <p:nvPr/>
        </p:nvCxnSpPr>
        <p:spPr>
          <a:xfrm>
            <a:off x="9934384" y="2689804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BF0DEB90-6047-AFE4-8B77-69C6D4FFF5EC}"/>
              </a:ext>
            </a:extLst>
          </p:cNvPr>
          <p:cNvCxnSpPr>
            <a:cxnSpLocks/>
          </p:cNvCxnSpPr>
          <p:nvPr/>
        </p:nvCxnSpPr>
        <p:spPr>
          <a:xfrm>
            <a:off x="9949598" y="972885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89FB3DBB-5268-F26B-95B0-6330DBE42E52}"/>
              </a:ext>
            </a:extLst>
          </p:cNvPr>
          <p:cNvCxnSpPr>
            <a:cxnSpLocks/>
          </p:cNvCxnSpPr>
          <p:nvPr/>
        </p:nvCxnSpPr>
        <p:spPr>
          <a:xfrm>
            <a:off x="9949598" y="2442542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8EE77531-4CB2-CD6B-BE7B-1EC7D9D791E1}"/>
              </a:ext>
            </a:extLst>
          </p:cNvPr>
          <p:cNvCxnSpPr>
            <a:cxnSpLocks/>
          </p:cNvCxnSpPr>
          <p:nvPr/>
        </p:nvCxnSpPr>
        <p:spPr>
          <a:xfrm>
            <a:off x="9949598" y="2197600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83DB017D-3732-0857-271E-23478105263A}"/>
              </a:ext>
            </a:extLst>
          </p:cNvPr>
          <p:cNvCxnSpPr>
            <a:cxnSpLocks/>
          </p:cNvCxnSpPr>
          <p:nvPr/>
        </p:nvCxnSpPr>
        <p:spPr>
          <a:xfrm>
            <a:off x="9949598" y="195265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C9DB1470-CA05-A5C9-44C0-ECE889F9E78B}"/>
              </a:ext>
            </a:extLst>
          </p:cNvPr>
          <p:cNvCxnSpPr>
            <a:cxnSpLocks/>
          </p:cNvCxnSpPr>
          <p:nvPr/>
        </p:nvCxnSpPr>
        <p:spPr>
          <a:xfrm>
            <a:off x="9949598" y="1707712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FAE07796-2439-88E4-AB12-0DF0704BB1E7}"/>
              </a:ext>
            </a:extLst>
          </p:cNvPr>
          <p:cNvCxnSpPr>
            <a:cxnSpLocks/>
          </p:cNvCxnSpPr>
          <p:nvPr/>
        </p:nvCxnSpPr>
        <p:spPr>
          <a:xfrm>
            <a:off x="9949598" y="1462770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67BA5344-A153-8802-4E6B-90165E43DCF2}"/>
              </a:ext>
            </a:extLst>
          </p:cNvPr>
          <p:cNvCxnSpPr>
            <a:cxnSpLocks/>
          </p:cNvCxnSpPr>
          <p:nvPr/>
        </p:nvCxnSpPr>
        <p:spPr>
          <a:xfrm>
            <a:off x="9949598" y="121782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椭圆 88">
            <a:extLst>
              <a:ext uri="{FF2B5EF4-FFF2-40B4-BE49-F238E27FC236}">
                <a16:creationId xmlns:a16="http://schemas.microsoft.com/office/drawing/2014/main" id="{C34D8932-DB57-BCD4-D16D-3D08CBCC7257}"/>
              </a:ext>
            </a:extLst>
          </p:cNvPr>
          <p:cNvSpPr/>
          <p:nvPr/>
        </p:nvSpPr>
        <p:spPr>
          <a:xfrm>
            <a:off x="11089773" y="1286765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A779E65-6B12-C2C0-5642-7CAF4FB2CBBE}"/>
              </a:ext>
            </a:extLst>
          </p:cNvPr>
          <p:cNvSpPr/>
          <p:nvPr/>
        </p:nvSpPr>
        <p:spPr>
          <a:xfrm flipH="1">
            <a:off x="8367047" y="953883"/>
            <a:ext cx="1585962" cy="1731550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08A9DC74-22EF-F63D-A698-FC4C5D7A7901}"/>
              </a:ext>
            </a:extLst>
          </p:cNvPr>
          <p:cNvCxnSpPr/>
          <p:nvPr/>
        </p:nvCxnSpPr>
        <p:spPr>
          <a:xfrm flipH="1">
            <a:off x="8345564" y="2687757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25E34F34-7CEC-11B8-4372-44D58A714C74}"/>
              </a:ext>
            </a:extLst>
          </p:cNvPr>
          <p:cNvCxnSpPr>
            <a:cxnSpLocks/>
          </p:cNvCxnSpPr>
          <p:nvPr/>
        </p:nvCxnSpPr>
        <p:spPr>
          <a:xfrm flipH="1" flipV="1">
            <a:off x="9949597" y="929114"/>
            <a:ext cx="0" cy="177088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D443EF01-2336-13ED-A621-C2C08454E03C}"/>
              </a:ext>
            </a:extLst>
          </p:cNvPr>
          <p:cNvCxnSpPr>
            <a:cxnSpLocks/>
          </p:cNvCxnSpPr>
          <p:nvPr/>
        </p:nvCxnSpPr>
        <p:spPr>
          <a:xfrm flipH="1">
            <a:off x="8345598" y="2687751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41A8CFC7-DCA1-3F19-CF65-C23C58912260}"/>
              </a:ext>
            </a:extLst>
          </p:cNvPr>
          <p:cNvCxnSpPr>
            <a:cxnSpLocks/>
          </p:cNvCxnSpPr>
          <p:nvPr/>
        </p:nvCxnSpPr>
        <p:spPr>
          <a:xfrm flipH="1">
            <a:off x="8373291" y="970832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AFF1B913-6138-92EC-27A1-9DFF60FB28BC}"/>
              </a:ext>
            </a:extLst>
          </p:cNvPr>
          <p:cNvCxnSpPr>
            <a:cxnSpLocks/>
          </p:cNvCxnSpPr>
          <p:nvPr/>
        </p:nvCxnSpPr>
        <p:spPr>
          <a:xfrm flipH="1">
            <a:off x="8373291" y="2440489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026D5F04-21DA-83FA-8A0C-6219FD52DA56}"/>
              </a:ext>
            </a:extLst>
          </p:cNvPr>
          <p:cNvCxnSpPr>
            <a:cxnSpLocks/>
          </p:cNvCxnSpPr>
          <p:nvPr/>
        </p:nvCxnSpPr>
        <p:spPr>
          <a:xfrm flipH="1">
            <a:off x="8373291" y="2195547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168C255A-ED8C-C470-AF51-1B05B1A26AAE}"/>
              </a:ext>
            </a:extLst>
          </p:cNvPr>
          <p:cNvCxnSpPr>
            <a:cxnSpLocks/>
          </p:cNvCxnSpPr>
          <p:nvPr/>
        </p:nvCxnSpPr>
        <p:spPr>
          <a:xfrm flipH="1">
            <a:off x="8373291" y="1950602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61F0EA81-F86A-8423-CEC7-00C951DDF0F8}"/>
              </a:ext>
            </a:extLst>
          </p:cNvPr>
          <p:cNvCxnSpPr>
            <a:cxnSpLocks/>
          </p:cNvCxnSpPr>
          <p:nvPr/>
        </p:nvCxnSpPr>
        <p:spPr>
          <a:xfrm flipH="1">
            <a:off x="8373291" y="1705659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06B9ED7E-0D0E-5FC7-9DC6-4D782EB35874}"/>
              </a:ext>
            </a:extLst>
          </p:cNvPr>
          <p:cNvCxnSpPr>
            <a:cxnSpLocks/>
          </p:cNvCxnSpPr>
          <p:nvPr/>
        </p:nvCxnSpPr>
        <p:spPr>
          <a:xfrm flipH="1">
            <a:off x="8367052" y="1460717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0DDE1F06-978A-0167-74B0-6CC40AB02598}"/>
              </a:ext>
            </a:extLst>
          </p:cNvPr>
          <p:cNvCxnSpPr>
            <a:cxnSpLocks/>
          </p:cNvCxnSpPr>
          <p:nvPr/>
        </p:nvCxnSpPr>
        <p:spPr>
          <a:xfrm flipH="1">
            <a:off x="8373291" y="1215774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椭圆 119">
            <a:extLst>
              <a:ext uri="{FF2B5EF4-FFF2-40B4-BE49-F238E27FC236}">
                <a16:creationId xmlns:a16="http://schemas.microsoft.com/office/drawing/2014/main" id="{E58C3E47-C3C6-F329-A4C4-DE01374FA1A8}"/>
              </a:ext>
            </a:extLst>
          </p:cNvPr>
          <p:cNvSpPr/>
          <p:nvPr/>
        </p:nvSpPr>
        <p:spPr>
          <a:xfrm flipH="1">
            <a:off x="8671550" y="1284712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06B06C4-8AF2-D8F7-2251-60C3E8EC4658}"/>
              </a:ext>
            </a:extLst>
          </p:cNvPr>
          <p:cNvCxnSpPr>
            <a:cxnSpLocks/>
          </p:cNvCxnSpPr>
          <p:nvPr/>
        </p:nvCxnSpPr>
        <p:spPr>
          <a:xfrm>
            <a:off x="4289000" y="2690548"/>
            <a:ext cx="300959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7D0F6E2-FAA8-310E-17A3-F53D144F6F66}"/>
              </a:ext>
            </a:extLst>
          </p:cNvPr>
          <p:cNvCxnSpPr>
            <a:cxnSpLocks/>
          </p:cNvCxnSpPr>
          <p:nvPr/>
        </p:nvCxnSpPr>
        <p:spPr>
          <a:xfrm flipV="1">
            <a:off x="5139436" y="475200"/>
            <a:ext cx="0" cy="281222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B227C13-661D-1CBF-47E0-4A91AC5716A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665" y="2793957"/>
            <a:ext cx="193188" cy="203267"/>
          </a:xfrm>
          <a:prstGeom prst="rect">
            <a:avLst/>
          </a:prstGeom>
        </p:spPr>
      </p:pic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5260F78-91A8-EEEF-D1E2-C0A12319FCBB}"/>
              </a:ext>
            </a:extLst>
          </p:cNvPr>
          <p:cNvCxnSpPr/>
          <p:nvPr/>
        </p:nvCxnSpPr>
        <p:spPr>
          <a:xfrm>
            <a:off x="5138693" y="2688768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D371063F-CF71-8178-4223-8D687FFF432D}"/>
              </a:ext>
            </a:extLst>
          </p:cNvPr>
          <p:cNvGrpSpPr/>
          <p:nvPr/>
        </p:nvGrpSpPr>
        <p:grpSpPr>
          <a:xfrm>
            <a:off x="5115828" y="928070"/>
            <a:ext cx="1638170" cy="1770885"/>
            <a:chOff x="5123447" y="1820767"/>
            <a:chExt cx="1638170" cy="177088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D8277A0-800B-7538-DA4A-D45B405C94D8}"/>
                </a:ext>
              </a:extLst>
            </p:cNvPr>
            <p:cNvSpPr/>
            <p:nvPr/>
          </p:nvSpPr>
          <p:spPr>
            <a:xfrm>
              <a:off x="5138693" y="1847618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7C3C1F30-F6C1-8F38-FD1B-E3E5633C5D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8846" y="1820767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D9265204-0FA4-3C84-1923-8F1AEDDEFB1C}"/>
                </a:ext>
              </a:extLst>
            </p:cNvPr>
            <p:cNvCxnSpPr>
              <a:cxnSpLocks/>
            </p:cNvCxnSpPr>
            <p:nvPr/>
          </p:nvCxnSpPr>
          <p:spPr>
            <a:xfrm>
              <a:off x="5123447" y="3581486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AF0626E-B5A6-9B4D-0786-A6EE00CAF855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1864567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BC55FF8C-AAF1-514B-1ED7-6F8D6452092A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334224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4E0C3375-EEF4-6E81-F2B2-FE49ED26CD1E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089282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5812D79-828C-5B92-3D24-A5C256C94477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844337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68120568-2D37-E153-EE74-66C88B449698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599394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1CD2C2C-6A55-33C3-9A39-20D826382F7C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354452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54F65E5A-2F7F-3383-0B4F-2233283C545F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109509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FC222594-8ACF-18B8-552B-8B6C71369DE2}"/>
                </a:ext>
              </a:extLst>
            </p:cNvPr>
            <p:cNvSpPr/>
            <p:nvPr/>
          </p:nvSpPr>
          <p:spPr>
            <a:xfrm>
              <a:off x="6278862" y="2178444"/>
              <a:ext cx="156769" cy="15676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583625D2-D01A-29E7-4757-06D3EFB62AF8}"/>
              </a:ext>
            </a:extLst>
          </p:cNvPr>
          <p:cNvGrpSpPr/>
          <p:nvPr/>
        </p:nvGrpSpPr>
        <p:grpSpPr>
          <a:xfrm rot="17854836">
            <a:off x="3923049" y="699100"/>
            <a:ext cx="1638170" cy="1770885"/>
            <a:chOff x="5123447" y="1820767"/>
            <a:chExt cx="1638170" cy="1770885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19266173-D7F5-131E-5597-69E0E283BF00}"/>
                </a:ext>
              </a:extLst>
            </p:cNvPr>
            <p:cNvSpPr/>
            <p:nvPr/>
          </p:nvSpPr>
          <p:spPr>
            <a:xfrm>
              <a:off x="5138693" y="1847618"/>
              <a:ext cx="1622924" cy="1731550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165FD682-C13C-7E8D-4438-D9BAABF337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8846" y="1820767"/>
              <a:ext cx="0" cy="1770885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8BFC97F8-0ECA-31AE-69DC-9781C1DC26FE}"/>
                </a:ext>
              </a:extLst>
            </p:cNvPr>
            <p:cNvCxnSpPr>
              <a:cxnSpLocks/>
            </p:cNvCxnSpPr>
            <p:nvPr/>
          </p:nvCxnSpPr>
          <p:spPr>
            <a:xfrm>
              <a:off x="5123447" y="3581486"/>
              <a:ext cx="1638165" cy="0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C07835E3-3418-C993-39C7-E9415621AD44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579167"/>
              <a:ext cx="1595194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A148E5A0-0960-099C-9DA2-52257C914AD3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1864567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E02D332D-6C10-A819-ECD5-2845977E4E65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334224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DB16BBB6-7838-FD2D-13D7-56051CF41E8C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089282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3FB3078E-0DD5-1F5A-5201-532E38453B17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844337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647D9F00-740E-8ACD-3410-6F8D058956EB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599394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C06738DA-5161-1C05-3C81-79B95CB8EA74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354452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BB7B184-BB48-9476-6306-76F0C0D8FD70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109509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EBF16EF6-1E9C-6267-5E00-75532C2474AD}"/>
                </a:ext>
              </a:extLst>
            </p:cNvPr>
            <p:cNvSpPr/>
            <p:nvPr/>
          </p:nvSpPr>
          <p:spPr>
            <a:xfrm>
              <a:off x="6278862" y="2178444"/>
              <a:ext cx="156769" cy="15676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sp>
        <p:nvSpPr>
          <p:cNvPr id="39" name="弧形 38">
            <a:extLst>
              <a:ext uri="{FF2B5EF4-FFF2-40B4-BE49-F238E27FC236}">
                <a16:creationId xmlns:a16="http://schemas.microsoft.com/office/drawing/2014/main" id="{957138E6-A376-B59B-D222-562E026D3945}"/>
              </a:ext>
            </a:extLst>
          </p:cNvPr>
          <p:cNvSpPr/>
          <p:nvPr/>
        </p:nvSpPr>
        <p:spPr>
          <a:xfrm rot="407351">
            <a:off x="4917565" y="2376799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9E43F80E-2F71-3C68-822A-E9A7A83CC6E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064" y="2316561"/>
            <a:ext cx="117594" cy="199907"/>
          </a:xfrm>
          <a:prstGeom prst="rect">
            <a:avLst/>
          </a:prstGeom>
        </p:spPr>
      </p:pic>
      <p:pic>
        <p:nvPicPr>
          <p:cNvPr id="53" name="图片 52" descr="\documentclass{article}&#10;\usepackage{amsmath}&#10;\pagestyle{empty}&#10;\begin{document}&#10;&#10;\begin{align}&#10;(1)~&#10;\begin{cases}&#10;        y_1 = \cos \theta \cdot x_1 - \sin \theta \, \cdot x_2\\&#10;        y_2 = \sin \theta \, \cdot x_1 + \cos \theta \cdot x_2&#10;    \end{cases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A1239367-C55A-74CD-AC22-20241F9AFBB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661" y="3459745"/>
            <a:ext cx="3746160" cy="836593"/>
          </a:xfrm>
          <a:prstGeom prst="rect">
            <a:avLst/>
          </a:prstGeom>
        </p:spPr>
      </p:pic>
      <p:pic>
        <p:nvPicPr>
          <p:cNvPr id="55" name="图片 54" descr="\documentclass{article}&#10;\usepackage{amsmath}&#10;\pagestyle{empty}&#10;\begin{document}&#10;&#10;$$&#10;(2)~&#10;\begin{cases}&#10;       y_1 = -1 \cdot x_1 + 0 \cdot x_2\\&#10;       y_2 = ~~\, 0 \cdot x_1 + 1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5229853D-2B4B-80FC-DAC4-1A89BD55DC7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867" y="3459746"/>
            <a:ext cx="3124601" cy="836593"/>
          </a:xfrm>
          <a:prstGeom prst="rect">
            <a:avLst/>
          </a:prstGeom>
        </p:spPr>
      </p:pic>
      <p:pic>
        <p:nvPicPr>
          <p:cNvPr id="29" name="图片 28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63481CFE-E57A-B1E5-DA5C-7F94FDBF78D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161" y="1187404"/>
            <a:ext cx="855064" cy="280541"/>
          </a:xfrm>
          <a:prstGeom prst="rect">
            <a:avLst/>
          </a:prstGeom>
        </p:spPr>
      </p:pic>
      <p:pic>
        <p:nvPicPr>
          <p:cNvPr id="41" name="图片 40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0E4D60B0-4B7A-2E0A-5C73-FA8F298D2EB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078" y="1187403"/>
            <a:ext cx="855064" cy="280541"/>
          </a:xfrm>
          <a:prstGeom prst="rect">
            <a:avLst/>
          </a:prstGeom>
        </p:spPr>
      </p:pic>
      <p:pic>
        <p:nvPicPr>
          <p:cNvPr id="42" name="图片 41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ED80BA45-8E11-126F-1365-F25A164640BB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397" y="1184341"/>
            <a:ext cx="855064" cy="280541"/>
          </a:xfrm>
          <a:prstGeom prst="rect">
            <a:avLst/>
          </a:prstGeom>
        </p:spPr>
      </p:pic>
      <p:pic>
        <p:nvPicPr>
          <p:cNvPr id="43" name="图片 42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C2F802B6-9C85-05D0-6C35-0EC2928FF7A7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699" y="635443"/>
            <a:ext cx="809709" cy="280541"/>
          </a:xfrm>
          <a:prstGeom prst="rect">
            <a:avLst/>
          </a:prstGeom>
        </p:spPr>
      </p:pic>
      <p:pic>
        <p:nvPicPr>
          <p:cNvPr id="45" name="图片 44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E318B12E-BA3A-7621-3760-E543784460B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057" y="1184341"/>
            <a:ext cx="809709" cy="280541"/>
          </a:xfrm>
          <a:prstGeom prst="rect">
            <a:avLst/>
          </a:prstGeom>
        </p:spPr>
      </p:pic>
      <p:pic>
        <p:nvPicPr>
          <p:cNvPr id="46" name="图片 45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9E00040D-3128-61D4-16B2-EADBE32BE132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6541" y="2827969"/>
            <a:ext cx="245264" cy="164632"/>
          </a:xfrm>
          <a:prstGeom prst="rect">
            <a:avLst/>
          </a:prstGeom>
        </p:spPr>
      </p:pic>
      <p:pic>
        <p:nvPicPr>
          <p:cNvPr id="47" name="图片 46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DFD7FCE5-1898-45EE-6FFD-DD01951948C0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398" y="2827970"/>
            <a:ext cx="245264" cy="164632"/>
          </a:xfrm>
          <a:prstGeom prst="rect">
            <a:avLst/>
          </a:prstGeom>
        </p:spPr>
      </p:pic>
      <p:pic>
        <p:nvPicPr>
          <p:cNvPr id="48" name="图片 4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116B685A-3572-02D9-319D-DEDA68514435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657" y="2827970"/>
            <a:ext cx="245264" cy="164632"/>
          </a:xfrm>
          <a:prstGeom prst="rect">
            <a:avLst/>
          </a:prstGeom>
        </p:spPr>
      </p:pic>
      <p:pic>
        <p:nvPicPr>
          <p:cNvPr id="49" name="图片 48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BD8F6D41-5338-B7D6-F936-D0CE1BA52BC6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15" y="388259"/>
            <a:ext cx="251987" cy="164632"/>
          </a:xfrm>
          <a:prstGeom prst="rect">
            <a:avLst/>
          </a:prstGeom>
        </p:spPr>
      </p:pic>
      <p:pic>
        <p:nvPicPr>
          <p:cNvPr id="50" name="图片 49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55D9884D-7F2C-4A83-DB8A-1702CE93161C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629" y="388259"/>
            <a:ext cx="251987" cy="164632"/>
          </a:xfrm>
          <a:prstGeom prst="rect">
            <a:avLst/>
          </a:prstGeom>
        </p:spPr>
      </p:pic>
      <p:pic>
        <p:nvPicPr>
          <p:cNvPr id="51" name="图片 50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B2323AE1-ECE9-AF1D-E83F-8EFCD0B9D12F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186" y="384905"/>
            <a:ext cx="251987" cy="16463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583F6AC-39E4-F975-D4D2-B3297A75CC16}"/>
              </a:ext>
            </a:extLst>
          </p:cNvPr>
          <p:cNvSpPr/>
          <p:nvPr/>
        </p:nvSpPr>
        <p:spPr>
          <a:xfrm>
            <a:off x="1243730" y="5407737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657FDE4-A551-1286-2CEB-22D8E170BDF1}"/>
              </a:ext>
            </a:extLst>
          </p:cNvPr>
          <p:cNvCxnSpPr>
            <a:cxnSpLocks/>
          </p:cNvCxnSpPr>
          <p:nvPr/>
        </p:nvCxnSpPr>
        <p:spPr>
          <a:xfrm>
            <a:off x="715000" y="7143391"/>
            <a:ext cx="289906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54FB171-B567-0D0E-904C-507FE7ADA22C}"/>
              </a:ext>
            </a:extLst>
          </p:cNvPr>
          <p:cNvCxnSpPr>
            <a:cxnSpLocks/>
          </p:cNvCxnSpPr>
          <p:nvPr/>
        </p:nvCxnSpPr>
        <p:spPr>
          <a:xfrm flipV="1">
            <a:off x="1244472" y="4928014"/>
            <a:ext cx="0" cy="2919574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A3CFB3E0-F4F9-C9FC-BADE-D512636FB7F0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00" y="7246798"/>
            <a:ext cx="193188" cy="203267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EE0D146-7C36-02F8-7E17-6F6B9E0C43F6}"/>
              </a:ext>
            </a:extLst>
          </p:cNvPr>
          <p:cNvCxnSpPr/>
          <p:nvPr/>
        </p:nvCxnSpPr>
        <p:spPr>
          <a:xfrm>
            <a:off x="1243728" y="7141611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D166FF14-561C-417D-6D47-6467C84A1203}"/>
              </a:ext>
            </a:extLst>
          </p:cNvPr>
          <p:cNvCxnSpPr>
            <a:cxnSpLocks/>
          </p:cNvCxnSpPr>
          <p:nvPr/>
        </p:nvCxnSpPr>
        <p:spPr>
          <a:xfrm flipV="1">
            <a:off x="1244356" y="5380913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E22BDC0-0737-881B-C3FD-F140F8BC25D1}"/>
              </a:ext>
            </a:extLst>
          </p:cNvPr>
          <p:cNvCxnSpPr>
            <a:cxnSpLocks/>
          </p:cNvCxnSpPr>
          <p:nvPr/>
        </p:nvCxnSpPr>
        <p:spPr>
          <a:xfrm>
            <a:off x="1243728" y="7139286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325EFA0-5FF7-B6A0-C902-1666A498EAA4}"/>
              </a:ext>
            </a:extLst>
          </p:cNvPr>
          <p:cNvCxnSpPr>
            <a:cxnSpLocks/>
          </p:cNvCxnSpPr>
          <p:nvPr/>
        </p:nvCxnSpPr>
        <p:spPr>
          <a:xfrm>
            <a:off x="1243728" y="542468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50D7443-8B0E-CD21-DDC6-F4F543E62F62}"/>
              </a:ext>
            </a:extLst>
          </p:cNvPr>
          <p:cNvCxnSpPr>
            <a:cxnSpLocks/>
          </p:cNvCxnSpPr>
          <p:nvPr/>
        </p:nvCxnSpPr>
        <p:spPr>
          <a:xfrm>
            <a:off x="1243728" y="6894342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D09425CF-D98D-0B13-FC3D-6F946685126A}"/>
              </a:ext>
            </a:extLst>
          </p:cNvPr>
          <p:cNvCxnSpPr>
            <a:cxnSpLocks/>
          </p:cNvCxnSpPr>
          <p:nvPr/>
        </p:nvCxnSpPr>
        <p:spPr>
          <a:xfrm>
            <a:off x="1243728" y="6649400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7899369-D552-0881-CEDE-08550C58D355}"/>
              </a:ext>
            </a:extLst>
          </p:cNvPr>
          <p:cNvCxnSpPr>
            <a:cxnSpLocks/>
          </p:cNvCxnSpPr>
          <p:nvPr/>
        </p:nvCxnSpPr>
        <p:spPr>
          <a:xfrm>
            <a:off x="1243728" y="6404455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3A436BB-FE9B-B679-69BD-42F46AB34ADA}"/>
              </a:ext>
            </a:extLst>
          </p:cNvPr>
          <p:cNvCxnSpPr>
            <a:cxnSpLocks/>
          </p:cNvCxnSpPr>
          <p:nvPr/>
        </p:nvCxnSpPr>
        <p:spPr>
          <a:xfrm>
            <a:off x="1243728" y="615951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8351EC62-1D5E-9FFF-84A3-BC2DB2A0EBDC}"/>
              </a:ext>
            </a:extLst>
          </p:cNvPr>
          <p:cNvCxnSpPr>
            <a:cxnSpLocks/>
          </p:cNvCxnSpPr>
          <p:nvPr/>
        </p:nvCxnSpPr>
        <p:spPr>
          <a:xfrm>
            <a:off x="1243728" y="591457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BB7B54A1-1F30-1C8A-FF1F-1BCAB1F06E5D}"/>
              </a:ext>
            </a:extLst>
          </p:cNvPr>
          <p:cNvCxnSpPr>
            <a:cxnSpLocks/>
          </p:cNvCxnSpPr>
          <p:nvPr/>
        </p:nvCxnSpPr>
        <p:spPr>
          <a:xfrm>
            <a:off x="1243728" y="566962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平行四边形 60">
            <a:extLst>
              <a:ext uri="{FF2B5EF4-FFF2-40B4-BE49-F238E27FC236}">
                <a16:creationId xmlns:a16="http://schemas.microsoft.com/office/drawing/2014/main" id="{A7AE51FB-E756-CFCA-68D8-5C2CEC47216E}"/>
              </a:ext>
            </a:extLst>
          </p:cNvPr>
          <p:cNvSpPr/>
          <p:nvPr/>
        </p:nvSpPr>
        <p:spPr>
          <a:xfrm>
            <a:off x="1232478" y="5400429"/>
            <a:ext cx="2788781" cy="1758325"/>
          </a:xfrm>
          <a:prstGeom prst="parallelogram">
            <a:avLst>
              <a:gd name="adj" fmla="val 67455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E5B97647-AB62-9EAA-EF2E-95A6274A982E}"/>
              </a:ext>
            </a:extLst>
          </p:cNvPr>
          <p:cNvCxnSpPr>
            <a:cxnSpLocks/>
          </p:cNvCxnSpPr>
          <p:nvPr/>
        </p:nvCxnSpPr>
        <p:spPr>
          <a:xfrm flipH="1">
            <a:off x="2401750" y="5423199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442F40AD-9CE1-3D75-FDFC-B123A673ACB3}"/>
              </a:ext>
            </a:extLst>
          </p:cNvPr>
          <p:cNvCxnSpPr>
            <a:cxnSpLocks/>
          </p:cNvCxnSpPr>
          <p:nvPr/>
        </p:nvCxnSpPr>
        <p:spPr>
          <a:xfrm flipH="1">
            <a:off x="1418662" y="6892856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CD0080E0-1DF7-3767-14C3-CC3920DA3D90}"/>
              </a:ext>
            </a:extLst>
          </p:cNvPr>
          <p:cNvCxnSpPr>
            <a:cxnSpLocks/>
          </p:cNvCxnSpPr>
          <p:nvPr/>
        </p:nvCxnSpPr>
        <p:spPr>
          <a:xfrm flipH="1">
            <a:off x="1576140" y="6647914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D95D2BE0-437A-02F1-3BFA-68EB7A08C7BC}"/>
              </a:ext>
            </a:extLst>
          </p:cNvPr>
          <p:cNvCxnSpPr>
            <a:cxnSpLocks/>
          </p:cNvCxnSpPr>
          <p:nvPr/>
        </p:nvCxnSpPr>
        <p:spPr>
          <a:xfrm flipH="1">
            <a:off x="1740114" y="6402968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21A25EE-17FF-DCC9-D302-255E82A77591}"/>
              </a:ext>
            </a:extLst>
          </p:cNvPr>
          <p:cNvCxnSpPr>
            <a:cxnSpLocks/>
          </p:cNvCxnSpPr>
          <p:nvPr/>
        </p:nvCxnSpPr>
        <p:spPr>
          <a:xfrm flipH="1">
            <a:off x="1902638" y="6158024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7EDCE0DA-5093-49F9-D558-A342EE62C6C9}"/>
              </a:ext>
            </a:extLst>
          </p:cNvPr>
          <p:cNvCxnSpPr>
            <a:cxnSpLocks/>
          </p:cNvCxnSpPr>
          <p:nvPr/>
        </p:nvCxnSpPr>
        <p:spPr>
          <a:xfrm flipH="1">
            <a:off x="2069053" y="5913082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FAB40022-4354-2E84-78D0-F9F7BE213C52}"/>
              </a:ext>
            </a:extLst>
          </p:cNvPr>
          <p:cNvCxnSpPr>
            <a:cxnSpLocks/>
          </p:cNvCxnSpPr>
          <p:nvPr/>
        </p:nvCxnSpPr>
        <p:spPr>
          <a:xfrm flipH="1">
            <a:off x="2226419" y="5668140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>
            <a:extLst>
              <a:ext uri="{FF2B5EF4-FFF2-40B4-BE49-F238E27FC236}">
                <a16:creationId xmlns:a16="http://schemas.microsoft.com/office/drawing/2014/main" id="{006993BF-A1F2-B26C-4C54-FC451F4CD4FA}"/>
              </a:ext>
            </a:extLst>
          </p:cNvPr>
          <p:cNvSpPr/>
          <p:nvPr/>
        </p:nvSpPr>
        <p:spPr>
          <a:xfrm flipH="1">
            <a:off x="3256926" y="5736780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EEB6C922-F8EA-9A89-DA73-212D2E6D6E91}"/>
              </a:ext>
            </a:extLst>
          </p:cNvPr>
          <p:cNvCxnSpPr>
            <a:cxnSpLocks/>
          </p:cNvCxnSpPr>
          <p:nvPr/>
        </p:nvCxnSpPr>
        <p:spPr>
          <a:xfrm>
            <a:off x="4609245" y="7139289"/>
            <a:ext cx="376190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81EE523-2D3F-EBE0-5043-4A14F057214C}"/>
              </a:ext>
            </a:extLst>
          </p:cNvPr>
          <p:cNvCxnSpPr>
            <a:cxnSpLocks/>
          </p:cNvCxnSpPr>
          <p:nvPr/>
        </p:nvCxnSpPr>
        <p:spPr>
          <a:xfrm flipV="1">
            <a:off x="5138693" y="4923918"/>
            <a:ext cx="0" cy="2923676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图片 78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CF0CC1A1-C275-DF06-5232-71C6FC0285B4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921" y="7242697"/>
            <a:ext cx="193188" cy="203267"/>
          </a:xfrm>
          <a:prstGeom prst="rect">
            <a:avLst/>
          </a:prstGeom>
        </p:spPr>
      </p:pic>
      <p:sp>
        <p:nvSpPr>
          <p:cNvPr id="81" name="矩形 80">
            <a:extLst>
              <a:ext uri="{FF2B5EF4-FFF2-40B4-BE49-F238E27FC236}">
                <a16:creationId xmlns:a16="http://schemas.microsoft.com/office/drawing/2014/main" id="{1F095AB3-62F2-1D6D-8E04-3750D4E1F1C7}"/>
              </a:ext>
            </a:extLst>
          </p:cNvPr>
          <p:cNvSpPr/>
          <p:nvPr/>
        </p:nvSpPr>
        <p:spPr>
          <a:xfrm>
            <a:off x="5137950" y="5403634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BD638CCB-C715-78BE-22A1-60258E15E95C}"/>
              </a:ext>
            </a:extLst>
          </p:cNvPr>
          <p:cNvCxnSpPr/>
          <p:nvPr/>
        </p:nvCxnSpPr>
        <p:spPr>
          <a:xfrm>
            <a:off x="5137950" y="7137509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1E5D6629-42C1-58AD-1B57-9C11EA75CCDC}"/>
              </a:ext>
            </a:extLst>
          </p:cNvPr>
          <p:cNvCxnSpPr>
            <a:cxnSpLocks/>
          </p:cNvCxnSpPr>
          <p:nvPr/>
        </p:nvCxnSpPr>
        <p:spPr>
          <a:xfrm flipV="1">
            <a:off x="5143022" y="5376811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5CF62F14-563C-C90E-C419-FDD162B910AB}"/>
              </a:ext>
            </a:extLst>
          </p:cNvPr>
          <p:cNvCxnSpPr>
            <a:cxnSpLocks/>
          </p:cNvCxnSpPr>
          <p:nvPr/>
        </p:nvCxnSpPr>
        <p:spPr>
          <a:xfrm>
            <a:off x="5137952" y="7135182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183949FB-7CEA-9486-DA84-400A3771AF6A}"/>
              </a:ext>
            </a:extLst>
          </p:cNvPr>
          <p:cNvCxnSpPr>
            <a:cxnSpLocks/>
          </p:cNvCxnSpPr>
          <p:nvPr/>
        </p:nvCxnSpPr>
        <p:spPr>
          <a:xfrm>
            <a:off x="5143663" y="542058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3A23E408-D338-F077-AF2A-E974A089F9E0}"/>
              </a:ext>
            </a:extLst>
          </p:cNvPr>
          <p:cNvCxnSpPr>
            <a:cxnSpLocks/>
          </p:cNvCxnSpPr>
          <p:nvPr/>
        </p:nvCxnSpPr>
        <p:spPr>
          <a:xfrm>
            <a:off x="5137952" y="6155411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690E5D9C-EDC7-7D1C-71FA-285501E491BF}"/>
              </a:ext>
            </a:extLst>
          </p:cNvPr>
          <p:cNvCxnSpPr>
            <a:cxnSpLocks/>
          </p:cNvCxnSpPr>
          <p:nvPr/>
        </p:nvCxnSpPr>
        <p:spPr>
          <a:xfrm>
            <a:off x="5143663" y="591046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C0B579B4-AE08-A0F9-5337-3932C8E7820A}"/>
              </a:ext>
            </a:extLst>
          </p:cNvPr>
          <p:cNvCxnSpPr>
            <a:cxnSpLocks/>
          </p:cNvCxnSpPr>
          <p:nvPr/>
        </p:nvCxnSpPr>
        <p:spPr>
          <a:xfrm>
            <a:off x="5143663" y="5665525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椭圆 96">
            <a:extLst>
              <a:ext uri="{FF2B5EF4-FFF2-40B4-BE49-F238E27FC236}">
                <a16:creationId xmlns:a16="http://schemas.microsoft.com/office/drawing/2014/main" id="{DFB42D9B-1F3F-3D81-78C6-12B37DB6A2FC}"/>
              </a:ext>
            </a:extLst>
          </p:cNvPr>
          <p:cNvSpPr/>
          <p:nvPr/>
        </p:nvSpPr>
        <p:spPr>
          <a:xfrm>
            <a:off x="6278122" y="5734465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6F395150-6DD0-8271-9393-EC8379BE3DD6}"/>
              </a:ext>
            </a:extLst>
          </p:cNvPr>
          <p:cNvCxnSpPr>
            <a:cxnSpLocks/>
          </p:cNvCxnSpPr>
          <p:nvPr/>
        </p:nvCxnSpPr>
        <p:spPr>
          <a:xfrm flipV="1">
            <a:off x="1238648" y="5420612"/>
            <a:ext cx="1163448" cy="174137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椭圆 98">
            <a:extLst>
              <a:ext uri="{FF2B5EF4-FFF2-40B4-BE49-F238E27FC236}">
                <a16:creationId xmlns:a16="http://schemas.microsoft.com/office/drawing/2014/main" id="{267CCDB2-E765-4DB6-59C0-573EC25C6045}"/>
              </a:ext>
            </a:extLst>
          </p:cNvPr>
          <p:cNvSpPr/>
          <p:nvPr/>
        </p:nvSpPr>
        <p:spPr>
          <a:xfrm>
            <a:off x="2383902" y="5738567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F0A7C84-139E-3106-8A4B-6AF748566D09}"/>
              </a:ext>
            </a:extLst>
          </p:cNvPr>
          <p:cNvCxnSpPr>
            <a:cxnSpLocks/>
          </p:cNvCxnSpPr>
          <p:nvPr/>
        </p:nvCxnSpPr>
        <p:spPr>
          <a:xfrm>
            <a:off x="1228512" y="7141605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6F9A3A31-F893-0D0D-5732-4E9EA74540D1}"/>
              </a:ext>
            </a:extLst>
          </p:cNvPr>
          <p:cNvSpPr/>
          <p:nvPr/>
        </p:nvSpPr>
        <p:spPr>
          <a:xfrm flipH="1">
            <a:off x="5145469" y="6132888"/>
            <a:ext cx="2870772" cy="1004014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C90E5563-E6EF-D715-EB86-4673D7665FF4}"/>
              </a:ext>
            </a:extLst>
          </p:cNvPr>
          <p:cNvCxnSpPr>
            <a:cxnSpLocks/>
          </p:cNvCxnSpPr>
          <p:nvPr/>
        </p:nvCxnSpPr>
        <p:spPr>
          <a:xfrm flipH="1">
            <a:off x="5130328" y="6155411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14958B13-56A9-CD7B-C67A-39A3C7928A59}"/>
              </a:ext>
            </a:extLst>
          </p:cNvPr>
          <p:cNvCxnSpPr>
            <a:cxnSpLocks/>
          </p:cNvCxnSpPr>
          <p:nvPr/>
        </p:nvCxnSpPr>
        <p:spPr>
          <a:xfrm>
            <a:off x="5122733" y="7138065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77FBB069-A6AC-D553-F83C-3C30FEB79303}"/>
              </a:ext>
            </a:extLst>
          </p:cNvPr>
          <p:cNvCxnSpPr>
            <a:cxnSpLocks/>
          </p:cNvCxnSpPr>
          <p:nvPr/>
        </p:nvCxnSpPr>
        <p:spPr>
          <a:xfrm flipV="1">
            <a:off x="5137848" y="6149723"/>
            <a:ext cx="0" cy="101588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BBBE3305-5CC3-588C-7A9D-89036FB05B35}"/>
              </a:ext>
            </a:extLst>
          </p:cNvPr>
          <p:cNvCxnSpPr>
            <a:cxnSpLocks/>
          </p:cNvCxnSpPr>
          <p:nvPr/>
        </p:nvCxnSpPr>
        <p:spPr>
          <a:xfrm>
            <a:off x="5122708" y="7139582"/>
            <a:ext cx="2893538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椭圆 122">
            <a:extLst>
              <a:ext uri="{FF2B5EF4-FFF2-40B4-BE49-F238E27FC236}">
                <a16:creationId xmlns:a16="http://schemas.microsoft.com/office/drawing/2014/main" id="{337B271C-C958-5AA5-FB66-403002FF4EDF}"/>
              </a:ext>
            </a:extLst>
          </p:cNvPr>
          <p:cNvSpPr/>
          <p:nvPr/>
        </p:nvSpPr>
        <p:spPr>
          <a:xfrm>
            <a:off x="7461146" y="6304430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A393D9A7-565B-0F62-2986-7B6B2722FD2A}"/>
              </a:ext>
            </a:extLst>
          </p:cNvPr>
          <p:cNvCxnSpPr>
            <a:cxnSpLocks/>
          </p:cNvCxnSpPr>
          <p:nvPr/>
        </p:nvCxnSpPr>
        <p:spPr>
          <a:xfrm flipH="1">
            <a:off x="5130328" y="6433862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0DFA230E-93ED-2923-F298-91C32C86039E}"/>
              </a:ext>
            </a:extLst>
          </p:cNvPr>
          <p:cNvCxnSpPr>
            <a:cxnSpLocks/>
          </p:cNvCxnSpPr>
          <p:nvPr/>
        </p:nvCxnSpPr>
        <p:spPr>
          <a:xfrm flipH="1">
            <a:off x="5130328" y="6573089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C4A112B5-0346-83A8-8465-398196B98A21}"/>
              </a:ext>
            </a:extLst>
          </p:cNvPr>
          <p:cNvCxnSpPr>
            <a:cxnSpLocks/>
          </p:cNvCxnSpPr>
          <p:nvPr/>
        </p:nvCxnSpPr>
        <p:spPr>
          <a:xfrm flipH="1">
            <a:off x="5130328" y="6712313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79482DF0-D2FE-DB55-11CD-501958B391B9}"/>
              </a:ext>
            </a:extLst>
          </p:cNvPr>
          <p:cNvCxnSpPr>
            <a:cxnSpLocks/>
          </p:cNvCxnSpPr>
          <p:nvPr/>
        </p:nvCxnSpPr>
        <p:spPr>
          <a:xfrm flipH="1">
            <a:off x="5125247" y="6294636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5FCE4F0D-9D3F-7C24-2256-093A4A63189B}"/>
              </a:ext>
            </a:extLst>
          </p:cNvPr>
          <p:cNvCxnSpPr>
            <a:cxnSpLocks/>
          </p:cNvCxnSpPr>
          <p:nvPr/>
        </p:nvCxnSpPr>
        <p:spPr>
          <a:xfrm flipH="1">
            <a:off x="5130328" y="6851541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706E49A7-D3A0-1F00-3DFE-5CD3B91E71C7}"/>
              </a:ext>
            </a:extLst>
          </p:cNvPr>
          <p:cNvCxnSpPr>
            <a:cxnSpLocks/>
          </p:cNvCxnSpPr>
          <p:nvPr/>
        </p:nvCxnSpPr>
        <p:spPr>
          <a:xfrm flipH="1">
            <a:off x="5130328" y="6990766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8AB6C2C1-212F-1FFB-B2C4-D36A5B66E451}"/>
              </a:ext>
            </a:extLst>
          </p:cNvPr>
          <p:cNvCxnSpPr>
            <a:cxnSpLocks/>
          </p:cNvCxnSpPr>
          <p:nvPr/>
        </p:nvCxnSpPr>
        <p:spPr>
          <a:xfrm>
            <a:off x="8906965" y="7134096"/>
            <a:ext cx="3208846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27983A8-6A7B-7718-06F4-FBF71B6357A0}"/>
              </a:ext>
            </a:extLst>
          </p:cNvPr>
          <p:cNvCxnSpPr>
            <a:cxnSpLocks/>
          </p:cNvCxnSpPr>
          <p:nvPr/>
        </p:nvCxnSpPr>
        <p:spPr>
          <a:xfrm flipV="1">
            <a:off x="9436436" y="4918749"/>
            <a:ext cx="0" cy="292886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" name="图片 14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EBA63501-301F-1BD7-14C0-84F89863E64C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664" y="7237503"/>
            <a:ext cx="193188" cy="203267"/>
          </a:xfrm>
          <a:prstGeom prst="rect">
            <a:avLst/>
          </a:prstGeom>
        </p:spPr>
      </p:pic>
      <p:sp>
        <p:nvSpPr>
          <p:cNvPr id="142" name="矩形 141">
            <a:extLst>
              <a:ext uri="{FF2B5EF4-FFF2-40B4-BE49-F238E27FC236}">
                <a16:creationId xmlns:a16="http://schemas.microsoft.com/office/drawing/2014/main" id="{D7F967D2-FC51-22F2-D036-485EF2C34637}"/>
              </a:ext>
            </a:extLst>
          </p:cNvPr>
          <p:cNvSpPr/>
          <p:nvPr/>
        </p:nvSpPr>
        <p:spPr>
          <a:xfrm>
            <a:off x="9435694" y="5398442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7F9031D9-F7D0-1A4F-D7A7-372D4DEEC6FF}"/>
              </a:ext>
            </a:extLst>
          </p:cNvPr>
          <p:cNvCxnSpPr/>
          <p:nvPr/>
        </p:nvCxnSpPr>
        <p:spPr>
          <a:xfrm>
            <a:off x="9435692" y="713231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A232AEB1-383A-5D01-C819-E7451BD549A1}"/>
              </a:ext>
            </a:extLst>
          </p:cNvPr>
          <p:cNvCxnSpPr>
            <a:cxnSpLocks/>
          </p:cNvCxnSpPr>
          <p:nvPr/>
        </p:nvCxnSpPr>
        <p:spPr>
          <a:xfrm flipV="1">
            <a:off x="9440128" y="5371618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1AD4F990-D36C-0510-853D-D9B9EF6967D8}"/>
              </a:ext>
            </a:extLst>
          </p:cNvPr>
          <p:cNvCxnSpPr>
            <a:cxnSpLocks/>
          </p:cNvCxnSpPr>
          <p:nvPr/>
        </p:nvCxnSpPr>
        <p:spPr>
          <a:xfrm>
            <a:off x="9420475" y="7132310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133EB1F6-4A90-B472-22D2-A02B92ED24BA}"/>
              </a:ext>
            </a:extLst>
          </p:cNvPr>
          <p:cNvCxnSpPr>
            <a:cxnSpLocks/>
          </p:cNvCxnSpPr>
          <p:nvPr/>
        </p:nvCxnSpPr>
        <p:spPr>
          <a:xfrm>
            <a:off x="9435691" y="541539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FB22E564-0CDE-73EF-1D74-8E8C78E9EC77}"/>
              </a:ext>
            </a:extLst>
          </p:cNvPr>
          <p:cNvCxnSpPr>
            <a:cxnSpLocks/>
          </p:cNvCxnSpPr>
          <p:nvPr/>
        </p:nvCxnSpPr>
        <p:spPr>
          <a:xfrm>
            <a:off x="9435691" y="688504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ADD14320-FF6D-7B81-732A-49A2B408C6CB}"/>
              </a:ext>
            </a:extLst>
          </p:cNvPr>
          <p:cNvCxnSpPr>
            <a:cxnSpLocks/>
          </p:cNvCxnSpPr>
          <p:nvPr/>
        </p:nvCxnSpPr>
        <p:spPr>
          <a:xfrm>
            <a:off x="9435691" y="664010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80377F77-1105-D62F-AD09-0C9A80BE39CB}"/>
              </a:ext>
            </a:extLst>
          </p:cNvPr>
          <p:cNvCxnSpPr>
            <a:cxnSpLocks/>
          </p:cNvCxnSpPr>
          <p:nvPr/>
        </p:nvCxnSpPr>
        <p:spPr>
          <a:xfrm>
            <a:off x="9435691" y="639516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83E1469D-DED8-DDB6-2B6F-363504479DFA}"/>
              </a:ext>
            </a:extLst>
          </p:cNvPr>
          <p:cNvCxnSpPr>
            <a:cxnSpLocks/>
          </p:cNvCxnSpPr>
          <p:nvPr/>
        </p:nvCxnSpPr>
        <p:spPr>
          <a:xfrm>
            <a:off x="9435691" y="615021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2F6ACEA4-5DF0-D828-311D-694012172F76}"/>
              </a:ext>
            </a:extLst>
          </p:cNvPr>
          <p:cNvCxnSpPr>
            <a:cxnSpLocks/>
          </p:cNvCxnSpPr>
          <p:nvPr/>
        </p:nvCxnSpPr>
        <p:spPr>
          <a:xfrm>
            <a:off x="9435691" y="590527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4E8F8971-B911-B7A3-C4FF-CD37C73D172B}"/>
              </a:ext>
            </a:extLst>
          </p:cNvPr>
          <p:cNvCxnSpPr>
            <a:cxnSpLocks/>
          </p:cNvCxnSpPr>
          <p:nvPr/>
        </p:nvCxnSpPr>
        <p:spPr>
          <a:xfrm>
            <a:off x="9435691" y="566033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0C05767C-B80A-B4A6-1BEE-4CFBEE59046A}"/>
              </a:ext>
            </a:extLst>
          </p:cNvPr>
          <p:cNvCxnSpPr>
            <a:cxnSpLocks/>
          </p:cNvCxnSpPr>
          <p:nvPr/>
        </p:nvCxnSpPr>
        <p:spPr>
          <a:xfrm>
            <a:off x="9420450" y="7131235"/>
            <a:ext cx="2411890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弧形 153">
            <a:extLst>
              <a:ext uri="{FF2B5EF4-FFF2-40B4-BE49-F238E27FC236}">
                <a16:creationId xmlns:a16="http://schemas.microsoft.com/office/drawing/2014/main" id="{D1A7472B-1402-16BC-B28D-B811788556B6}"/>
              </a:ext>
            </a:extLst>
          </p:cNvPr>
          <p:cNvSpPr/>
          <p:nvPr/>
        </p:nvSpPr>
        <p:spPr>
          <a:xfrm rot="20584892">
            <a:off x="706371" y="6752281"/>
            <a:ext cx="838370" cy="453496"/>
          </a:xfrm>
          <a:prstGeom prst="arc">
            <a:avLst>
              <a:gd name="adj1" fmla="val 18993039"/>
              <a:gd name="adj2" fmla="val 20807300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5" name="图片 154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BDA00FB5-9FBF-C43C-52FF-051884E86970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71" y="6478165"/>
            <a:ext cx="117594" cy="199907"/>
          </a:xfrm>
          <a:prstGeom prst="rect">
            <a:avLst/>
          </a:prstGeom>
        </p:spPr>
      </p:pic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8B99C5A6-BA94-C1FA-B34C-EA1813B681FF}"/>
              </a:ext>
            </a:extLst>
          </p:cNvPr>
          <p:cNvCxnSpPr>
            <a:cxnSpLocks/>
          </p:cNvCxnSpPr>
          <p:nvPr/>
        </p:nvCxnSpPr>
        <p:spPr>
          <a:xfrm flipV="1">
            <a:off x="9437590" y="6990790"/>
            <a:ext cx="0" cy="167247"/>
          </a:xfrm>
          <a:prstGeom prst="straightConnector1">
            <a:avLst/>
          </a:prstGeom>
          <a:ln w="4508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7" name="图片 156" descr="\documentclass{article}&#10;\usepackage{amsmath}&#10;\pagestyle{empty}&#10;\begin{document}&#10;&#10;$$&#10;(3)~&#10;\begin{cases}&#10;        y_1 = 1 \cdot x_1 + \tan \theta \cdot x_2\\&#10;        y_2 = 0 \cdot x_1 + ~~~~~1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720D7375-537D-FD8F-0085-8388D3103393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08" y="8077798"/>
            <a:ext cx="3356426" cy="836593"/>
          </a:xfrm>
          <a:prstGeom prst="rect">
            <a:avLst/>
          </a:prstGeom>
        </p:spPr>
      </p:pic>
      <p:pic>
        <p:nvPicPr>
          <p:cNvPr id="158" name="图片 157" descr="\documentclass{article}&#10;\usepackage{amsmath}&#10;\pagestyle{empty}&#10;\begin{document}&#10;&#10;$$&#10;(4)~&#10;\begin{cases}&#10;        y_1 = k_1 \cdot x_1 + ~ \, 0 \cdot x_2\\&#10;        y_2 = \, ~0 \cdot x_1 + k_2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0E588F19-FA9E-E596-C9A2-46835A049CE0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408" y="8077799"/>
            <a:ext cx="3161558" cy="836593"/>
          </a:xfrm>
          <a:prstGeom prst="rect">
            <a:avLst/>
          </a:prstGeom>
        </p:spPr>
      </p:pic>
      <p:pic>
        <p:nvPicPr>
          <p:cNvPr id="186" name="图片 185" descr="\documentclass{article}&#10;\usepackage{amsmath}&#10;\pagestyle{empty}&#10;\begin{document}&#10;&#10;$$&#10;(5)~&#10;\begin{cases}&#10;        y_1 = 1 \cdot x_1 + \cot \theta \cdot x_2\\&#10;        y_2 = 0 \cdot x_2 + ~~~~\,0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74CA8734-056E-E667-60F8-D3D22D99D7DB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185" y="8082511"/>
            <a:ext cx="3311065" cy="836593"/>
          </a:xfrm>
          <a:prstGeom prst="rect">
            <a:avLst/>
          </a:prstGeom>
        </p:spPr>
      </p:pic>
      <p:sp>
        <p:nvSpPr>
          <p:cNvPr id="160" name="椭圆 159">
            <a:extLst>
              <a:ext uri="{FF2B5EF4-FFF2-40B4-BE49-F238E27FC236}">
                <a16:creationId xmlns:a16="http://schemas.microsoft.com/office/drawing/2014/main" id="{4FC7CACC-48C2-B98D-FCBD-04699B22CE3D}"/>
              </a:ext>
            </a:extLst>
          </p:cNvPr>
          <p:cNvSpPr/>
          <p:nvPr/>
        </p:nvSpPr>
        <p:spPr>
          <a:xfrm>
            <a:off x="10575862" y="5729271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54EBDE25-876D-4121-1C0B-7637CABDF144}"/>
              </a:ext>
            </a:extLst>
          </p:cNvPr>
          <p:cNvSpPr/>
          <p:nvPr/>
        </p:nvSpPr>
        <p:spPr>
          <a:xfrm>
            <a:off x="11166085" y="7051609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1257E1CF-668B-B3E7-B347-4D408EDB3FF1}"/>
              </a:ext>
            </a:extLst>
          </p:cNvPr>
          <p:cNvCxnSpPr>
            <a:cxnSpLocks/>
          </p:cNvCxnSpPr>
          <p:nvPr/>
        </p:nvCxnSpPr>
        <p:spPr>
          <a:xfrm>
            <a:off x="10275251" y="4946818"/>
            <a:ext cx="969249" cy="2183651"/>
          </a:xfrm>
          <a:prstGeom prst="straightConnector1">
            <a:avLst/>
          </a:prstGeom>
          <a:ln w="34925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弧形 162">
            <a:extLst>
              <a:ext uri="{FF2B5EF4-FFF2-40B4-BE49-F238E27FC236}">
                <a16:creationId xmlns:a16="http://schemas.microsoft.com/office/drawing/2014/main" id="{783ED968-9790-EFD5-E98C-3A02B7B7B2C4}"/>
              </a:ext>
            </a:extLst>
          </p:cNvPr>
          <p:cNvSpPr/>
          <p:nvPr/>
        </p:nvSpPr>
        <p:spPr>
          <a:xfrm rot="21192649" flipH="1">
            <a:off x="10206601" y="5105468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4" name="图片 163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C9DEC1EA-27AA-5212-4032-948D679906B2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611" y="5064611"/>
            <a:ext cx="117594" cy="199907"/>
          </a:xfrm>
          <a:prstGeom prst="rect">
            <a:avLst/>
          </a:prstGeom>
        </p:spPr>
      </p:pic>
      <p:pic>
        <p:nvPicPr>
          <p:cNvPr id="165" name="图片 164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B2F901D9-9943-109F-2259-FA2B10E0E0C1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191" y="5902506"/>
            <a:ext cx="855064" cy="280541"/>
          </a:xfrm>
          <a:prstGeom prst="rect">
            <a:avLst/>
          </a:prstGeom>
        </p:spPr>
      </p:pic>
      <p:pic>
        <p:nvPicPr>
          <p:cNvPr id="166" name="图片 165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05712D45-F6BC-D4FB-3FDA-A4933284A67D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034" y="5651769"/>
            <a:ext cx="855064" cy="280541"/>
          </a:xfrm>
          <a:prstGeom prst="rect">
            <a:avLst/>
          </a:prstGeom>
        </p:spPr>
      </p:pic>
      <p:pic>
        <p:nvPicPr>
          <p:cNvPr id="167" name="图片 166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F7DA7C4C-B694-DBA8-974E-FF49F4726837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404" y="5651597"/>
            <a:ext cx="855064" cy="280541"/>
          </a:xfrm>
          <a:prstGeom prst="rect">
            <a:avLst/>
          </a:prstGeom>
        </p:spPr>
      </p:pic>
      <p:pic>
        <p:nvPicPr>
          <p:cNvPr id="168" name="图片 167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949C4E7A-D526-8BC0-88E9-B78FD7D7952C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438" y="5905300"/>
            <a:ext cx="809709" cy="280541"/>
          </a:xfrm>
          <a:prstGeom prst="rect">
            <a:avLst/>
          </a:prstGeom>
        </p:spPr>
      </p:pic>
      <p:pic>
        <p:nvPicPr>
          <p:cNvPr id="169" name="图片 168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B9DB0198-BC06-4EED-581C-768E3F5BA5C4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538" y="5944509"/>
            <a:ext cx="809709" cy="280541"/>
          </a:xfrm>
          <a:prstGeom prst="rect">
            <a:avLst/>
          </a:prstGeom>
        </p:spPr>
      </p:pic>
      <p:pic>
        <p:nvPicPr>
          <p:cNvPr id="170" name="图片 169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AD088969-FD1E-10E6-2544-75C63020DBA5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658" y="7192734"/>
            <a:ext cx="809709" cy="280541"/>
          </a:xfrm>
          <a:prstGeom prst="rect">
            <a:avLst/>
          </a:prstGeom>
        </p:spPr>
      </p:pic>
      <p:pic>
        <p:nvPicPr>
          <p:cNvPr id="171" name="图片 170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828DCF7B-0089-29DB-66A7-4C4FE1BFEFD7}"/>
              </a:ext>
            </a:extLst>
          </p:cNvPr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4559" y="7266095"/>
            <a:ext cx="245264" cy="164632"/>
          </a:xfrm>
          <a:prstGeom prst="rect">
            <a:avLst/>
          </a:prstGeom>
        </p:spPr>
      </p:pic>
      <p:pic>
        <p:nvPicPr>
          <p:cNvPr id="172" name="图片 171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339486FD-77F0-E5F7-8EEF-2F42C30A6DD5}"/>
              </a:ext>
            </a:extLst>
      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483" y="7256802"/>
            <a:ext cx="245264" cy="164632"/>
          </a:xfrm>
          <a:prstGeom prst="rect">
            <a:avLst/>
          </a:prstGeom>
        </p:spPr>
      </p:pic>
      <p:pic>
        <p:nvPicPr>
          <p:cNvPr id="173" name="图片 172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15C722D3-DACA-8249-8AB4-0441EBE11814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426" y="7256914"/>
            <a:ext cx="245264" cy="164632"/>
          </a:xfrm>
          <a:prstGeom prst="rect">
            <a:avLst/>
          </a:prstGeom>
        </p:spPr>
      </p:pic>
      <p:pic>
        <p:nvPicPr>
          <p:cNvPr id="174" name="图片 173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72F9BFEB-8EB2-6893-CAE7-298FEDAC52D7}"/>
              </a:ext>
            </a:extLst>
      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49" y="4836410"/>
            <a:ext cx="251987" cy="164632"/>
          </a:xfrm>
          <a:prstGeom prst="rect">
            <a:avLst/>
          </a:prstGeom>
        </p:spPr>
      </p:pic>
      <p:pic>
        <p:nvPicPr>
          <p:cNvPr id="175" name="图片 174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E0421B88-46D6-7706-A03A-4C6B976B9802}"/>
              </a:ext>
            </a:extLst>
          </p:cNvPr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355" y="4836410"/>
            <a:ext cx="251987" cy="164632"/>
          </a:xfrm>
          <a:prstGeom prst="rect">
            <a:avLst/>
          </a:prstGeom>
        </p:spPr>
      </p:pic>
      <p:pic>
        <p:nvPicPr>
          <p:cNvPr id="176" name="图片 17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52081701-E6FC-257C-17A8-4C239239A9F9}"/>
              </a:ext>
            </a:extLst>
      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97" y="4835590"/>
            <a:ext cx="251987" cy="16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7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63CA-C1A9-BC60-5AAE-1616CA58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4D139A5-AD84-19A1-F480-0E5D1EAE6881}"/>
              </a:ext>
            </a:extLst>
          </p:cNvPr>
          <p:cNvSpPr/>
          <p:nvPr/>
        </p:nvSpPr>
        <p:spPr>
          <a:xfrm>
            <a:off x="1243730" y="5505815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FCC9950B-02C8-6CD9-4FE7-055A6B8168D2}"/>
              </a:ext>
            </a:extLst>
          </p:cNvPr>
          <p:cNvCxnSpPr>
            <a:cxnSpLocks/>
          </p:cNvCxnSpPr>
          <p:nvPr/>
        </p:nvCxnSpPr>
        <p:spPr>
          <a:xfrm>
            <a:off x="715000" y="7241469"/>
            <a:ext cx="289906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5B599EF-F069-8A8F-E7C0-BED9277C2445}"/>
              </a:ext>
            </a:extLst>
          </p:cNvPr>
          <p:cNvCxnSpPr>
            <a:cxnSpLocks/>
          </p:cNvCxnSpPr>
          <p:nvPr/>
        </p:nvCxnSpPr>
        <p:spPr>
          <a:xfrm flipV="1">
            <a:off x="1244472" y="5026092"/>
            <a:ext cx="0" cy="2919574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D735D7F2-6CC7-5030-817A-D3224C2A60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00" y="7344876"/>
            <a:ext cx="193188" cy="203267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7FC6888-DDDA-D605-1100-CEBDC6F0B48F}"/>
              </a:ext>
            </a:extLst>
          </p:cNvPr>
          <p:cNvCxnSpPr/>
          <p:nvPr/>
        </p:nvCxnSpPr>
        <p:spPr>
          <a:xfrm>
            <a:off x="1243728" y="7239689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EB27FFE-242B-5E55-CC09-2E2B42666FE0}"/>
              </a:ext>
            </a:extLst>
          </p:cNvPr>
          <p:cNvCxnSpPr>
            <a:cxnSpLocks/>
          </p:cNvCxnSpPr>
          <p:nvPr/>
        </p:nvCxnSpPr>
        <p:spPr>
          <a:xfrm flipV="1">
            <a:off x="1244356" y="5478991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8B1E4CD-44A7-70AD-2FFC-B82B5651A983}"/>
              </a:ext>
            </a:extLst>
          </p:cNvPr>
          <p:cNvCxnSpPr>
            <a:cxnSpLocks/>
          </p:cNvCxnSpPr>
          <p:nvPr/>
        </p:nvCxnSpPr>
        <p:spPr>
          <a:xfrm>
            <a:off x="1243728" y="7237364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9EAA676-10C3-CC96-4CBB-5C12F942A012}"/>
              </a:ext>
            </a:extLst>
          </p:cNvPr>
          <p:cNvCxnSpPr>
            <a:cxnSpLocks/>
          </p:cNvCxnSpPr>
          <p:nvPr/>
        </p:nvCxnSpPr>
        <p:spPr>
          <a:xfrm>
            <a:off x="1243728" y="5522764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1319F7-9BB5-99C5-1B2C-3923A6CE37FD}"/>
              </a:ext>
            </a:extLst>
          </p:cNvPr>
          <p:cNvCxnSpPr>
            <a:cxnSpLocks/>
          </p:cNvCxnSpPr>
          <p:nvPr/>
        </p:nvCxnSpPr>
        <p:spPr>
          <a:xfrm>
            <a:off x="1243728" y="6992420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0E1AB79-BE51-6AA9-81C3-C2E56308A4BB}"/>
              </a:ext>
            </a:extLst>
          </p:cNvPr>
          <p:cNvCxnSpPr>
            <a:cxnSpLocks/>
          </p:cNvCxnSpPr>
          <p:nvPr/>
        </p:nvCxnSpPr>
        <p:spPr>
          <a:xfrm>
            <a:off x="1243728" y="674747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78B283A-CF81-088B-A734-FF12B8230982}"/>
              </a:ext>
            </a:extLst>
          </p:cNvPr>
          <p:cNvCxnSpPr>
            <a:cxnSpLocks/>
          </p:cNvCxnSpPr>
          <p:nvPr/>
        </p:nvCxnSpPr>
        <p:spPr>
          <a:xfrm>
            <a:off x="1243728" y="650253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2784A0F-2396-3AA3-17AD-91AA236F2FF8}"/>
              </a:ext>
            </a:extLst>
          </p:cNvPr>
          <p:cNvCxnSpPr>
            <a:cxnSpLocks/>
          </p:cNvCxnSpPr>
          <p:nvPr/>
        </p:nvCxnSpPr>
        <p:spPr>
          <a:xfrm>
            <a:off x="1243728" y="625759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4BAFAF8-E80A-1CFC-D06E-452576CFFCF8}"/>
              </a:ext>
            </a:extLst>
          </p:cNvPr>
          <p:cNvCxnSpPr>
            <a:cxnSpLocks/>
          </p:cNvCxnSpPr>
          <p:nvPr/>
        </p:nvCxnSpPr>
        <p:spPr>
          <a:xfrm>
            <a:off x="1243728" y="601264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B2F42F2-0FBC-AD95-BB01-2D63C1C404FE}"/>
              </a:ext>
            </a:extLst>
          </p:cNvPr>
          <p:cNvCxnSpPr>
            <a:cxnSpLocks/>
          </p:cNvCxnSpPr>
          <p:nvPr/>
        </p:nvCxnSpPr>
        <p:spPr>
          <a:xfrm>
            <a:off x="1243728" y="576770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D6FA16F4-C92A-7867-32F5-2C5AAA5D97DA}"/>
              </a:ext>
            </a:extLst>
          </p:cNvPr>
          <p:cNvSpPr/>
          <p:nvPr/>
        </p:nvSpPr>
        <p:spPr>
          <a:xfrm>
            <a:off x="1232478" y="5498507"/>
            <a:ext cx="2788781" cy="1758325"/>
          </a:xfrm>
          <a:prstGeom prst="parallelogram">
            <a:avLst>
              <a:gd name="adj" fmla="val 67455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459A5E7-13E3-AD7C-B42C-CABC2A043549}"/>
              </a:ext>
            </a:extLst>
          </p:cNvPr>
          <p:cNvCxnSpPr>
            <a:cxnSpLocks/>
          </p:cNvCxnSpPr>
          <p:nvPr/>
        </p:nvCxnSpPr>
        <p:spPr>
          <a:xfrm flipH="1">
            <a:off x="2401750" y="5521277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817FE13-DE73-62FD-20D3-DE8E91C2E270}"/>
              </a:ext>
            </a:extLst>
          </p:cNvPr>
          <p:cNvCxnSpPr>
            <a:cxnSpLocks/>
          </p:cNvCxnSpPr>
          <p:nvPr/>
        </p:nvCxnSpPr>
        <p:spPr>
          <a:xfrm flipH="1">
            <a:off x="1418662" y="6990934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472D63C-2ABD-3C99-198A-66A78D55922F}"/>
              </a:ext>
            </a:extLst>
          </p:cNvPr>
          <p:cNvCxnSpPr>
            <a:cxnSpLocks/>
          </p:cNvCxnSpPr>
          <p:nvPr/>
        </p:nvCxnSpPr>
        <p:spPr>
          <a:xfrm flipH="1">
            <a:off x="1576140" y="6745992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22796E2-BDAC-8F65-126B-75CF65DD1999}"/>
              </a:ext>
            </a:extLst>
          </p:cNvPr>
          <p:cNvCxnSpPr>
            <a:cxnSpLocks/>
          </p:cNvCxnSpPr>
          <p:nvPr/>
        </p:nvCxnSpPr>
        <p:spPr>
          <a:xfrm flipH="1">
            <a:off x="1740114" y="6501046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E853DB7-C664-5204-4541-B0C5FB0DEE26}"/>
              </a:ext>
            </a:extLst>
          </p:cNvPr>
          <p:cNvCxnSpPr>
            <a:cxnSpLocks/>
          </p:cNvCxnSpPr>
          <p:nvPr/>
        </p:nvCxnSpPr>
        <p:spPr>
          <a:xfrm flipH="1">
            <a:off x="1902638" y="6256102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1B6F67DD-3CE8-FC91-94CC-A17189CA4838}"/>
              </a:ext>
            </a:extLst>
          </p:cNvPr>
          <p:cNvCxnSpPr>
            <a:cxnSpLocks/>
          </p:cNvCxnSpPr>
          <p:nvPr/>
        </p:nvCxnSpPr>
        <p:spPr>
          <a:xfrm flipH="1">
            <a:off x="2069053" y="6011160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461B5A6D-807E-C55F-9B81-498DE920987C}"/>
              </a:ext>
            </a:extLst>
          </p:cNvPr>
          <p:cNvCxnSpPr>
            <a:cxnSpLocks/>
          </p:cNvCxnSpPr>
          <p:nvPr/>
        </p:nvCxnSpPr>
        <p:spPr>
          <a:xfrm flipH="1">
            <a:off x="2226419" y="5766218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>
            <a:extLst>
              <a:ext uri="{FF2B5EF4-FFF2-40B4-BE49-F238E27FC236}">
                <a16:creationId xmlns:a16="http://schemas.microsoft.com/office/drawing/2014/main" id="{A584F130-E7C8-F65F-CC0E-56FF23D8D6DB}"/>
              </a:ext>
            </a:extLst>
          </p:cNvPr>
          <p:cNvSpPr/>
          <p:nvPr/>
        </p:nvSpPr>
        <p:spPr>
          <a:xfrm flipH="1">
            <a:off x="3256926" y="5834858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F1B8867B-E9AC-74BC-4985-71069ED90CB1}"/>
              </a:ext>
            </a:extLst>
          </p:cNvPr>
          <p:cNvCxnSpPr>
            <a:cxnSpLocks/>
          </p:cNvCxnSpPr>
          <p:nvPr/>
        </p:nvCxnSpPr>
        <p:spPr>
          <a:xfrm>
            <a:off x="4609245" y="7237367"/>
            <a:ext cx="376190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90491888-2260-908F-C05A-6BBE528ED111}"/>
              </a:ext>
            </a:extLst>
          </p:cNvPr>
          <p:cNvCxnSpPr>
            <a:cxnSpLocks/>
          </p:cNvCxnSpPr>
          <p:nvPr/>
        </p:nvCxnSpPr>
        <p:spPr>
          <a:xfrm flipV="1">
            <a:off x="5138693" y="5021996"/>
            <a:ext cx="0" cy="2923676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图片 9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ADDE4BC0-ECA2-562B-082B-A7C45C64E63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921" y="7340775"/>
            <a:ext cx="193188" cy="203267"/>
          </a:xfrm>
          <a:prstGeom prst="rect">
            <a:avLst/>
          </a:prstGeom>
        </p:spPr>
      </p:pic>
      <p:sp>
        <p:nvSpPr>
          <p:cNvPr id="99" name="矩形 98">
            <a:extLst>
              <a:ext uri="{FF2B5EF4-FFF2-40B4-BE49-F238E27FC236}">
                <a16:creationId xmlns:a16="http://schemas.microsoft.com/office/drawing/2014/main" id="{241C345F-ED69-FB68-0236-76DF415B7FF7}"/>
              </a:ext>
            </a:extLst>
          </p:cNvPr>
          <p:cNvSpPr/>
          <p:nvPr/>
        </p:nvSpPr>
        <p:spPr>
          <a:xfrm>
            <a:off x="5137950" y="5501712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1388F0CE-734C-0612-C8DF-F30013909A62}"/>
              </a:ext>
            </a:extLst>
          </p:cNvPr>
          <p:cNvCxnSpPr/>
          <p:nvPr/>
        </p:nvCxnSpPr>
        <p:spPr>
          <a:xfrm>
            <a:off x="5137950" y="7235587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F48FA9BF-3111-2050-5778-0677958D5DE5}"/>
              </a:ext>
            </a:extLst>
          </p:cNvPr>
          <p:cNvCxnSpPr>
            <a:cxnSpLocks/>
          </p:cNvCxnSpPr>
          <p:nvPr/>
        </p:nvCxnSpPr>
        <p:spPr>
          <a:xfrm flipV="1">
            <a:off x="5143022" y="5474889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A88448A0-8526-9C4E-C825-5E3D92150EEB}"/>
              </a:ext>
            </a:extLst>
          </p:cNvPr>
          <p:cNvCxnSpPr>
            <a:cxnSpLocks/>
          </p:cNvCxnSpPr>
          <p:nvPr/>
        </p:nvCxnSpPr>
        <p:spPr>
          <a:xfrm>
            <a:off x="5137952" y="7233260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C8B3C23C-8866-B204-5B3E-5C0AE550E17F}"/>
              </a:ext>
            </a:extLst>
          </p:cNvPr>
          <p:cNvCxnSpPr>
            <a:cxnSpLocks/>
          </p:cNvCxnSpPr>
          <p:nvPr/>
        </p:nvCxnSpPr>
        <p:spPr>
          <a:xfrm>
            <a:off x="5143663" y="551866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E7CF5DF1-A7F5-BE72-2717-84951DDE0BB9}"/>
              </a:ext>
            </a:extLst>
          </p:cNvPr>
          <p:cNvCxnSpPr>
            <a:cxnSpLocks/>
          </p:cNvCxnSpPr>
          <p:nvPr/>
        </p:nvCxnSpPr>
        <p:spPr>
          <a:xfrm>
            <a:off x="5137952" y="6253489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E149C8E1-BD82-2DD5-23A9-B8DEEBF862CF}"/>
              </a:ext>
            </a:extLst>
          </p:cNvPr>
          <p:cNvCxnSpPr>
            <a:cxnSpLocks/>
          </p:cNvCxnSpPr>
          <p:nvPr/>
        </p:nvCxnSpPr>
        <p:spPr>
          <a:xfrm>
            <a:off x="5143663" y="6008547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A2371DE7-9BF3-F365-C361-A065138BD813}"/>
              </a:ext>
            </a:extLst>
          </p:cNvPr>
          <p:cNvCxnSpPr>
            <a:cxnSpLocks/>
          </p:cNvCxnSpPr>
          <p:nvPr/>
        </p:nvCxnSpPr>
        <p:spPr>
          <a:xfrm>
            <a:off x="5143663" y="576360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椭圆 124">
            <a:extLst>
              <a:ext uri="{FF2B5EF4-FFF2-40B4-BE49-F238E27FC236}">
                <a16:creationId xmlns:a16="http://schemas.microsoft.com/office/drawing/2014/main" id="{3D83CDAF-75A7-8430-90C5-E3846EC6E851}"/>
              </a:ext>
            </a:extLst>
          </p:cNvPr>
          <p:cNvSpPr/>
          <p:nvPr/>
        </p:nvSpPr>
        <p:spPr>
          <a:xfrm>
            <a:off x="6278122" y="5832543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651A7A26-3B54-5E59-BCB0-E4979CAD8E56}"/>
              </a:ext>
            </a:extLst>
          </p:cNvPr>
          <p:cNvCxnSpPr>
            <a:cxnSpLocks/>
          </p:cNvCxnSpPr>
          <p:nvPr/>
        </p:nvCxnSpPr>
        <p:spPr>
          <a:xfrm flipV="1">
            <a:off x="1238648" y="5518690"/>
            <a:ext cx="1163448" cy="174137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DD5A1BD7-9FB0-5E91-5DEF-9FE820CEB075}"/>
              </a:ext>
            </a:extLst>
          </p:cNvPr>
          <p:cNvSpPr/>
          <p:nvPr/>
        </p:nvSpPr>
        <p:spPr>
          <a:xfrm>
            <a:off x="2383902" y="5836645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5285791-7435-C992-6353-8CD7FD85E6F0}"/>
              </a:ext>
            </a:extLst>
          </p:cNvPr>
          <p:cNvCxnSpPr>
            <a:cxnSpLocks/>
          </p:cNvCxnSpPr>
          <p:nvPr/>
        </p:nvCxnSpPr>
        <p:spPr>
          <a:xfrm>
            <a:off x="1228512" y="7239683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 131">
            <a:extLst>
              <a:ext uri="{FF2B5EF4-FFF2-40B4-BE49-F238E27FC236}">
                <a16:creationId xmlns:a16="http://schemas.microsoft.com/office/drawing/2014/main" id="{A867AA9B-E174-BCA7-C5E4-79A9B2A8B2E2}"/>
              </a:ext>
            </a:extLst>
          </p:cNvPr>
          <p:cNvSpPr/>
          <p:nvPr/>
        </p:nvSpPr>
        <p:spPr>
          <a:xfrm flipH="1">
            <a:off x="5145469" y="6230966"/>
            <a:ext cx="2870772" cy="1004014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B360B98A-1D58-122A-FC77-B60545350AE6}"/>
              </a:ext>
            </a:extLst>
          </p:cNvPr>
          <p:cNvCxnSpPr>
            <a:cxnSpLocks/>
          </p:cNvCxnSpPr>
          <p:nvPr/>
        </p:nvCxnSpPr>
        <p:spPr>
          <a:xfrm flipH="1">
            <a:off x="5130328" y="6253489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09124116-79BE-BABD-2ACB-BD42CC625452}"/>
              </a:ext>
            </a:extLst>
          </p:cNvPr>
          <p:cNvCxnSpPr>
            <a:cxnSpLocks/>
          </p:cNvCxnSpPr>
          <p:nvPr/>
        </p:nvCxnSpPr>
        <p:spPr>
          <a:xfrm>
            <a:off x="5122733" y="7236143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A6EDFEFA-3C9E-2DA6-3A71-701F639DA900}"/>
              </a:ext>
            </a:extLst>
          </p:cNvPr>
          <p:cNvCxnSpPr>
            <a:cxnSpLocks/>
          </p:cNvCxnSpPr>
          <p:nvPr/>
        </p:nvCxnSpPr>
        <p:spPr>
          <a:xfrm flipV="1">
            <a:off x="5137848" y="6247801"/>
            <a:ext cx="0" cy="101588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71DDDC78-282E-ED52-AAA6-F2E1683E7302}"/>
              </a:ext>
            </a:extLst>
          </p:cNvPr>
          <p:cNvCxnSpPr>
            <a:cxnSpLocks/>
          </p:cNvCxnSpPr>
          <p:nvPr/>
        </p:nvCxnSpPr>
        <p:spPr>
          <a:xfrm>
            <a:off x="5122708" y="7237660"/>
            <a:ext cx="2893538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3A98F1C8-B880-6A25-7AAC-12E940B6DA90}"/>
              </a:ext>
            </a:extLst>
          </p:cNvPr>
          <p:cNvSpPr/>
          <p:nvPr/>
        </p:nvSpPr>
        <p:spPr>
          <a:xfrm>
            <a:off x="7461146" y="6402508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1D153769-6F52-1F34-42A6-91710E4AB0BF}"/>
              </a:ext>
            </a:extLst>
          </p:cNvPr>
          <p:cNvCxnSpPr>
            <a:cxnSpLocks/>
          </p:cNvCxnSpPr>
          <p:nvPr/>
        </p:nvCxnSpPr>
        <p:spPr>
          <a:xfrm flipH="1">
            <a:off x="5130328" y="6531940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73215400-7EAD-EE56-F237-876B8D30E08E}"/>
              </a:ext>
            </a:extLst>
          </p:cNvPr>
          <p:cNvCxnSpPr>
            <a:cxnSpLocks/>
          </p:cNvCxnSpPr>
          <p:nvPr/>
        </p:nvCxnSpPr>
        <p:spPr>
          <a:xfrm flipH="1">
            <a:off x="5130328" y="6671167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23754795-1D45-1660-DCEE-B2225FE0D666}"/>
              </a:ext>
            </a:extLst>
          </p:cNvPr>
          <p:cNvCxnSpPr>
            <a:cxnSpLocks/>
          </p:cNvCxnSpPr>
          <p:nvPr/>
        </p:nvCxnSpPr>
        <p:spPr>
          <a:xfrm flipH="1">
            <a:off x="5130328" y="6810391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CF111FF2-7A1D-3FF2-DE25-3FFC6C2B72F6}"/>
              </a:ext>
            </a:extLst>
          </p:cNvPr>
          <p:cNvCxnSpPr>
            <a:cxnSpLocks/>
          </p:cNvCxnSpPr>
          <p:nvPr/>
        </p:nvCxnSpPr>
        <p:spPr>
          <a:xfrm flipH="1">
            <a:off x="5125247" y="6392714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39592B90-6FC1-0234-4238-76616302AD10}"/>
              </a:ext>
            </a:extLst>
          </p:cNvPr>
          <p:cNvCxnSpPr>
            <a:cxnSpLocks/>
          </p:cNvCxnSpPr>
          <p:nvPr/>
        </p:nvCxnSpPr>
        <p:spPr>
          <a:xfrm flipH="1">
            <a:off x="5130328" y="6949619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8724F56E-B5E3-9C40-6CDD-6BE5E155E3DF}"/>
              </a:ext>
            </a:extLst>
          </p:cNvPr>
          <p:cNvCxnSpPr>
            <a:cxnSpLocks/>
          </p:cNvCxnSpPr>
          <p:nvPr/>
        </p:nvCxnSpPr>
        <p:spPr>
          <a:xfrm flipH="1">
            <a:off x="5130328" y="7088844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26BA1E42-2F8D-4A32-8093-1C6EB0D35F88}"/>
              </a:ext>
            </a:extLst>
          </p:cNvPr>
          <p:cNvCxnSpPr>
            <a:cxnSpLocks/>
          </p:cNvCxnSpPr>
          <p:nvPr/>
        </p:nvCxnSpPr>
        <p:spPr>
          <a:xfrm>
            <a:off x="8906965" y="7232174"/>
            <a:ext cx="3208846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504AFF76-65D8-0075-1E8A-B076D3CB0454}"/>
              </a:ext>
            </a:extLst>
          </p:cNvPr>
          <p:cNvCxnSpPr>
            <a:cxnSpLocks/>
          </p:cNvCxnSpPr>
          <p:nvPr/>
        </p:nvCxnSpPr>
        <p:spPr>
          <a:xfrm flipV="1">
            <a:off x="9436436" y="5016827"/>
            <a:ext cx="0" cy="292886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图片 15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7E3FC4CB-9E2A-BE0B-E723-74DD079BBF1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664" y="7335581"/>
            <a:ext cx="193188" cy="203267"/>
          </a:xfrm>
          <a:prstGeom prst="rect">
            <a:avLst/>
          </a:prstGeom>
        </p:spPr>
      </p:pic>
      <p:sp>
        <p:nvSpPr>
          <p:cNvPr id="157" name="矩形 156">
            <a:extLst>
              <a:ext uri="{FF2B5EF4-FFF2-40B4-BE49-F238E27FC236}">
                <a16:creationId xmlns:a16="http://schemas.microsoft.com/office/drawing/2014/main" id="{35F70BC3-3DC3-48EC-FB22-E10C9397BFF3}"/>
              </a:ext>
            </a:extLst>
          </p:cNvPr>
          <p:cNvSpPr/>
          <p:nvPr/>
        </p:nvSpPr>
        <p:spPr>
          <a:xfrm>
            <a:off x="9435694" y="5496520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D6F4888C-7923-DE07-6B59-435AE0876400}"/>
              </a:ext>
            </a:extLst>
          </p:cNvPr>
          <p:cNvCxnSpPr/>
          <p:nvPr/>
        </p:nvCxnSpPr>
        <p:spPr>
          <a:xfrm>
            <a:off x="9435692" y="7230394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2981EB7D-DE3F-E05E-0EFF-1091FD0931AC}"/>
              </a:ext>
            </a:extLst>
          </p:cNvPr>
          <p:cNvCxnSpPr>
            <a:cxnSpLocks/>
          </p:cNvCxnSpPr>
          <p:nvPr/>
        </p:nvCxnSpPr>
        <p:spPr>
          <a:xfrm flipV="1">
            <a:off x="9440128" y="5469696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B01FBFE0-6AC3-1E7B-9D24-71D723777042}"/>
              </a:ext>
            </a:extLst>
          </p:cNvPr>
          <p:cNvCxnSpPr>
            <a:cxnSpLocks/>
          </p:cNvCxnSpPr>
          <p:nvPr/>
        </p:nvCxnSpPr>
        <p:spPr>
          <a:xfrm>
            <a:off x="9420475" y="7230388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2F2E1CD9-0520-DE50-826A-55C59287B6C3}"/>
              </a:ext>
            </a:extLst>
          </p:cNvPr>
          <p:cNvCxnSpPr>
            <a:cxnSpLocks/>
          </p:cNvCxnSpPr>
          <p:nvPr/>
        </p:nvCxnSpPr>
        <p:spPr>
          <a:xfrm>
            <a:off x="9435691" y="551346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3934F6BB-964C-5138-C63D-8F880218C680}"/>
              </a:ext>
            </a:extLst>
          </p:cNvPr>
          <p:cNvCxnSpPr>
            <a:cxnSpLocks/>
          </p:cNvCxnSpPr>
          <p:nvPr/>
        </p:nvCxnSpPr>
        <p:spPr>
          <a:xfrm>
            <a:off x="9435691" y="698312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25B6AB80-CFDC-70B0-9F24-CF5B10F34C7A}"/>
              </a:ext>
            </a:extLst>
          </p:cNvPr>
          <p:cNvCxnSpPr>
            <a:cxnSpLocks/>
          </p:cNvCxnSpPr>
          <p:nvPr/>
        </p:nvCxnSpPr>
        <p:spPr>
          <a:xfrm>
            <a:off x="9435691" y="6738184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E4B9E2E8-1BD0-EF52-0796-9541ADD56C41}"/>
              </a:ext>
            </a:extLst>
          </p:cNvPr>
          <p:cNvCxnSpPr>
            <a:cxnSpLocks/>
          </p:cNvCxnSpPr>
          <p:nvPr/>
        </p:nvCxnSpPr>
        <p:spPr>
          <a:xfrm>
            <a:off x="9435691" y="649324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2C80CE6C-3933-310C-699D-5F3511F85D4A}"/>
              </a:ext>
            </a:extLst>
          </p:cNvPr>
          <p:cNvCxnSpPr>
            <a:cxnSpLocks/>
          </p:cNvCxnSpPr>
          <p:nvPr/>
        </p:nvCxnSpPr>
        <p:spPr>
          <a:xfrm>
            <a:off x="9435691" y="624829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FFEDDAD1-5C7B-BC02-3F62-ED9FF61FC7FB}"/>
              </a:ext>
            </a:extLst>
          </p:cNvPr>
          <p:cNvCxnSpPr>
            <a:cxnSpLocks/>
          </p:cNvCxnSpPr>
          <p:nvPr/>
        </p:nvCxnSpPr>
        <p:spPr>
          <a:xfrm>
            <a:off x="9435691" y="6003354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A06ABE5E-9175-9686-7A31-5C1C403E887B}"/>
              </a:ext>
            </a:extLst>
          </p:cNvPr>
          <p:cNvCxnSpPr>
            <a:cxnSpLocks/>
          </p:cNvCxnSpPr>
          <p:nvPr/>
        </p:nvCxnSpPr>
        <p:spPr>
          <a:xfrm>
            <a:off x="9435691" y="575841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0188C10C-60F2-3633-7F8B-B3FDDDA15047}"/>
              </a:ext>
            </a:extLst>
          </p:cNvPr>
          <p:cNvCxnSpPr>
            <a:cxnSpLocks/>
          </p:cNvCxnSpPr>
          <p:nvPr/>
        </p:nvCxnSpPr>
        <p:spPr>
          <a:xfrm>
            <a:off x="9420450" y="7229313"/>
            <a:ext cx="2411890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弧形 3">
            <a:extLst>
              <a:ext uri="{FF2B5EF4-FFF2-40B4-BE49-F238E27FC236}">
                <a16:creationId xmlns:a16="http://schemas.microsoft.com/office/drawing/2014/main" id="{5CC38158-2933-2FBD-9097-2DE891BA62B1}"/>
              </a:ext>
            </a:extLst>
          </p:cNvPr>
          <p:cNvSpPr/>
          <p:nvPr/>
        </p:nvSpPr>
        <p:spPr>
          <a:xfrm rot="20584892">
            <a:off x="706371" y="6850359"/>
            <a:ext cx="838370" cy="453496"/>
          </a:xfrm>
          <a:prstGeom prst="arc">
            <a:avLst>
              <a:gd name="adj1" fmla="val 18993039"/>
              <a:gd name="adj2" fmla="val 20807300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B91C5A3E-0ADC-6D9F-7C28-BB47731AB6A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71" y="6576243"/>
            <a:ext cx="117594" cy="199907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84BEA3A-9DCA-A445-D2AA-828DF4F3013E}"/>
              </a:ext>
            </a:extLst>
          </p:cNvPr>
          <p:cNvCxnSpPr>
            <a:cxnSpLocks/>
          </p:cNvCxnSpPr>
          <p:nvPr/>
        </p:nvCxnSpPr>
        <p:spPr>
          <a:xfrm flipV="1">
            <a:off x="9437590" y="7088868"/>
            <a:ext cx="0" cy="167247"/>
          </a:xfrm>
          <a:prstGeom prst="straightConnector1">
            <a:avLst/>
          </a:prstGeom>
          <a:ln w="4508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\documentclass{article}&#10;\usepackage{amsmath}&#10;\pagestyle{empty}&#10;\begin{document}&#10;&#10;$$&#10;(3)~&#10;\begin{cases}&#10;        y_1 = 1 \cdot x_1 + \tan \theta \cdot x_2\\&#10;        y_2 = 0 \cdot x_1 + ~~~~~1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278258C3-8543-A362-7A62-4C1386056FD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08" y="8175876"/>
            <a:ext cx="3356426" cy="836593"/>
          </a:xfrm>
          <a:prstGeom prst="rect">
            <a:avLst/>
          </a:prstGeom>
        </p:spPr>
      </p:pic>
      <p:pic>
        <p:nvPicPr>
          <p:cNvPr id="45" name="图片 44" descr="\documentclass{article}&#10;\usepackage{amsmath}&#10;\pagestyle{empty}&#10;\begin{document}&#10;&#10;$$&#10;(4)~&#10;\begin{cases}&#10;        y_1 = k_1 \cdot x_1 + ~ \, 0 \cdot x_2\\&#10;        y_2 = \, ~0 \cdot x_1 + k_2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91AF6EA7-2E28-E9B3-FE13-5B3B857DF41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514" y="8175877"/>
            <a:ext cx="3161558" cy="836593"/>
          </a:xfrm>
          <a:prstGeom prst="rect">
            <a:avLst/>
          </a:prstGeom>
        </p:spPr>
      </p:pic>
      <p:pic>
        <p:nvPicPr>
          <p:cNvPr id="47" name="图片 46" descr="\documentclass{article}&#10;\usepackage{amsmath}&#10;\pagestyle{empty}&#10;\begin{document}&#10;&#10;$$&#10;(5)~&#10;\begin{cases}&#10;        y_1 = (1 + \cot \theta) \cdot x_1 + 0 \cdot x_2\\&#10;        y_2 = ~~~~~~~~~~~~ 0 \cdot x_2 + 0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6A90C3BD-63A3-B628-F423-8F422FA3032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143" y="8170021"/>
            <a:ext cx="4008219" cy="836593"/>
          </a:xfrm>
          <a:prstGeom prst="rect">
            <a:avLst/>
          </a:prstGeom>
        </p:spPr>
      </p:pic>
      <p:sp>
        <p:nvSpPr>
          <p:cNvPr id="169" name="椭圆 168">
            <a:extLst>
              <a:ext uri="{FF2B5EF4-FFF2-40B4-BE49-F238E27FC236}">
                <a16:creationId xmlns:a16="http://schemas.microsoft.com/office/drawing/2014/main" id="{0BE77450-61D1-F7E6-DDF2-9261552442F3}"/>
              </a:ext>
            </a:extLst>
          </p:cNvPr>
          <p:cNvSpPr/>
          <p:nvPr/>
        </p:nvSpPr>
        <p:spPr>
          <a:xfrm>
            <a:off x="10575862" y="5827349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262" name="椭圆 261">
            <a:extLst>
              <a:ext uri="{FF2B5EF4-FFF2-40B4-BE49-F238E27FC236}">
                <a16:creationId xmlns:a16="http://schemas.microsoft.com/office/drawing/2014/main" id="{228F52E5-038D-4BF0-CDB4-DA6475E3B529}"/>
              </a:ext>
            </a:extLst>
          </p:cNvPr>
          <p:cNvSpPr/>
          <p:nvPr/>
        </p:nvSpPr>
        <p:spPr>
          <a:xfrm>
            <a:off x="11166085" y="7149687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73BA21D0-FAEC-9EFD-7871-51EAD57861CD}"/>
              </a:ext>
            </a:extLst>
          </p:cNvPr>
          <p:cNvCxnSpPr>
            <a:cxnSpLocks/>
          </p:cNvCxnSpPr>
          <p:nvPr/>
        </p:nvCxnSpPr>
        <p:spPr>
          <a:xfrm>
            <a:off x="10275251" y="5044896"/>
            <a:ext cx="969249" cy="2183651"/>
          </a:xfrm>
          <a:prstGeom prst="straightConnector1">
            <a:avLst/>
          </a:prstGeom>
          <a:ln w="34925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弧形 76">
            <a:extLst>
              <a:ext uri="{FF2B5EF4-FFF2-40B4-BE49-F238E27FC236}">
                <a16:creationId xmlns:a16="http://schemas.microsoft.com/office/drawing/2014/main" id="{42C46517-F9F4-03A8-F61A-EE5375D24AD7}"/>
              </a:ext>
            </a:extLst>
          </p:cNvPr>
          <p:cNvSpPr/>
          <p:nvPr/>
        </p:nvSpPr>
        <p:spPr>
          <a:xfrm rot="21192649" flipH="1">
            <a:off x="10206601" y="5203546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8" name="图片 77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83A7F4DE-10FC-3317-6241-730EC07ACDB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611" y="5162689"/>
            <a:ext cx="117594" cy="19990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83CC885B-2D4B-F21C-3934-2BC641C7AE37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191" y="6000584"/>
            <a:ext cx="855064" cy="280541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FA5EDB42-AD8D-FD47-F2B7-BCF8A840A718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034" y="5749847"/>
            <a:ext cx="855064" cy="280541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877F8C3E-2825-22A2-FBDB-483FEBC55368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404" y="5749675"/>
            <a:ext cx="855064" cy="280541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0E99EA4D-B20C-3BF0-3A0A-2EC84849A905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438" y="6003378"/>
            <a:ext cx="809709" cy="280541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A3B46727-7D95-0D3B-CB4A-364CCF55BE4B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538" y="6042587"/>
            <a:ext cx="809709" cy="280541"/>
          </a:xfrm>
          <a:prstGeom prst="rect">
            <a:avLst/>
          </a:prstGeom>
        </p:spPr>
      </p:pic>
      <p:pic>
        <p:nvPicPr>
          <p:cNvPr id="29" name="图片 28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D8C5DAC9-251B-F878-2E39-9C7B67621536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658" y="7290812"/>
            <a:ext cx="809709" cy="280541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B3F3C1B4-B574-6BD6-DD25-ACC4F1DE84E5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4559" y="7364173"/>
            <a:ext cx="245264" cy="164632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26D7E422-DF49-54F3-CBAE-7D7B09E32B1B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483" y="7354880"/>
            <a:ext cx="245264" cy="164632"/>
          </a:xfrm>
          <a:prstGeom prst="rect">
            <a:avLst/>
          </a:prstGeom>
        </p:spPr>
      </p:pic>
      <p:pic>
        <p:nvPicPr>
          <p:cNvPr id="38" name="图片 3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073EDD9C-A157-FF30-4F2D-E90C730538BF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426" y="7354992"/>
            <a:ext cx="245264" cy="164632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ED62245A-D3CD-408B-56FC-480DF53F3CD1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49" y="4934488"/>
            <a:ext cx="251987" cy="164632"/>
          </a:xfrm>
          <a:prstGeom prst="rect">
            <a:avLst/>
          </a:prstGeom>
        </p:spPr>
      </p:pic>
      <p:pic>
        <p:nvPicPr>
          <p:cNvPr id="40" name="图片 39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70A01554-2686-2484-2449-9EB3410552E0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355" y="4934488"/>
            <a:ext cx="251987" cy="164632"/>
          </a:xfrm>
          <a:prstGeom prst="rect">
            <a:avLst/>
          </a:prstGeom>
        </p:spPr>
      </p:pic>
      <p:pic>
        <p:nvPicPr>
          <p:cNvPr id="41" name="图片 40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FF1749EF-7999-2B4A-45B6-0768D08663D2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97" y="4933668"/>
            <a:ext cx="251987" cy="16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9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13C80-F178-9426-AF7F-1C9959B69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58E5565-95C6-E378-0609-3A3F9FD02D8B}"/>
              </a:ext>
            </a:extLst>
          </p:cNvPr>
          <p:cNvGrpSpPr/>
          <p:nvPr/>
        </p:nvGrpSpPr>
        <p:grpSpPr>
          <a:xfrm>
            <a:off x="350494" y="2892206"/>
            <a:ext cx="2811908" cy="2899159"/>
            <a:chOff x="350494" y="2892206"/>
            <a:chExt cx="2811908" cy="2899159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460D8A1A-4D88-94C1-B075-1B25312AB6C1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569AF951-98E5-54C2-F325-B504A53B6B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5F7D005F-4F87-EF44-6CCC-51FB4F619221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B1102466-FCAD-7E97-A9DF-1A0959DE3222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40B7C296-FABC-E7A3-F9D0-EB16FA8ACFBD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8C1BB719-1A70-5E74-36EE-02508E9BF9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EB8F5082-4F31-CA2D-419D-5D25B8CA587C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041F47CE-363A-0751-1D67-467C3E99E02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96C22021-555E-9EA6-00E9-C00ABE0C1F6A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255B691-A64C-1AB4-15EF-89D014385C6C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EC6031ED-B042-D780-9A8D-64450270F385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E16BFE60-3CF5-7143-FE7A-B33CA79D36E9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595CDE37-4D1A-8D4C-2AC7-AF8C582C297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13003E44-237E-DAC7-45E4-C25B15D640B7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F51466D0-AD9D-2172-19C9-AAF99CE4036A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7EEDB3C6-8A79-A463-6019-7FA47C1F344C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58" name="图片 57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B013AEE1-8E3C-DF7A-733C-FEEE6385FB62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59" name="图片 58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76430171-77CC-F63C-F94F-9BAB385D777F}"/>
                </a:ext>
              </a:extLst>
            </p:cNvPr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60" name="图片 59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7D9C08AE-0FBC-E788-18F8-02A20252D501}"/>
                </a:ext>
              </a:extLst>
            </p:cNvPr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5AED0A5-187F-91C2-BC2D-CF114BDFE0A0}"/>
              </a:ext>
            </a:extLst>
          </p:cNvPr>
          <p:cNvCxnSpPr>
            <a:cxnSpLocks/>
          </p:cNvCxnSpPr>
          <p:nvPr/>
        </p:nvCxnSpPr>
        <p:spPr>
          <a:xfrm>
            <a:off x="3686175" y="7360866"/>
            <a:ext cx="335553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CD44046A-691A-AEDE-4768-3AF602900768}"/>
              </a:ext>
            </a:extLst>
          </p:cNvPr>
          <p:cNvCxnSpPr>
            <a:cxnSpLocks/>
          </p:cNvCxnSpPr>
          <p:nvPr/>
        </p:nvCxnSpPr>
        <p:spPr>
          <a:xfrm flipV="1">
            <a:off x="4377382" y="5147947"/>
            <a:ext cx="0" cy="349345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AE3F4EF1-E4EA-2EBF-69F8-641DE38CF0B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636" y="7484076"/>
            <a:ext cx="245264" cy="164632"/>
          </a:xfrm>
          <a:prstGeom prst="rect">
            <a:avLst/>
          </a:prstGeom>
        </p:spPr>
      </p:pic>
      <p:pic>
        <p:nvPicPr>
          <p:cNvPr id="47" name="图片 46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8509414B-EF95-2835-A50A-A569175ADDE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416" y="5065610"/>
            <a:ext cx="251987" cy="164632"/>
          </a:xfrm>
          <a:prstGeom prst="rect">
            <a:avLst/>
          </a:prstGeom>
        </p:spPr>
      </p:pic>
      <p:sp>
        <p:nvSpPr>
          <p:cNvPr id="69" name="矩形 68">
            <a:extLst>
              <a:ext uri="{FF2B5EF4-FFF2-40B4-BE49-F238E27FC236}">
                <a16:creationId xmlns:a16="http://schemas.microsoft.com/office/drawing/2014/main" id="{310C8209-EF59-0306-A7F6-C2AF0DE6F489}"/>
              </a:ext>
            </a:extLst>
          </p:cNvPr>
          <p:cNvSpPr/>
          <p:nvPr/>
        </p:nvSpPr>
        <p:spPr>
          <a:xfrm>
            <a:off x="4376641" y="5627646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AC0B1630-5E1B-386E-6962-E80D65ABD814}"/>
              </a:ext>
            </a:extLst>
          </p:cNvPr>
          <p:cNvCxnSpPr/>
          <p:nvPr/>
        </p:nvCxnSpPr>
        <p:spPr>
          <a:xfrm>
            <a:off x="4214885" y="7359085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51BF693D-68C0-4C53-98C9-52FCDB8A43DB}"/>
              </a:ext>
            </a:extLst>
          </p:cNvPr>
          <p:cNvCxnSpPr>
            <a:cxnSpLocks/>
          </p:cNvCxnSpPr>
          <p:nvPr/>
        </p:nvCxnSpPr>
        <p:spPr>
          <a:xfrm flipV="1">
            <a:off x="4376293" y="5600824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2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3166C881-C883-8D82-1AEB-95B317332857}"/>
              </a:ext>
            </a:extLst>
          </p:cNvPr>
          <p:cNvCxnSpPr>
            <a:cxnSpLocks/>
          </p:cNvCxnSpPr>
          <p:nvPr/>
        </p:nvCxnSpPr>
        <p:spPr>
          <a:xfrm>
            <a:off x="4199666" y="7359079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2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2A35B289-8E2B-0B61-DEE5-6184E182F338}"/>
              </a:ext>
            </a:extLst>
          </p:cNvPr>
          <p:cNvCxnSpPr>
            <a:cxnSpLocks/>
          </p:cNvCxnSpPr>
          <p:nvPr/>
        </p:nvCxnSpPr>
        <p:spPr>
          <a:xfrm>
            <a:off x="4376639" y="564459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72D39D25-068F-F468-F1F9-2FDDB72A3E3C}"/>
              </a:ext>
            </a:extLst>
          </p:cNvPr>
          <p:cNvCxnSpPr>
            <a:cxnSpLocks/>
          </p:cNvCxnSpPr>
          <p:nvPr/>
        </p:nvCxnSpPr>
        <p:spPr>
          <a:xfrm>
            <a:off x="4376293" y="710133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FF24028B-78D5-917F-E2F8-8BD5BFF36B4B}"/>
              </a:ext>
            </a:extLst>
          </p:cNvPr>
          <p:cNvCxnSpPr>
            <a:cxnSpLocks/>
          </p:cNvCxnSpPr>
          <p:nvPr/>
        </p:nvCxnSpPr>
        <p:spPr>
          <a:xfrm>
            <a:off x="4376639" y="686930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2B7EC995-6344-5F1D-9DE7-3CC4F8478659}"/>
              </a:ext>
            </a:extLst>
          </p:cNvPr>
          <p:cNvCxnSpPr>
            <a:cxnSpLocks/>
          </p:cNvCxnSpPr>
          <p:nvPr/>
        </p:nvCxnSpPr>
        <p:spPr>
          <a:xfrm>
            <a:off x="4376639" y="6624364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3757B82F-9C06-B4A4-3AA2-E0AA59D35F4C}"/>
              </a:ext>
            </a:extLst>
          </p:cNvPr>
          <p:cNvCxnSpPr>
            <a:cxnSpLocks/>
          </p:cNvCxnSpPr>
          <p:nvPr/>
        </p:nvCxnSpPr>
        <p:spPr>
          <a:xfrm>
            <a:off x="4376639" y="637942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FF3F439C-A65F-2046-E2FC-7B8D702D2B32}"/>
              </a:ext>
            </a:extLst>
          </p:cNvPr>
          <p:cNvCxnSpPr>
            <a:cxnSpLocks/>
          </p:cNvCxnSpPr>
          <p:nvPr/>
        </p:nvCxnSpPr>
        <p:spPr>
          <a:xfrm>
            <a:off x="4376639" y="613447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1EE42FAA-A59D-4E2D-6F28-EFCFBC7FA15F}"/>
              </a:ext>
            </a:extLst>
          </p:cNvPr>
          <p:cNvCxnSpPr>
            <a:cxnSpLocks/>
          </p:cNvCxnSpPr>
          <p:nvPr/>
        </p:nvCxnSpPr>
        <p:spPr>
          <a:xfrm>
            <a:off x="4376639" y="5889535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椭圆 98">
            <a:extLst>
              <a:ext uri="{FF2B5EF4-FFF2-40B4-BE49-F238E27FC236}">
                <a16:creationId xmlns:a16="http://schemas.microsoft.com/office/drawing/2014/main" id="{C576F74A-574B-06B6-5992-A96F8E2D03A9}"/>
              </a:ext>
            </a:extLst>
          </p:cNvPr>
          <p:cNvSpPr/>
          <p:nvPr/>
        </p:nvSpPr>
        <p:spPr>
          <a:xfrm>
            <a:off x="5516811" y="5958475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118" name="图片 117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471D61F7-F811-939C-CF60-2F7114B1BD1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607" y="7484093"/>
            <a:ext cx="193188" cy="203267"/>
          </a:xfrm>
          <a:prstGeom prst="rect">
            <a:avLst/>
          </a:prstGeom>
        </p:spPr>
      </p:pic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BD8B467C-4F75-0B5A-482E-8A6E2D3C268B}"/>
              </a:ext>
            </a:extLst>
          </p:cNvPr>
          <p:cNvGrpSpPr/>
          <p:nvPr/>
        </p:nvGrpSpPr>
        <p:grpSpPr>
          <a:xfrm rot="3453968">
            <a:off x="4721538" y="6673671"/>
            <a:ext cx="1670084" cy="1770885"/>
            <a:chOff x="4353056" y="5136975"/>
            <a:chExt cx="1670085" cy="1770885"/>
          </a:xfrm>
        </p:grpSpPr>
        <p:grpSp>
          <p:nvGrpSpPr>
            <p:cNvPr id="188" name="组合 187">
              <a:extLst>
                <a:ext uri="{FF2B5EF4-FFF2-40B4-BE49-F238E27FC236}">
                  <a16:creationId xmlns:a16="http://schemas.microsoft.com/office/drawing/2014/main" id="{59AED9E4-D2C0-2D1C-3019-FF761B6F0E01}"/>
                </a:ext>
              </a:extLst>
            </p:cNvPr>
            <p:cNvGrpSpPr/>
            <p:nvPr/>
          </p:nvGrpSpPr>
          <p:grpSpPr>
            <a:xfrm>
              <a:off x="4353056" y="5136975"/>
              <a:ext cx="1670085" cy="1770885"/>
              <a:chOff x="4351238" y="1015426"/>
              <a:chExt cx="2198770" cy="1770885"/>
            </a:xfrm>
          </p:grpSpPr>
          <p:grpSp>
            <p:nvGrpSpPr>
              <p:cNvPr id="189" name="组合 188">
                <a:extLst>
                  <a:ext uri="{FF2B5EF4-FFF2-40B4-BE49-F238E27FC236}">
                    <a16:creationId xmlns:a16="http://schemas.microsoft.com/office/drawing/2014/main" id="{6DA3BDCC-1F02-A948-0F63-F6BA39383214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192" name="矩形 191">
                  <a:extLst>
                    <a:ext uri="{FF2B5EF4-FFF2-40B4-BE49-F238E27FC236}">
                      <a16:creationId xmlns:a16="http://schemas.microsoft.com/office/drawing/2014/main" id="{34101D9C-812B-BEBC-6234-9EA9D27A84C2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193" name="直接连接符 192">
                  <a:extLst>
                    <a:ext uri="{FF2B5EF4-FFF2-40B4-BE49-F238E27FC236}">
                      <a16:creationId xmlns:a16="http://schemas.microsoft.com/office/drawing/2014/main" id="{EA6323A4-12C2-CD03-C486-C76FE59D051B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连接符 193">
                  <a:extLst>
                    <a:ext uri="{FF2B5EF4-FFF2-40B4-BE49-F238E27FC236}">
                      <a16:creationId xmlns:a16="http://schemas.microsoft.com/office/drawing/2014/main" id="{1E06C259-A15C-5A91-DEC9-BAAD0C821950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连接符 194">
                  <a:extLst>
                    <a:ext uri="{FF2B5EF4-FFF2-40B4-BE49-F238E27FC236}">
                      <a16:creationId xmlns:a16="http://schemas.microsoft.com/office/drawing/2014/main" id="{31A7F659-88CE-CBDC-A4B3-42B3FEAE8666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直接连接符 195">
                  <a:extLst>
                    <a:ext uri="{FF2B5EF4-FFF2-40B4-BE49-F238E27FC236}">
                      <a16:creationId xmlns:a16="http://schemas.microsoft.com/office/drawing/2014/main" id="{E285353B-4370-1F5C-A66B-F4A980311D20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直接连接符 196">
                  <a:extLst>
                    <a:ext uri="{FF2B5EF4-FFF2-40B4-BE49-F238E27FC236}">
                      <a16:creationId xmlns:a16="http://schemas.microsoft.com/office/drawing/2014/main" id="{90D98AD0-40A2-506C-72C8-AAFBC4212F78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直接连接符 197">
                  <a:extLst>
                    <a:ext uri="{FF2B5EF4-FFF2-40B4-BE49-F238E27FC236}">
                      <a16:creationId xmlns:a16="http://schemas.microsoft.com/office/drawing/2014/main" id="{4FA15BA1-4826-B15E-1891-7F3DCFADC5E7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直接连接符 198">
                  <a:extLst>
                    <a:ext uri="{FF2B5EF4-FFF2-40B4-BE49-F238E27FC236}">
                      <a16:creationId xmlns:a16="http://schemas.microsoft.com/office/drawing/2014/main" id="{FB35BAFB-7D4B-B796-FC0C-EFAF751D210F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直接连接符 199">
                  <a:extLst>
                    <a:ext uri="{FF2B5EF4-FFF2-40B4-BE49-F238E27FC236}">
                      <a16:creationId xmlns:a16="http://schemas.microsoft.com/office/drawing/2014/main" id="{114C6B47-6CAB-2DB7-EDAA-56E55C9C5D4C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0" name="直接箭头连接符 189">
                <a:extLst>
                  <a:ext uri="{FF2B5EF4-FFF2-40B4-BE49-F238E27FC236}">
                    <a16:creationId xmlns:a16="http://schemas.microsoft.com/office/drawing/2014/main" id="{A8B897EA-1D8C-AC88-B80C-D7B43EBB4C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箭头连接符 190">
                <a:extLst>
                  <a:ext uri="{FF2B5EF4-FFF2-40B4-BE49-F238E27FC236}">
                    <a16:creationId xmlns:a16="http://schemas.microsoft.com/office/drawing/2014/main" id="{6DEB6365-E54C-4D10-DD51-3015008C4F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81F754F6-55BE-4293-DFEC-D96BD0146115}"/>
                </a:ext>
              </a:extLst>
            </p:cNvPr>
            <p:cNvSpPr/>
            <p:nvPr/>
          </p:nvSpPr>
          <p:spPr>
            <a:xfrm rot="18138766">
              <a:off x="5516809" y="5494651"/>
              <a:ext cx="156769" cy="15676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F402ECF8-C1BA-6305-C6F9-963067245425}"/>
              </a:ext>
            </a:extLst>
          </p:cNvPr>
          <p:cNvCxnSpPr>
            <a:cxnSpLocks/>
          </p:cNvCxnSpPr>
          <p:nvPr/>
        </p:nvCxnSpPr>
        <p:spPr>
          <a:xfrm flipV="1">
            <a:off x="8806203" y="5143842"/>
            <a:ext cx="0" cy="349345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" name="图片 204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473F612A-9603-EF9E-5CB7-85A6512A458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237" y="5061507"/>
            <a:ext cx="251987" cy="164632"/>
          </a:xfrm>
          <a:prstGeom prst="rect">
            <a:avLst/>
          </a:prstGeom>
        </p:spPr>
      </p:pic>
      <p:sp>
        <p:nvSpPr>
          <p:cNvPr id="206" name="矩形 205">
            <a:extLst>
              <a:ext uri="{FF2B5EF4-FFF2-40B4-BE49-F238E27FC236}">
                <a16:creationId xmlns:a16="http://schemas.microsoft.com/office/drawing/2014/main" id="{F5312210-D5D0-8CF6-B4F3-483521F5DEAA}"/>
              </a:ext>
            </a:extLst>
          </p:cNvPr>
          <p:cNvSpPr/>
          <p:nvPr/>
        </p:nvSpPr>
        <p:spPr>
          <a:xfrm>
            <a:off x="8805460" y="5623542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948D6607-8865-18DA-D96F-E4722E04E3CB}"/>
              </a:ext>
            </a:extLst>
          </p:cNvPr>
          <p:cNvCxnSpPr/>
          <p:nvPr/>
        </p:nvCxnSpPr>
        <p:spPr>
          <a:xfrm>
            <a:off x="8643706" y="7354981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D35E1EE3-2815-D72D-8770-A41DBB7B36C5}"/>
              </a:ext>
            </a:extLst>
          </p:cNvPr>
          <p:cNvCxnSpPr>
            <a:cxnSpLocks/>
          </p:cNvCxnSpPr>
          <p:nvPr/>
        </p:nvCxnSpPr>
        <p:spPr>
          <a:xfrm flipV="1">
            <a:off x="8805112" y="5596719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2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9DAE432B-7F08-0524-A6E1-239989747D5D}"/>
              </a:ext>
            </a:extLst>
          </p:cNvPr>
          <p:cNvCxnSpPr>
            <a:cxnSpLocks/>
          </p:cNvCxnSpPr>
          <p:nvPr/>
        </p:nvCxnSpPr>
        <p:spPr>
          <a:xfrm>
            <a:off x="8628487" y="7354975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2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8DF3F3EB-6131-13EF-9D70-1F6BE44BC0C2}"/>
              </a:ext>
            </a:extLst>
          </p:cNvPr>
          <p:cNvCxnSpPr>
            <a:cxnSpLocks/>
          </p:cNvCxnSpPr>
          <p:nvPr/>
        </p:nvCxnSpPr>
        <p:spPr>
          <a:xfrm>
            <a:off x="8805458" y="5640490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1BA8D302-595D-77B1-966F-A0A9C4E38CE1}"/>
              </a:ext>
            </a:extLst>
          </p:cNvPr>
          <p:cNvCxnSpPr>
            <a:cxnSpLocks/>
          </p:cNvCxnSpPr>
          <p:nvPr/>
        </p:nvCxnSpPr>
        <p:spPr>
          <a:xfrm>
            <a:off x="8825778" y="710133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F675C137-73AC-190F-F992-20CFE5CD1703}"/>
              </a:ext>
            </a:extLst>
          </p:cNvPr>
          <p:cNvCxnSpPr>
            <a:cxnSpLocks/>
          </p:cNvCxnSpPr>
          <p:nvPr/>
        </p:nvCxnSpPr>
        <p:spPr>
          <a:xfrm>
            <a:off x="8805458" y="6865205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AA4A6787-6335-6BC0-2F6B-7C9020C5C86E}"/>
              </a:ext>
            </a:extLst>
          </p:cNvPr>
          <p:cNvCxnSpPr>
            <a:cxnSpLocks/>
          </p:cNvCxnSpPr>
          <p:nvPr/>
        </p:nvCxnSpPr>
        <p:spPr>
          <a:xfrm>
            <a:off x="8805458" y="6620260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ACA5B353-D95C-8082-6C4C-6376E3E0F7F6}"/>
              </a:ext>
            </a:extLst>
          </p:cNvPr>
          <p:cNvCxnSpPr>
            <a:cxnSpLocks/>
          </p:cNvCxnSpPr>
          <p:nvPr/>
        </p:nvCxnSpPr>
        <p:spPr>
          <a:xfrm>
            <a:off x="8805458" y="6375315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F67CEF8A-1A73-BCCF-6238-ADF3BED043F8}"/>
              </a:ext>
            </a:extLst>
          </p:cNvPr>
          <p:cNvCxnSpPr>
            <a:cxnSpLocks/>
          </p:cNvCxnSpPr>
          <p:nvPr/>
        </p:nvCxnSpPr>
        <p:spPr>
          <a:xfrm>
            <a:off x="8805458" y="613037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155F6CFF-5CA1-5449-38A9-9EBF5258BE9E}"/>
              </a:ext>
            </a:extLst>
          </p:cNvPr>
          <p:cNvCxnSpPr>
            <a:cxnSpLocks/>
          </p:cNvCxnSpPr>
          <p:nvPr/>
        </p:nvCxnSpPr>
        <p:spPr>
          <a:xfrm>
            <a:off x="8805458" y="5885432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椭圆 216">
            <a:extLst>
              <a:ext uri="{FF2B5EF4-FFF2-40B4-BE49-F238E27FC236}">
                <a16:creationId xmlns:a16="http://schemas.microsoft.com/office/drawing/2014/main" id="{D1ECDE26-D662-E2F2-1CD2-195BE5ABED1F}"/>
              </a:ext>
            </a:extLst>
          </p:cNvPr>
          <p:cNvSpPr/>
          <p:nvPr/>
        </p:nvSpPr>
        <p:spPr>
          <a:xfrm>
            <a:off x="9945631" y="5954371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218" name="图片 217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79E9E98E-1D90-D023-1197-13184139399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426" y="7479989"/>
            <a:ext cx="193188" cy="203267"/>
          </a:xfrm>
          <a:prstGeom prst="rect">
            <a:avLst/>
          </a:prstGeom>
        </p:spPr>
      </p:pic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240075ED-31F4-9EA6-3D90-1B51C3A172CA}"/>
              </a:ext>
            </a:extLst>
          </p:cNvPr>
          <p:cNvCxnSpPr>
            <a:cxnSpLocks/>
          </p:cNvCxnSpPr>
          <p:nvPr/>
        </p:nvCxnSpPr>
        <p:spPr>
          <a:xfrm>
            <a:off x="8114995" y="7348280"/>
            <a:ext cx="374162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" name="图片 234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7E9FADB4-3486-ADDD-8ED5-18755C3B59E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3109" y="7471489"/>
            <a:ext cx="245264" cy="164632"/>
          </a:xfrm>
          <a:prstGeom prst="rect">
            <a:avLst/>
          </a:prstGeom>
        </p:spPr>
      </p:pic>
      <p:grpSp>
        <p:nvGrpSpPr>
          <p:cNvPr id="277" name="组合 276">
            <a:extLst>
              <a:ext uri="{FF2B5EF4-FFF2-40B4-BE49-F238E27FC236}">
                <a16:creationId xmlns:a16="http://schemas.microsoft.com/office/drawing/2014/main" id="{6D09F5EE-1086-9270-E0AE-90911E78968A}"/>
              </a:ext>
            </a:extLst>
          </p:cNvPr>
          <p:cNvGrpSpPr/>
          <p:nvPr/>
        </p:nvGrpSpPr>
        <p:grpSpPr>
          <a:xfrm>
            <a:off x="8788569" y="6379422"/>
            <a:ext cx="3132077" cy="2371550"/>
            <a:chOff x="4345681" y="877378"/>
            <a:chExt cx="3132077" cy="2371550"/>
          </a:xfrm>
        </p:grpSpPr>
        <p:pic>
          <p:nvPicPr>
            <p:cNvPr id="276" name="图片 275">
              <a:extLst>
                <a:ext uri="{FF2B5EF4-FFF2-40B4-BE49-F238E27FC236}">
                  <a16:creationId xmlns:a16="http://schemas.microsoft.com/office/drawing/2014/main" id="{1286D292-53FB-AF94-F626-D46F25DAC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345681" y="877378"/>
              <a:ext cx="3132077" cy="2371550"/>
            </a:xfrm>
            <a:prstGeom prst="rect">
              <a:avLst/>
            </a:prstGeom>
          </p:spPr>
        </p:pic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CFBEB310-61A2-BA17-7430-F1B817D208CB}"/>
                </a:ext>
              </a:extLst>
            </p:cNvPr>
            <p:cNvSpPr/>
            <p:nvPr/>
          </p:nvSpPr>
          <p:spPr>
            <a:xfrm rot="21592734">
              <a:off x="6600593" y="2100227"/>
              <a:ext cx="156769" cy="15676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pic>
        <p:nvPicPr>
          <p:cNvPr id="278" name="图片 277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5D7C427C-C0B5-3B4D-F246-CEA96A475E0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799" y="7551831"/>
            <a:ext cx="809709" cy="280541"/>
          </a:xfrm>
          <a:prstGeom prst="rect">
            <a:avLst/>
          </a:prstGeom>
        </p:spPr>
      </p:pic>
      <p:pic>
        <p:nvPicPr>
          <p:cNvPr id="279" name="图片 278" descr="\documentclass{article}&#10;\usepackage{amsmath}&#10;\pagestyle{empty}&#10;\begin{document}&#10;&#10;$\mapsto$&#10;&#10;&#10;\end{document}" title="IguanaTex Bitmap Display">
            <a:extLst>
              <a:ext uri="{FF2B5EF4-FFF2-40B4-BE49-F238E27FC236}">
                <a16:creationId xmlns:a16="http://schemas.microsoft.com/office/drawing/2014/main" id="{0B13FAA2-AC81-52F3-6868-E5E502AF1A7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75801" flipV="1">
            <a:off x="2626415" y="6146211"/>
            <a:ext cx="1096165" cy="290522"/>
          </a:xfrm>
          <a:prstGeom prst="rect">
            <a:avLst/>
          </a:prstGeom>
        </p:spPr>
      </p:pic>
      <p:pic>
        <p:nvPicPr>
          <p:cNvPr id="281" name="图片 280" descr="\documentclass{article}&#10;\usepackage{amsmath}&#10;\pagestyle{empty}&#10;\begin{document}&#10;&#10;$\mapsto$&#10;&#10;&#10;\end{document}" title="IguanaTex Bitmap Display">
            <a:extLst>
              <a:ext uri="{FF2B5EF4-FFF2-40B4-BE49-F238E27FC236}">
                <a16:creationId xmlns:a16="http://schemas.microsoft.com/office/drawing/2014/main" id="{84CFFBA6-6639-DD89-C55E-E5324A8CC6D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412" y="6453920"/>
            <a:ext cx="1096165" cy="290522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8351A5A-DE28-BE77-3C1D-BE6A2999A44F}"/>
              </a:ext>
            </a:extLst>
          </p:cNvPr>
          <p:cNvGrpSpPr/>
          <p:nvPr/>
        </p:nvGrpSpPr>
        <p:grpSpPr>
          <a:xfrm>
            <a:off x="2626415" y="2391260"/>
            <a:ext cx="1096165" cy="504535"/>
            <a:chOff x="2626415" y="2391260"/>
            <a:chExt cx="1096165" cy="504535"/>
          </a:xfrm>
        </p:grpSpPr>
        <p:pic>
          <p:nvPicPr>
            <p:cNvPr id="61" name="图片 60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6E541A5E-6CA4-A9AC-6BCE-B9F48FD2691E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24199">
              <a:off x="2626415" y="2605273"/>
              <a:ext cx="1096165" cy="290522"/>
            </a:xfrm>
            <a:prstGeom prst="rect">
              <a:avLst/>
            </a:prstGeom>
          </p:spPr>
        </p:pic>
        <p:pic>
          <p:nvPicPr>
            <p:cNvPr id="21" name="图片 20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19941D6F-89EA-FBE3-7175-8733633474E0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1545" y="2391260"/>
              <a:ext cx="262857" cy="272000"/>
            </a:xfrm>
            <a:prstGeom prst="rect">
              <a:avLst/>
            </a:prstGeom>
          </p:spPr>
        </p:pic>
      </p:grpSp>
      <p:pic>
        <p:nvPicPr>
          <p:cNvPr id="25" name="图片 24" descr="\documentclass{article}&#10;\usepackage{amsmath}&#10;\pagestyle{empty}&#10;\begin{document}&#10;&#10;$B$&#10;&#10;&#10;\end{document}" title="IguanaTex Bitmap Display">
            <a:extLst>
              <a:ext uri="{FF2B5EF4-FFF2-40B4-BE49-F238E27FC236}">
                <a16:creationId xmlns:a16="http://schemas.microsoft.com/office/drawing/2014/main" id="{879F1FAB-FC76-6FA6-431A-C80413FC125E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252" y="6353018"/>
            <a:ext cx="274286" cy="258286"/>
          </a:xfrm>
          <a:prstGeom prst="rect">
            <a:avLst/>
          </a:prstGeom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50344BC3-5E49-B449-C5A8-6956B682190E}"/>
              </a:ext>
            </a:extLst>
          </p:cNvPr>
          <p:cNvGrpSpPr/>
          <p:nvPr/>
        </p:nvGrpSpPr>
        <p:grpSpPr>
          <a:xfrm>
            <a:off x="3847931" y="381450"/>
            <a:ext cx="3458723" cy="3626652"/>
            <a:chOff x="3847931" y="381450"/>
            <a:chExt cx="3458723" cy="3626652"/>
          </a:xfrm>
        </p:grpSpPr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541E02A4-6E58-7936-84F2-03745A48FFE0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83F53B0D-EC20-716D-2D24-19DF2D5879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5" name="图片 64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4D19B5B4-D2F2-B0E0-3B8A-F9FA8EF62CC7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66" name="图片 65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A5D93623-6984-CA45-1C5E-E1E8A1743ABB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55B22DC-6BB5-15CE-AEAF-E55645E9237F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28CE2D0F-FBA0-97EF-5F20-BD39A79E9DE8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E9D1071E-2B4F-7745-E055-40A883FE47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BAFCE552-E711-AED0-7BF4-7DDA9E8F1461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D72987AF-9110-E321-7B8C-D85BC47B726E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67AE78B2-FD2B-E5C5-9388-A20976AB0C81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图片 38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EAA6F1AF-0107-10CB-22C2-A14A344C8373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6B2F3688-0380-5666-B3AD-BD09BB803DA9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187" name="组合 186">
              <a:extLst>
                <a:ext uri="{FF2B5EF4-FFF2-40B4-BE49-F238E27FC236}">
                  <a16:creationId xmlns:a16="http://schemas.microsoft.com/office/drawing/2014/main" id="{D0740AE6-C3B6-4ED5-49EE-673D461AD065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D67E27C6-9053-52D2-DBAC-65080CA0AC3E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CFFA1AA7-4843-3F13-BA67-23E58A2B56B8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121" name="直接连接符 120">
                  <a:extLst>
                    <a:ext uri="{FF2B5EF4-FFF2-40B4-BE49-F238E27FC236}">
                      <a16:creationId xmlns:a16="http://schemas.microsoft.com/office/drawing/2014/main" id="{8A2EDF75-45E1-F8C3-EAF1-9342F31E7E47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>
                  <a:extLst>
                    <a:ext uri="{FF2B5EF4-FFF2-40B4-BE49-F238E27FC236}">
                      <a16:creationId xmlns:a16="http://schemas.microsoft.com/office/drawing/2014/main" id="{48945323-B99B-8955-CFCD-BF3CE33579A1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>
                  <a:extLst>
                    <a:ext uri="{FF2B5EF4-FFF2-40B4-BE49-F238E27FC236}">
                      <a16:creationId xmlns:a16="http://schemas.microsoft.com/office/drawing/2014/main" id="{CE6EFE74-A78A-2020-E12E-8DF14D7CFC46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>
                  <a:extLst>
                    <a:ext uri="{FF2B5EF4-FFF2-40B4-BE49-F238E27FC236}">
                      <a16:creationId xmlns:a16="http://schemas.microsoft.com/office/drawing/2014/main" id="{68485E44-3336-E375-69E0-1C9E9F108B04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>
                  <a:extLst>
                    <a:ext uri="{FF2B5EF4-FFF2-40B4-BE49-F238E27FC236}">
                      <a16:creationId xmlns:a16="http://schemas.microsoft.com/office/drawing/2014/main" id="{24EF5F0B-6957-C595-1562-5766DC2C60DD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>
                  <a:extLst>
                    <a:ext uri="{FF2B5EF4-FFF2-40B4-BE49-F238E27FC236}">
                      <a16:creationId xmlns:a16="http://schemas.microsoft.com/office/drawing/2014/main" id="{1AE139BF-DFE5-88F4-CF99-D69CECDFBF9E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连接符 130">
                  <a:extLst>
                    <a:ext uri="{FF2B5EF4-FFF2-40B4-BE49-F238E27FC236}">
                      <a16:creationId xmlns:a16="http://schemas.microsoft.com/office/drawing/2014/main" id="{3BB40823-0AF4-8813-8AC1-7C262DB1FBA1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连接符 131">
                  <a:extLst>
                    <a:ext uri="{FF2B5EF4-FFF2-40B4-BE49-F238E27FC236}">
                      <a16:creationId xmlns:a16="http://schemas.microsoft.com/office/drawing/2014/main" id="{57288093-BEA9-29E1-E329-9DC8D7DB39F1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5" name="直接箭头连接符 124">
                <a:extLst>
                  <a:ext uri="{FF2B5EF4-FFF2-40B4-BE49-F238E27FC236}">
                    <a16:creationId xmlns:a16="http://schemas.microsoft.com/office/drawing/2014/main" id="{7EBCF138-18AE-EF2B-FBD6-59A4601CF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箭头连接符 123">
                <a:extLst>
                  <a:ext uri="{FF2B5EF4-FFF2-40B4-BE49-F238E27FC236}">
                    <a16:creationId xmlns:a16="http://schemas.microsoft.com/office/drawing/2014/main" id="{CCC43005-F50B-5BA7-F63A-23EEDAB224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C8EC9648-0205-8914-01A2-7A953D0F805E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5A9DA17-2804-6995-6565-DB67D161A0DA}"/>
              </a:ext>
            </a:extLst>
          </p:cNvPr>
          <p:cNvGrpSpPr/>
          <p:nvPr/>
        </p:nvGrpSpPr>
        <p:grpSpPr>
          <a:xfrm>
            <a:off x="8276752" y="379954"/>
            <a:ext cx="3903375" cy="4162223"/>
            <a:chOff x="8276752" y="379954"/>
            <a:chExt cx="3903375" cy="4162223"/>
          </a:xfrm>
        </p:grpSpPr>
        <p:cxnSp>
          <p:nvCxnSpPr>
            <p:cNvPr id="2" name="直接箭头连接符 1">
              <a:extLst>
                <a:ext uri="{FF2B5EF4-FFF2-40B4-BE49-F238E27FC236}">
                  <a16:creationId xmlns:a16="http://schemas.microsoft.com/office/drawing/2014/main" id="{ABF246FA-C65B-817B-6236-97391AE3D57F}"/>
                </a:ext>
              </a:extLst>
            </p:cNvPr>
            <p:cNvCxnSpPr>
              <a:cxnSpLocks/>
            </p:cNvCxnSpPr>
            <p:nvPr/>
          </p:nvCxnSpPr>
          <p:spPr>
            <a:xfrm>
              <a:off x="8276752" y="2716876"/>
              <a:ext cx="374162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717ABE4-C50F-AB28-E00A-47962B8FB7A4}"/>
                </a:ext>
              </a:extLst>
            </p:cNvPr>
            <p:cNvGrpSpPr/>
            <p:nvPr/>
          </p:nvGrpSpPr>
          <p:grpSpPr>
            <a:xfrm>
              <a:off x="8457229" y="379954"/>
              <a:ext cx="3722898" cy="4162223"/>
              <a:chOff x="8457229" y="379954"/>
              <a:chExt cx="3722898" cy="4162223"/>
            </a:xfrm>
          </p:grpSpPr>
          <p:cxnSp>
            <p:nvCxnSpPr>
              <p:cNvPr id="3" name="直接箭头连接符 2">
                <a:extLst>
                  <a:ext uri="{FF2B5EF4-FFF2-40B4-BE49-F238E27FC236}">
                    <a16:creationId xmlns:a16="http://schemas.microsoft.com/office/drawing/2014/main" id="{41D94FC4-8D4F-B491-5507-33CE975636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06203" y="501510"/>
                <a:ext cx="0" cy="3493459"/>
              </a:xfrm>
              <a:prstGeom prst="straightConnector1">
                <a:avLst/>
              </a:prstGeom>
              <a:ln w="444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" name="图片 6" descr="\documentclass{article}&#10;\usepackage{amsmath}&#10;\pagestyle{empty}&#10;\begin{document}&#10;&#10;$x_1$&#10;&#10;&#10;\end{document}" title="IguanaTex Bitmap Display">
                <a:extLst>
                  <a:ext uri="{FF2B5EF4-FFF2-40B4-BE49-F238E27FC236}">
                    <a16:creationId xmlns:a16="http://schemas.microsoft.com/office/drawing/2014/main" id="{AE4269E2-A558-7B27-9736-CD59D341E7E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934863" y="2840085"/>
                <a:ext cx="245264" cy="164632"/>
              </a:xfrm>
              <a:prstGeom prst="rect">
                <a:avLst/>
              </a:prstGeom>
            </p:spPr>
          </p:pic>
          <p:pic>
            <p:nvPicPr>
              <p:cNvPr id="8" name="图片 7" descr="\documentclass{article}&#10;\usepackage{amsmath}&#10;\pagestyle{empty}&#10;\begin{document}&#10;&#10;$x_2$&#10;&#10;&#10;\end{document}" title="IguanaTex Bitmap Display">
                <a:extLst>
                  <a:ext uri="{FF2B5EF4-FFF2-40B4-BE49-F238E27FC236}">
                    <a16:creationId xmlns:a16="http://schemas.microsoft.com/office/drawing/2014/main" id="{7BFCBB60-74B6-BAE7-7D21-C8E1F3A1F1B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57229" y="379954"/>
                <a:ext cx="251987" cy="164632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EE2BEBA-D348-C568-F2E6-1ECE6D1D7C11}"/>
                  </a:ext>
                </a:extLst>
              </p:cNvPr>
              <p:cNvSpPr/>
              <p:nvPr/>
            </p:nvSpPr>
            <p:spPr>
              <a:xfrm>
                <a:off x="8805460" y="981220"/>
                <a:ext cx="1622924" cy="1731550"/>
              </a:xfrm>
              <a:prstGeom prst="rect">
                <a:avLst/>
              </a:prstGeom>
              <a:solidFill>
                <a:srgbClr val="00B0F0">
                  <a:alpha val="10000"/>
                </a:srgbClr>
              </a:solidFill>
              <a:ln w="44450">
                <a:solidFill>
                  <a:srgbClr val="00B0F0">
                    <a:alpha val="1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 dirty="0"/>
              </a:p>
            </p:txBody>
          </p: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D1FD1E7C-5E5B-E358-AC89-1975379E6EB0}"/>
                  </a:ext>
                </a:extLst>
              </p:cNvPr>
              <p:cNvCxnSpPr/>
              <p:nvPr/>
            </p:nvCxnSpPr>
            <p:spPr>
              <a:xfrm>
                <a:off x="8805460" y="2715094"/>
                <a:ext cx="1622924" cy="0"/>
              </a:xfrm>
              <a:prstGeom prst="line">
                <a:avLst/>
              </a:prstGeom>
              <a:ln w="25400">
                <a:solidFill>
                  <a:srgbClr val="00B0F0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BE44BF60-6615-B10E-568D-D3F4706260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11209" y="954385"/>
                <a:ext cx="0" cy="1770885"/>
              </a:xfrm>
              <a:prstGeom prst="straightConnector1">
                <a:avLst/>
              </a:prstGeom>
              <a:ln w="444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4EB5DFDD-331E-9F54-A497-7F6B5160AC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0243" y="2715088"/>
                <a:ext cx="1638165" cy="0"/>
              </a:xfrm>
              <a:prstGeom prst="straightConnector1">
                <a:avLst/>
              </a:prstGeom>
              <a:ln w="444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7DC96BDE-EAE4-C79B-2CEC-9F7059DC7B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1011719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9D4DFFFE-3526-0FD1-E143-C44A1A80C2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2467826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7AB24312-8BE3-8AA1-7A0A-DBDE2E3417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2222884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659B5701-4773-75F2-B3A3-64AF3AAFC3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1503612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353E09FE-33D6-3A39-B929-CA4F898981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1993311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74E3BC1A-09E8-4EBF-0725-79549D185A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1255979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106D1456-F474-ED79-0F4B-D6ADAE4A24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1747324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BFF06A88-E0EA-63EE-4CC6-5CAE2C759911}"/>
                  </a:ext>
                </a:extLst>
              </p:cNvPr>
              <p:cNvCxnSpPr>
                <a:cxnSpLocks/>
              </p:cNvCxnSpPr>
              <p:nvPr/>
            </p:nvCxnSpPr>
            <p:spPr>
              <a:xfrm rot="3495345" flipV="1">
                <a:off x="9553440" y="1377871"/>
                <a:ext cx="3740" cy="175327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303875F5-F848-3EC5-82CC-26E78A24CCE7}"/>
                  </a:ext>
                </a:extLst>
              </p:cNvPr>
              <p:cNvCxnSpPr>
                <a:cxnSpLocks/>
              </p:cNvCxnSpPr>
              <p:nvPr/>
            </p:nvCxnSpPr>
            <p:spPr>
              <a:xfrm rot="34111">
                <a:off x="8797561" y="2719782"/>
                <a:ext cx="1149792" cy="182239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76A39415-0D3B-09AC-414C-B2EB5730D75E}"/>
                  </a:ext>
                </a:extLst>
              </p:cNvPr>
              <p:cNvSpPr/>
              <p:nvPr/>
            </p:nvSpPr>
            <p:spPr>
              <a:xfrm rot="34111">
                <a:off x="10701621" y="3330092"/>
                <a:ext cx="156770" cy="15677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 dirty="0"/>
              </a:p>
            </p:txBody>
          </p:sp>
          <p:pic>
            <p:nvPicPr>
              <p:cNvPr id="23" name="图片 22" descr="\documentclass{article}&#10;\usepackage{amsmath}&#10;\pagestyle{empty}&#10;\begin{document}&#10;&#10;$(y_1,y_2)$&#10;&#10;&#10;\end{document}" title="IguanaTex Bitmap Display">
                <a:extLst>
                  <a:ext uri="{FF2B5EF4-FFF2-40B4-BE49-F238E27FC236}">
                    <a16:creationId xmlns:a16="http://schemas.microsoft.com/office/drawing/2014/main" id="{D8D16341-C4EE-D6B9-E374-382C443BE6B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17345" y="3281231"/>
                <a:ext cx="809709" cy="280541"/>
              </a:xfrm>
              <a:prstGeom prst="rect">
                <a:avLst/>
              </a:prstGeom>
            </p:spPr>
          </p:pic>
          <p:pic>
            <p:nvPicPr>
              <p:cNvPr id="40" name="图片 39" descr="\documentclass{article}&#10;\usepackage{amsmath}&#10;\pagestyle{empty}&#10;\begin{document}&#10;&#10;$O$&#10;&#10;&#10;\end{document}" title="IguanaTex Bitmap Display">
                <a:extLst>
                  <a:ext uri="{FF2B5EF4-FFF2-40B4-BE49-F238E27FC236}">
                    <a16:creationId xmlns:a16="http://schemas.microsoft.com/office/drawing/2014/main" id="{F237DC4B-B42E-7139-A72B-8A137BC3E51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68" y="2845667"/>
                <a:ext cx="193188" cy="203267"/>
              </a:xfrm>
              <a:prstGeom prst="rect">
                <a:avLst/>
              </a:prstGeom>
            </p:spPr>
          </p:pic>
          <p:grpSp>
            <p:nvGrpSpPr>
              <p:cNvPr id="134" name="组合 133">
                <a:extLst>
                  <a:ext uri="{FF2B5EF4-FFF2-40B4-BE49-F238E27FC236}">
                    <a16:creationId xmlns:a16="http://schemas.microsoft.com/office/drawing/2014/main" id="{99602BAD-05F3-5FF9-3E19-CEDAB2C959CB}"/>
                  </a:ext>
                </a:extLst>
              </p:cNvPr>
              <p:cNvGrpSpPr/>
              <p:nvPr/>
            </p:nvGrpSpPr>
            <p:grpSpPr>
              <a:xfrm rot="3496957">
                <a:off x="9030784" y="2301272"/>
                <a:ext cx="2161889" cy="1731550"/>
                <a:chOff x="4376292" y="1045548"/>
                <a:chExt cx="2161889" cy="1731550"/>
              </a:xfrm>
            </p:grpSpPr>
            <p:sp>
              <p:nvSpPr>
                <p:cNvPr id="135" name="矩形 134">
                  <a:extLst>
                    <a:ext uri="{FF2B5EF4-FFF2-40B4-BE49-F238E27FC236}">
                      <a16:creationId xmlns:a16="http://schemas.microsoft.com/office/drawing/2014/main" id="{DF95B0E2-7819-63B7-A1DB-6FA4827B4918}"/>
                    </a:ext>
                  </a:extLst>
                </p:cNvPr>
                <p:cNvSpPr/>
                <p:nvPr/>
              </p:nvSpPr>
              <p:spPr>
                <a:xfrm>
                  <a:off x="439153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136" name="直接连接符 135">
                  <a:extLst>
                    <a:ext uri="{FF2B5EF4-FFF2-40B4-BE49-F238E27FC236}">
                      <a16:creationId xmlns:a16="http://schemas.microsoft.com/office/drawing/2014/main" id="{79FF66F5-C391-CAAF-128C-5382AD761537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连接符 136">
                  <a:extLst>
                    <a:ext uri="{FF2B5EF4-FFF2-40B4-BE49-F238E27FC236}">
                      <a16:creationId xmlns:a16="http://schemas.microsoft.com/office/drawing/2014/main" id="{28F0F538-6637-A8BE-F810-D350683C1EDD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>
                  <a:extLst>
                    <a:ext uri="{FF2B5EF4-FFF2-40B4-BE49-F238E27FC236}">
                      <a16:creationId xmlns:a16="http://schemas.microsoft.com/office/drawing/2014/main" id="{6D89493C-432B-8C42-D719-3FEEBD48FB7B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连接符 138">
                  <a:extLst>
                    <a:ext uri="{FF2B5EF4-FFF2-40B4-BE49-F238E27FC236}">
                      <a16:creationId xmlns:a16="http://schemas.microsoft.com/office/drawing/2014/main" id="{64A16385-F381-71D2-04F5-DC2537CD0FA6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>
                  <a:extLst>
                    <a:ext uri="{FF2B5EF4-FFF2-40B4-BE49-F238E27FC236}">
                      <a16:creationId xmlns:a16="http://schemas.microsoft.com/office/drawing/2014/main" id="{C8C7725D-11FC-3FE5-177C-DEA6F8AC10AA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连接符 140">
                  <a:extLst>
                    <a:ext uri="{FF2B5EF4-FFF2-40B4-BE49-F238E27FC236}">
                      <a16:creationId xmlns:a16="http://schemas.microsoft.com/office/drawing/2014/main" id="{2B6456C2-8366-00A8-ADDC-F669EC6BF2D5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连接符 141">
                  <a:extLst>
                    <a:ext uri="{FF2B5EF4-FFF2-40B4-BE49-F238E27FC236}">
                      <a16:creationId xmlns:a16="http://schemas.microsoft.com/office/drawing/2014/main" id="{47015199-5811-79AB-BC23-262CE57C4684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>
                  <a:extLst>
                    <a:ext uri="{FF2B5EF4-FFF2-40B4-BE49-F238E27FC236}">
                      <a16:creationId xmlns:a16="http://schemas.microsoft.com/office/drawing/2014/main" id="{54DFA060-DE86-E3EC-8D99-EAECA3A77F0B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6D8531AF-5830-8D20-0022-423EAE185393}"/>
                  </a:ext>
                </a:extLst>
              </p:cNvPr>
              <p:cNvSpPr/>
              <p:nvPr/>
            </p:nvSpPr>
            <p:spPr>
              <a:xfrm>
                <a:off x="9945631" y="1319923"/>
                <a:ext cx="156770" cy="15677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 dirty="0"/>
              </a:p>
            </p:txBody>
          </p:sp>
        </p:grpSp>
      </p:grpSp>
      <p:pic>
        <p:nvPicPr>
          <p:cNvPr id="26" name="图片 25" descr="\documentclass{article}&#10;\usepackage{amsmath}&#10;\pagestyle{empty}&#10;\begin{document}&#10;&#10;$A$&#10;&#10;&#10;\end{document}" title="IguanaTex Bitmap Display">
            <a:extLst>
              <a:ext uri="{FF2B5EF4-FFF2-40B4-BE49-F238E27FC236}">
                <a16:creationId xmlns:a16="http://schemas.microsoft.com/office/drawing/2014/main" id="{04BA0C57-C268-A17A-ACCD-0ADC9036A004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647" y="6164959"/>
            <a:ext cx="262857" cy="272000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E314CED4-1D9A-B78B-2F71-FA60B0B10A67}"/>
              </a:ext>
            </a:extLst>
          </p:cNvPr>
          <p:cNvGrpSpPr/>
          <p:nvPr/>
        </p:nvGrpSpPr>
        <p:grpSpPr>
          <a:xfrm>
            <a:off x="7211409" y="1362116"/>
            <a:ext cx="1096165" cy="574839"/>
            <a:chOff x="7211409" y="1362116"/>
            <a:chExt cx="1096165" cy="574839"/>
          </a:xfrm>
        </p:grpSpPr>
        <p:pic>
          <p:nvPicPr>
            <p:cNvPr id="280" name="图片 279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8A9D5920-C64C-9B24-3DA1-2B3BCE01629E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09" y="1646433"/>
              <a:ext cx="1096165" cy="290522"/>
            </a:xfrm>
            <a:prstGeom prst="rect">
              <a:avLst/>
            </a:prstGeom>
          </p:spPr>
        </p:pic>
        <p:pic>
          <p:nvPicPr>
            <p:cNvPr id="27" name="图片 26" descr="\documentclass{article}&#10;\usepackage{amsmath}&#10;\pagestyle{empty}&#10;\begin{document}&#10;&#10;$B$&#10;&#10;&#10;\end{document}" title="IguanaTex Bitmap Display">
              <a:extLst>
                <a:ext uri="{FF2B5EF4-FFF2-40B4-BE49-F238E27FC236}">
                  <a16:creationId xmlns:a16="http://schemas.microsoft.com/office/drawing/2014/main" id="{61F4AD5D-2CCA-F129-24F2-E74832E7AE9E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2503" y="1362116"/>
              <a:ext cx="274286" cy="258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2221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F372E-C3E9-7BC5-114B-A9DA9832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5BF986D-2BF5-BABB-1302-EC737504E3EE}"/>
              </a:ext>
            </a:extLst>
          </p:cNvPr>
          <p:cNvCxnSpPr>
            <a:cxnSpLocks/>
          </p:cNvCxnSpPr>
          <p:nvPr/>
        </p:nvCxnSpPr>
        <p:spPr>
          <a:xfrm>
            <a:off x="2228904" y="2646886"/>
            <a:ext cx="300959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5523FD1-B9BA-FCAF-B6D0-973ED8ABC1E5}"/>
              </a:ext>
            </a:extLst>
          </p:cNvPr>
          <p:cNvCxnSpPr>
            <a:cxnSpLocks/>
          </p:cNvCxnSpPr>
          <p:nvPr/>
        </p:nvCxnSpPr>
        <p:spPr>
          <a:xfrm flipV="1">
            <a:off x="3079342" y="431535"/>
            <a:ext cx="0" cy="281222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66AD62D6-4F10-0AC2-98DF-0F9AA903160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571" y="2750293"/>
            <a:ext cx="193188" cy="203267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B3330AD-4210-F797-0665-5FA6BC675210}"/>
              </a:ext>
            </a:extLst>
          </p:cNvPr>
          <p:cNvCxnSpPr/>
          <p:nvPr/>
        </p:nvCxnSpPr>
        <p:spPr>
          <a:xfrm>
            <a:off x="3078599" y="264510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5636C8D-EFD4-1E30-F0BA-05520026C767}"/>
              </a:ext>
            </a:extLst>
          </p:cNvPr>
          <p:cNvGrpSpPr/>
          <p:nvPr/>
        </p:nvGrpSpPr>
        <p:grpSpPr>
          <a:xfrm>
            <a:off x="3055734" y="884409"/>
            <a:ext cx="1638170" cy="1770885"/>
            <a:chOff x="5123447" y="1820767"/>
            <a:chExt cx="1638170" cy="177088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7FC93CF-BE97-C70F-8052-BA25BEF36992}"/>
                </a:ext>
              </a:extLst>
            </p:cNvPr>
            <p:cNvSpPr/>
            <p:nvPr/>
          </p:nvSpPr>
          <p:spPr>
            <a:xfrm>
              <a:off x="5138693" y="1847618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7BE85825-0628-373B-786C-0CD850490C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8846" y="1820767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922E10B1-D19C-2217-333B-CDCF84ABEC91}"/>
                </a:ext>
              </a:extLst>
            </p:cNvPr>
            <p:cNvCxnSpPr>
              <a:cxnSpLocks/>
            </p:cNvCxnSpPr>
            <p:nvPr/>
          </p:nvCxnSpPr>
          <p:spPr>
            <a:xfrm>
              <a:off x="5123447" y="3581486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D2938976-8B4E-1EBA-222F-5BDBF9C70758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1864567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7EBDC362-A59E-4082-BBFA-042B2EF5F76D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334224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5F848B3-57E4-045D-38A6-0DABE19F6669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089282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133410BC-E26B-651A-1070-E25C13C3FD1E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844337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0CBC619D-25AC-4EC3-49E2-55E5B06FD6E7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599394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638A1AD9-96DC-9B96-F9A4-C9DF34D3AB5C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354452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5B9A75C-5743-D9FD-74BC-532A10AAB6A8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109509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FEA1BC6C-A620-82E0-C2F4-2343FA7A265B}"/>
                </a:ext>
              </a:extLst>
            </p:cNvPr>
            <p:cNvSpPr/>
            <p:nvPr/>
          </p:nvSpPr>
          <p:spPr>
            <a:xfrm>
              <a:off x="6278862" y="2178444"/>
              <a:ext cx="156769" cy="15676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8B4157F9-90CA-95E5-E30B-3260F74D47FC}"/>
              </a:ext>
            </a:extLst>
          </p:cNvPr>
          <p:cNvGrpSpPr/>
          <p:nvPr/>
        </p:nvGrpSpPr>
        <p:grpSpPr>
          <a:xfrm rot="17854836">
            <a:off x="1862955" y="655437"/>
            <a:ext cx="1638170" cy="1770885"/>
            <a:chOff x="5123447" y="1820767"/>
            <a:chExt cx="1638170" cy="1770885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A19984DD-0740-5A0E-E420-8903EAAE39C1}"/>
                </a:ext>
              </a:extLst>
            </p:cNvPr>
            <p:cNvSpPr/>
            <p:nvPr/>
          </p:nvSpPr>
          <p:spPr>
            <a:xfrm>
              <a:off x="5138693" y="1847618"/>
              <a:ext cx="1622924" cy="1731550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FB654CED-C367-CC73-AB04-1362FE1CF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8846" y="1820767"/>
              <a:ext cx="0" cy="1770885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0648CF26-5666-30CC-B49A-E94E8FAE9D2A}"/>
                </a:ext>
              </a:extLst>
            </p:cNvPr>
            <p:cNvCxnSpPr>
              <a:cxnSpLocks/>
            </p:cNvCxnSpPr>
            <p:nvPr/>
          </p:nvCxnSpPr>
          <p:spPr>
            <a:xfrm>
              <a:off x="5123447" y="3581486"/>
              <a:ext cx="1638165" cy="0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40F1451A-67E3-F402-BE89-09CFCBC0CBF8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579167"/>
              <a:ext cx="1595194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5BB007CE-B56B-BB35-3C95-C1BBEFC9E385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1864567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54C83D45-D48A-4275-8959-53CF009D4A7F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334224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4639818F-0E34-6D4D-2674-4910AB8BB494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089282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8E1C692E-D3F0-5336-5B46-DFA1DAE09A87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844337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23D807B4-D3F3-8DDD-3803-32ED55DBEFA0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599394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DE0D09E2-B290-B78F-B25D-94608641EF03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354452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EF485500-EE03-0DC9-3426-BD0F6CBCE703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109509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8A684213-AA39-1E0C-A62F-22E0348DC03F}"/>
                </a:ext>
              </a:extLst>
            </p:cNvPr>
            <p:cNvSpPr/>
            <p:nvPr/>
          </p:nvSpPr>
          <p:spPr>
            <a:xfrm>
              <a:off x="6278862" y="2178444"/>
              <a:ext cx="156769" cy="15676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sp>
        <p:nvSpPr>
          <p:cNvPr id="105" name="弧形 104">
            <a:extLst>
              <a:ext uri="{FF2B5EF4-FFF2-40B4-BE49-F238E27FC236}">
                <a16:creationId xmlns:a16="http://schemas.microsoft.com/office/drawing/2014/main" id="{E8304797-77E4-D02B-8377-3086786E6115}"/>
              </a:ext>
            </a:extLst>
          </p:cNvPr>
          <p:cNvSpPr/>
          <p:nvPr/>
        </p:nvSpPr>
        <p:spPr>
          <a:xfrm rot="407351">
            <a:off x="2857471" y="2333136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6" name="图片 105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4C731A0A-7FCE-CF33-ADCA-B1FD6F5481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970" y="2272899"/>
            <a:ext cx="117594" cy="199907"/>
          </a:xfrm>
          <a:prstGeom prst="rect">
            <a:avLst/>
          </a:prstGeom>
        </p:spPr>
      </p:pic>
      <p:pic>
        <p:nvPicPr>
          <p:cNvPr id="319" name="图片 318" descr="\documentclass{article}&#10;\usepackage{amsmath}&#10;\usepackage{bm}&#10;\pagestyle{empty}&#10;\begin{document}&#10;&#10;\begin{align}&#10;\begin{cases}&#10;        y_1 = \cos \theta \cdot x_1 - \sin \theta \, \cdot x_2\\[4pt]&#10;        y_2 = \sin \theta \, \cdot x_1 + \cos \theta \cdot x_2&#10;    \end{cases}&#10;~&#10;\Longleftrightarrow&#10;~~~&#10;\begin{pmatrix}&#10;y_1 \\[4pt]&#10;y_2&#10;\end{pmatrix}&#10;=&#10;\begin{pmatrix}&#10;\cos \theta &amp; -\sin \theta \\[4pt]&#10;\sin \theta &amp; \cos \theta&#10;\end{pmatrix}&#10;\begin{pmatrix}&#10;x_1 \\[4pt]&#10;x_2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FBC65284-24AF-850B-14AB-0F917367DC1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594" y="4136028"/>
            <a:ext cx="8560729" cy="836593"/>
          </a:xfrm>
          <a:prstGeom prst="rect">
            <a:avLst/>
          </a:prstGeom>
        </p:spPr>
      </p:pic>
      <p:pic>
        <p:nvPicPr>
          <p:cNvPr id="108" name="图片 107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C95CEA6F-80BC-2458-F842-F2834DA951E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067" y="1143742"/>
            <a:ext cx="855064" cy="280541"/>
          </a:xfrm>
          <a:prstGeom prst="rect">
            <a:avLst/>
          </a:prstGeom>
        </p:spPr>
      </p:pic>
      <p:pic>
        <p:nvPicPr>
          <p:cNvPr id="109" name="图片 108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1E955E6E-6D46-1A2E-2B9F-96E3F16493F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605" y="591779"/>
            <a:ext cx="809709" cy="280541"/>
          </a:xfrm>
          <a:prstGeom prst="rect">
            <a:avLst/>
          </a:prstGeom>
        </p:spPr>
      </p:pic>
      <p:pic>
        <p:nvPicPr>
          <p:cNvPr id="110" name="图片 10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A0B9E004-363A-72FF-F88B-AE0AC0CC473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05" y="2784308"/>
            <a:ext cx="245264" cy="164632"/>
          </a:xfrm>
          <a:prstGeom prst="rect">
            <a:avLst/>
          </a:prstGeom>
        </p:spPr>
      </p:pic>
      <p:pic>
        <p:nvPicPr>
          <p:cNvPr id="112" name="图片 111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12B7E820-0F90-6FAE-0F16-6EB4EF488E5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533" y="252813"/>
            <a:ext cx="251987" cy="164632"/>
          </a:xfrm>
          <a:prstGeom prst="rect">
            <a:avLst/>
          </a:prstGeom>
        </p:spPr>
      </p:pic>
      <p:pic>
        <p:nvPicPr>
          <p:cNvPr id="3" name="图片 2" descr="\documentclass{article}&#10;\usepackage{amsmath}&#10;\usepackage{bm}&#10;\pagestyle{empty}&#10;\begin{document}&#10;&#10;$\bm{\alpha}_1$&#10;&#10;&#10;\end{document}" title="IguanaTex Bitmap Display">
            <a:extLst>
              <a:ext uri="{FF2B5EF4-FFF2-40B4-BE49-F238E27FC236}">
                <a16:creationId xmlns:a16="http://schemas.microsoft.com/office/drawing/2014/main" id="{1932AAFD-0C81-6BCC-24F6-F811E4EDF40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382" y="3594766"/>
            <a:ext cx="292301" cy="167989"/>
          </a:xfrm>
          <a:prstGeom prst="rect">
            <a:avLst/>
          </a:prstGeom>
        </p:spPr>
      </p:pic>
      <p:pic>
        <p:nvPicPr>
          <p:cNvPr id="6" name="图片 5" descr="\documentclass{article}&#10;\usepackage{amsmath}&#10;\usepackage{bm}&#10;\pagestyle{empty}&#10;\begin{document}&#10;&#10;$\bm{\alpha}_2$&#10;&#10;&#10;\end{document}" title="IguanaTex Bitmap Display">
            <a:extLst>
              <a:ext uri="{FF2B5EF4-FFF2-40B4-BE49-F238E27FC236}">
                <a16:creationId xmlns:a16="http://schemas.microsoft.com/office/drawing/2014/main" id="{678B1A28-786E-8A77-5D8F-9D8F1CD283C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052" y="3594763"/>
            <a:ext cx="299021" cy="167989"/>
          </a:xfrm>
          <a:prstGeom prst="rect">
            <a:avLst/>
          </a:prstGeom>
        </p:spPr>
      </p:pic>
      <p:sp>
        <p:nvSpPr>
          <p:cNvPr id="161" name="矩形 160">
            <a:extLst>
              <a:ext uri="{FF2B5EF4-FFF2-40B4-BE49-F238E27FC236}">
                <a16:creationId xmlns:a16="http://schemas.microsoft.com/office/drawing/2014/main" id="{B5C90FBF-4660-ADEF-F30A-72E07D88AEAB}"/>
              </a:ext>
            </a:extLst>
          </p:cNvPr>
          <p:cNvSpPr/>
          <p:nvPr/>
        </p:nvSpPr>
        <p:spPr>
          <a:xfrm>
            <a:off x="2784161" y="3922870"/>
            <a:ext cx="657719" cy="1240127"/>
          </a:xfrm>
          <a:prstGeom prst="rect">
            <a:avLst/>
          </a:prstGeom>
          <a:solidFill>
            <a:srgbClr val="00B0F0">
              <a:alpha val="20000"/>
            </a:srgbClr>
          </a:solidFill>
          <a:ln w="444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7FB39E27-1366-D8B0-FA96-DCC779FBB50A}"/>
              </a:ext>
            </a:extLst>
          </p:cNvPr>
          <p:cNvSpPr/>
          <p:nvPr/>
        </p:nvSpPr>
        <p:spPr>
          <a:xfrm>
            <a:off x="3929707" y="3934260"/>
            <a:ext cx="908527" cy="1240127"/>
          </a:xfrm>
          <a:prstGeom prst="rect">
            <a:avLst/>
          </a:prstGeom>
          <a:solidFill>
            <a:srgbClr val="0070C0">
              <a:alpha val="20000"/>
            </a:srgbClr>
          </a:solidFill>
          <a:ln w="444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B5EBE33E-A48F-BE23-3C86-6DFFF4EE7B77}"/>
              </a:ext>
            </a:extLst>
          </p:cNvPr>
          <p:cNvSpPr/>
          <p:nvPr/>
        </p:nvSpPr>
        <p:spPr>
          <a:xfrm>
            <a:off x="7966140" y="3896426"/>
            <a:ext cx="657719" cy="1240127"/>
          </a:xfrm>
          <a:prstGeom prst="rect">
            <a:avLst/>
          </a:prstGeom>
          <a:solidFill>
            <a:srgbClr val="00B0F0">
              <a:alpha val="20000"/>
            </a:srgbClr>
          </a:solidFill>
          <a:ln w="444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86AD5013-D346-0886-69DC-156E36CF6FE7}"/>
              </a:ext>
            </a:extLst>
          </p:cNvPr>
          <p:cNvSpPr/>
          <p:nvPr/>
        </p:nvSpPr>
        <p:spPr>
          <a:xfrm>
            <a:off x="8788341" y="3896425"/>
            <a:ext cx="908527" cy="1240127"/>
          </a:xfrm>
          <a:prstGeom prst="rect">
            <a:avLst/>
          </a:prstGeom>
          <a:solidFill>
            <a:srgbClr val="0070C0">
              <a:alpha val="20000"/>
            </a:srgbClr>
          </a:solidFill>
          <a:ln w="444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8" name="图片 7" descr="\documentclass{article}&#10;\usepackage{amsmath}&#10;\usepackage{bm}&#10;\pagestyle{empty}&#10;\begin{document}&#10;&#10;\begin{align}&#10;\Longleftrightarrow~~~~~&#10;\bm{y} &amp;= A \bm{x} &#10;= (\bm{\alpha}_1~ \bm{\alpha}_2) \bm{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11B1037-6F97-8074-F6B9-A6D7F7EE0A41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965" y="5429780"/>
            <a:ext cx="3504255" cy="280544"/>
          </a:xfrm>
          <a:prstGeom prst="rect">
            <a:avLst/>
          </a:prstGeom>
        </p:spPr>
      </p:pic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65E6E9B7-2BA3-BA18-EDB9-EA444987339F}"/>
              </a:ext>
            </a:extLst>
          </p:cNvPr>
          <p:cNvCxnSpPr>
            <a:cxnSpLocks/>
          </p:cNvCxnSpPr>
          <p:nvPr/>
        </p:nvCxnSpPr>
        <p:spPr>
          <a:xfrm>
            <a:off x="7390478" y="2646886"/>
            <a:ext cx="300959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8092F7E1-6219-05CD-0A48-2107CCABB872}"/>
              </a:ext>
            </a:extLst>
          </p:cNvPr>
          <p:cNvCxnSpPr>
            <a:cxnSpLocks/>
          </p:cNvCxnSpPr>
          <p:nvPr/>
        </p:nvCxnSpPr>
        <p:spPr>
          <a:xfrm flipV="1">
            <a:off x="8240915" y="431535"/>
            <a:ext cx="0" cy="281222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3" name="图片 242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3080857F-55A9-64C2-517B-F25E723D6F51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143" y="2750294"/>
            <a:ext cx="193188" cy="203267"/>
          </a:xfrm>
          <a:prstGeom prst="rect">
            <a:avLst/>
          </a:prstGeom>
        </p:spPr>
      </p:pic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0D1AF16A-3D66-9737-626F-075EED04D1A8}"/>
              </a:ext>
            </a:extLst>
          </p:cNvPr>
          <p:cNvCxnSpPr/>
          <p:nvPr/>
        </p:nvCxnSpPr>
        <p:spPr>
          <a:xfrm>
            <a:off x="8240173" y="264510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E1434DBC-4360-99C0-7172-142EFDB2916A}"/>
              </a:ext>
            </a:extLst>
          </p:cNvPr>
          <p:cNvCxnSpPr>
            <a:cxnSpLocks/>
          </p:cNvCxnSpPr>
          <p:nvPr/>
        </p:nvCxnSpPr>
        <p:spPr>
          <a:xfrm flipV="1">
            <a:off x="8239419" y="884409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1696A633-3A49-1CA6-5E20-BC96DB519FA5}"/>
              </a:ext>
            </a:extLst>
          </p:cNvPr>
          <p:cNvCxnSpPr>
            <a:cxnSpLocks/>
          </p:cNvCxnSpPr>
          <p:nvPr/>
        </p:nvCxnSpPr>
        <p:spPr>
          <a:xfrm>
            <a:off x="8217327" y="2645109"/>
            <a:ext cx="1638165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258">
            <a:extLst>
              <a:ext uri="{FF2B5EF4-FFF2-40B4-BE49-F238E27FC236}">
                <a16:creationId xmlns:a16="http://schemas.microsoft.com/office/drawing/2014/main" id="{251BAC15-4A64-A24A-29B7-09AA46DCE3C0}"/>
              </a:ext>
            </a:extLst>
          </p:cNvPr>
          <p:cNvCxnSpPr>
            <a:cxnSpLocks/>
          </p:cNvCxnSpPr>
          <p:nvPr/>
        </p:nvCxnSpPr>
        <p:spPr>
          <a:xfrm rot="17854836" flipV="1">
            <a:off x="7476140" y="1358930"/>
            <a:ext cx="0" cy="177088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箭头连接符 259">
            <a:extLst>
              <a:ext uri="{FF2B5EF4-FFF2-40B4-BE49-F238E27FC236}">
                <a16:creationId xmlns:a16="http://schemas.microsoft.com/office/drawing/2014/main" id="{EBF28066-6A4F-53A2-0551-A118B69DBAE1}"/>
              </a:ext>
            </a:extLst>
          </p:cNvPr>
          <p:cNvCxnSpPr>
            <a:cxnSpLocks/>
          </p:cNvCxnSpPr>
          <p:nvPr/>
        </p:nvCxnSpPr>
        <p:spPr>
          <a:xfrm rot="17854836">
            <a:off x="7791939" y="1946113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弧形 270">
            <a:extLst>
              <a:ext uri="{FF2B5EF4-FFF2-40B4-BE49-F238E27FC236}">
                <a16:creationId xmlns:a16="http://schemas.microsoft.com/office/drawing/2014/main" id="{7C7023CE-BA05-B639-20B7-FE9209142036}"/>
              </a:ext>
            </a:extLst>
          </p:cNvPr>
          <p:cNvSpPr/>
          <p:nvPr/>
        </p:nvSpPr>
        <p:spPr>
          <a:xfrm rot="407351">
            <a:off x="8019044" y="2333136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2" name="图片 271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C8EB0C51-2387-6918-B44D-61516B658E2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543" y="2272899"/>
            <a:ext cx="117594" cy="199907"/>
          </a:xfrm>
          <a:prstGeom prst="rect">
            <a:avLst/>
          </a:prstGeom>
        </p:spPr>
      </p:pic>
      <p:pic>
        <p:nvPicPr>
          <p:cNvPr id="275" name="图片 274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91A675BA-2F7E-8E54-245F-09133A678894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878" y="2784308"/>
            <a:ext cx="245264" cy="164632"/>
          </a:xfrm>
          <a:prstGeom prst="rect">
            <a:avLst/>
          </a:prstGeom>
        </p:spPr>
      </p:pic>
      <p:pic>
        <p:nvPicPr>
          <p:cNvPr id="282" name="图片 281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77C80631-8209-7A58-A329-A6BF8574988F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106" y="252813"/>
            <a:ext cx="251987" cy="164632"/>
          </a:xfrm>
          <a:prstGeom prst="rect">
            <a:avLst/>
          </a:prstGeom>
        </p:spPr>
      </p:pic>
      <p:sp>
        <p:nvSpPr>
          <p:cNvPr id="283" name="弧形 282">
            <a:extLst>
              <a:ext uri="{FF2B5EF4-FFF2-40B4-BE49-F238E27FC236}">
                <a16:creationId xmlns:a16="http://schemas.microsoft.com/office/drawing/2014/main" id="{6E0C5234-056C-7469-7766-6B28AA2CD880}"/>
              </a:ext>
            </a:extLst>
          </p:cNvPr>
          <p:cNvSpPr/>
          <p:nvPr/>
        </p:nvSpPr>
        <p:spPr>
          <a:xfrm rot="9861698" flipH="1">
            <a:off x="7824005" y="1832356"/>
            <a:ext cx="1220211" cy="1089759"/>
          </a:xfrm>
          <a:prstGeom prst="arc">
            <a:avLst>
              <a:gd name="adj1" fmla="val 19828073"/>
              <a:gd name="adj2" fmla="val 2380988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弧形 283">
            <a:extLst>
              <a:ext uri="{FF2B5EF4-FFF2-40B4-BE49-F238E27FC236}">
                <a16:creationId xmlns:a16="http://schemas.microsoft.com/office/drawing/2014/main" id="{BB9983A7-ED75-1BA0-51F1-4D6D7D972F47}"/>
              </a:ext>
            </a:extLst>
          </p:cNvPr>
          <p:cNvSpPr/>
          <p:nvPr/>
        </p:nvSpPr>
        <p:spPr>
          <a:xfrm rot="3328014" flipH="1">
            <a:off x="7538077" y="1827972"/>
            <a:ext cx="1220211" cy="1089759"/>
          </a:xfrm>
          <a:prstGeom prst="arc">
            <a:avLst>
              <a:gd name="adj1" fmla="val 19828073"/>
              <a:gd name="adj2" fmla="val 2380988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EB03CAF-9BB8-AAB0-A65C-B664178A0679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494" y="1180734"/>
            <a:ext cx="292301" cy="167989"/>
          </a:xfrm>
          <a:prstGeom prst="rect">
            <a:avLst/>
          </a:prstGeom>
        </p:spPr>
      </p:pic>
      <p:pic>
        <p:nvPicPr>
          <p:cNvPr id="16" name="图片 15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B9D7262F-839E-81D3-7F9E-C86F1F8E9DB1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666" y="1501692"/>
            <a:ext cx="299021" cy="167989"/>
          </a:xfrm>
          <a:prstGeom prst="rect">
            <a:avLst/>
          </a:prstGeom>
        </p:spPr>
      </p:pic>
      <p:pic>
        <p:nvPicPr>
          <p:cNvPr id="12" name="图片 11" descr="\documentclass{article}&#10;\usepackage{amsmath}&#10;\usepackage{bm}&#10;\pagestyle{empty}&#10;\begin{document}&#10;&#10;\begin{align}&#10;\bm{e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A8034339-9A66-DB0F-0923-885D1DC83C0C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870" y="880589"/>
            <a:ext cx="240224" cy="167989"/>
          </a:xfrm>
          <a:prstGeom prst="rect">
            <a:avLst/>
          </a:prstGeom>
        </p:spPr>
      </p:pic>
      <p:pic>
        <p:nvPicPr>
          <p:cNvPr id="10" name="图片 9" descr="\documentclass{article}&#10;\usepackage{amsmath}&#10;\usepackage{bm}&#10;\pagestyle{empty}&#10;\begin{document}&#10;&#10;\begin{align}&#10;\bm{e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3967AEC2-D474-8DB6-1C1F-A938C68A867A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805" y="2339715"/>
            <a:ext cx="233505" cy="16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0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08626-5712-E67F-1866-CE1F34268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BBC9CCAB-A276-C285-1C6E-21811B1FA416}"/>
              </a:ext>
            </a:extLst>
          </p:cNvPr>
          <p:cNvCxnSpPr>
            <a:cxnSpLocks/>
          </p:cNvCxnSpPr>
          <p:nvPr/>
        </p:nvCxnSpPr>
        <p:spPr>
          <a:xfrm>
            <a:off x="2367143" y="3017098"/>
            <a:ext cx="300959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3883C74-1138-508D-1CEF-DB7E7CD07050}"/>
              </a:ext>
            </a:extLst>
          </p:cNvPr>
          <p:cNvCxnSpPr>
            <a:cxnSpLocks/>
          </p:cNvCxnSpPr>
          <p:nvPr/>
        </p:nvCxnSpPr>
        <p:spPr>
          <a:xfrm flipV="1">
            <a:off x="3217579" y="801744"/>
            <a:ext cx="0" cy="281222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F8A5D125-0D7D-F303-5241-63EC564E4CC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808" y="3120507"/>
            <a:ext cx="193188" cy="203267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B49773F-DBE3-6456-F216-569F564056EE}"/>
              </a:ext>
            </a:extLst>
          </p:cNvPr>
          <p:cNvCxnSpPr/>
          <p:nvPr/>
        </p:nvCxnSpPr>
        <p:spPr>
          <a:xfrm>
            <a:off x="3216836" y="3015318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42CBECB-714A-FBD1-0B3D-42DFC8E5A22F}"/>
              </a:ext>
            </a:extLst>
          </p:cNvPr>
          <p:cNvSpPr/>
          <p:nvPr/>
        </p:nvSpPr>
        <p:spPr>
          <a:xfrm>
            <a:off x="3209216" y="1281458"/>
            <a:ext cx="1683581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8AE2FA2-1C32-9496-0A69-40290DD734D1}"/>
              </a:ext>
            </a:extLst>
          </p:cNvPr>
          <p:cNvCxnSpPr>
            <a:cxnSpLocks/>
          </p:cNvCxnSpPr>
          <p:nvPr/>
        </p:nvCxnSpPr>
        <p:spPr>
          <a:xfrm flipV="1">
            <a:off x="3219370" y="1254617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EEFA0A1-6810-53D9-3BAA-365A628901DE}"/>
              </a:ext>
            </a:extLst>
          </p:cNvPr>
          <p:cNvCxnSpPr>
            <a:cxnSpLocks/>
          </p:cNvCxnSpPr>
          <p:nvPr/>
        </p:nvCxnSpPr>
        <p:spPr>
          <a:xfrm>
            <a:off x="3193985" y="3015326"/>
            <a:ext cx="1698812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0AC79A54-C26E-8953-6AA4-C32166A657B9}"/>
              </a:ext>
            </a:extLst>
          </p:cNvPr>
          <p:cNvSpPr/>
          <p:nvPr/>
        </p:nvSpPr>
        <p:spPr>
          <a:xfrm rot="17854836">
            <a:off x="2008748" y="1025427"/>
            <a:ext cx="1660032" cy="1731550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F3921F3-2E20-1644-C3C3-174C60792BC8}"/>
              </a:ext>
            </a:extLst>
          </p:cNvPr>
          <p:cNvCxnSpPr>
            <a:cxnSpLocks/>
          </p:cNvCxnSpPr>
          <p:nvPr/>
        </p:nvCxnSpPr>
        <p:spPr>
          <a:xfrm rot="17854836" flipV="1">
            <a:off x="2452804" y="1744265"/>
            <a:ext cx="0" cy="177088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119B3C6-E3E7-5A05-4644-945DDD37B147}"/>
              </a:ext>
            </a:extLst>
          </p:cNvPr>
          <p:cNvCxnSpPr>
            <a:cxnSpLocks/>
          </p:cNvCxnSpPr>
          <p:nvPr/>
        </p:nvCxnSpPr>
        <p:spPr>
          <a:xfrm flipV="1">
            <a:off x="3216869" y="1553013"/>
            <a:ext cx="777955" cy="148932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弧形 13">
            <a:extLst>
              <a:ext uri="{FF2B5EF4-FFF2-40B4-BE49-F238E27FC236}">
                <a16:creationId xmlns:a16="http://schemas.microsoft.com/office/drawing/2014/main" id="{2EB05582-911A-73A8-721B-38F29B7CF9A4}"/>
              </a:ext>
            </a:extLst>
          </p:cNvPr>
          <p:cNvSpPr/>
          <p:nvPr/>
        </p:nvSpPr>
        <p:spPr>
          <a:xfrm rot="407351">
            <a:off x="2972848" y="2718589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417708F9-4FA4-8F87-134B-3AB163CD2D8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587" y="2658349"/>
            <a:ext cx="117594" cy="199907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74BDC476-8A73-16C2-49BC-1CDA1C54833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541" y="3154520"/>
            <a:ext cx="245264" cy="164632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394EC434-9C41-E2FA-1682-86728FDF6F2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770" y="672890"/>
            <a:ext cx="251987" cy="164632"/>
          </a:xfrm>
          <a:prstGeom prst="rect">
            <a:avLst/>
          </a:prstGeom>
        </p:spPr>
      </p:pic>
      <p:pic>
        <p:nvPicPr>
          <p:cNvPr id="20" name="图片 19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9A53646-B3B7-D772-DFDF-5D3082E86FB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941" y="1289300"/>
            <a:ext cx="273822" cy="248623"/>
          </a:xfrm>
          <a:prstGeom prst="rect">
            <a:avLst/>
          </a:prstGeom>
        </p:spPr>
      </p:pic>
      <p:pic>
        <p:nvPicPr>
          <p:cNvPr id="23" name="图片 22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18EBEBD8-D8EC-0C8F-75A5-608E27FBFAB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488" y="2315817"/>
            <a:ext cx="280542" cy="248623"/>
          </a:xfrm>
          <a:prstGeom prst="rect">
            <a:avLst/>
          </a:prstGeom>
        </p:spPr>
      </p:pic>
      <p:sp>
        <p:nvSpPr>
          <p:cNvPr id="29" name="椭圆 28">
            <a:extLst>
              <a:ext uri="{FF2B5EF4-FFF2-40B4-BE49-F238E27FC236}">
                <a16:creationId xmlns:a16="http://schemas.microsoft.com/office/drawing/2014/main" id="{BDBDBF0A-2CBC-F687-F71B-3EAA305D28E3}"/>
              </a:ext>
            </a:extLst>
          </p:cNvPr>
          <p:cNvSpPr/>
          <p:nvPr/>
        </p:nvSpPr>
        <p:spPr>
          <a:xfrm rot="17854836">
            <a:off x="2535590" y="1259810"/>
            <a:ext cx="156769" cy="15676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7265A0EF-BD61-D2CC-B019-6E27F87C4903}"/>
              </a:ext>
            </a:extLst>
          </p:cNvPr>
          <p:cNvSpPr/>
          <p:nvPr/>
        </p:nvSpPr>
        <p:spPr>
          <a:xfrm>
            <a:off x="4349386" y="1615047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40" name="图片 39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82F068C9-BE01-60D0-A819-A80BC87D595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557" y="1564245"/>
            <a:ext cx="855064" cy="280541"/>
          </a:xfrm>
          <a:prstGeom prst="rect">
            <a:avLst/>
          </a:prstGeom>
        </p:spPr>
      </p:pic>
      <p:pic>
        <p:nvPicPr>
          <p:cNvPr id="41" name="图片 40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32274C41-B6C2-57C0-7BF7-F44FE7971A8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357" y="1183719"/>
            <a:ext cx="809709" cy="280541"/>
          </a:xfrm>
          <a:prstGeom prst="rect">
            <a:avLst/>
          </a:prstGeom>
        </p:spPr>
      </p:pic>
      <p:grpSp>
        <p:nvGrpSpPr>
          <p:cNvPr id="51" name="组合 50">
            <a:extLst>
              <a:ext uri="{FF2B5EF4-FFF2-40B4-BE49-F238E27FC236}">
                <a16:creationId xmlns:a16="http://schemas.microsoft.com/office/drawing/2014/main" id="{E42BD88B-9419-C761-46C7-6F2A1BB2D853}"/>
              </a:ext>
            </a:extLst>
          </p:cNvPr>
          <p:cNvGrpSpPr/>
          <p:nvPr/>
        </p:nvGrpSpPr>
        <p:grpSpPr>
          <a:xfrm>
            <a:off x="7538862" y="797709"/>
            <a:ext cx="3009593" cy="2812221"/>
            <a:chOff x="4441400" y="624844"/>
            <a:chExt cx="3009593" cy="2812221"/>
          </a:xfrm>
        </p:grpSpPr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7CFF5C27-E8C5-626B-02AC-2732B71C1A32}"/>
                </a:ext>
              </a:extLst>
            </p:cNvPr>
            <p:cNvCxnSpPr>
              <a:cxnSpLocks/>
            </p:cNvCxnSpPr>
            <p:nvPr/>
          </p:nvCxnSpPr>
          <p:spPr>
            <a:xfrm>
              <a:off x="4441400" y="2840198"/>
              <a:ext cx="3009593" cy="0"/>
            </a:xfrm>
            <a:prstGeom prst="straightConnector1">
              <a:avLst/>
            </a:prstGeom>
            <a:ln w="444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9F0F2232-D038-A69C-7FA0-CA01D458B0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1836" y="624844"/>
              <a:ext cx="0" cy="2812221"/>
            </a:xfrm>
            <a:prstGeom prst="straightConnector1">
              <a:avLst/>
            </a:prstGeom>
            <a:ln w="444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图片 49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BC82E904-7AC9-37CC-A1B0-B097E10561C4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8000" y="3001968"/>
              <a:ext cx="193188" cy="203267"/>
            </a:xfrm>
            <a:prstGeom prst="rect">
              <a:avLst/>
            </a:prstGeom>
          </p:spPr>
        </p:pic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CD817DD0-16A7-38D7-8AC4-0CE0A9DEF8D1}"/>
              </a:ext>
            </a:extLst>
          </p:cNvPr>
          <p:cNvSpPr/>
          <p:nvPr/>
        </p:nvSpPr>
        <p:spPr>
          <a:xfrm>
            <a:off x="8403369" y="1281458"/>
            <a:ext cx="1622924" cy="1738584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0FAE6546-7493-74F8-7A8A-936361401A6E}"/>
              </a:ext>
            </a:extLst>
          </p:cNvPr>
          <p:cNvSpPr/>
          <p:nvPr/>
        </p:nvSpPr>
        <p:spPr>
          <a:xfrm>
            <a:off x="9474595" y="1622081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54" name="图片 53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11255A11-7AA9-E7E3-AB74-6F691FCE02F9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663" y="588945"/>
            <a:ext cx="251987" cy="164632"/>
          </a:xfrm>
          <a:prstGeom prst="rect">
            <a:avLst/>
          </a:prstGeom>
        </p:spPr>
      </p:pic>
      <p:pic>
        <p:nvPicPr>
          <p:cNvPr id="55" name="图片 54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8F0FE80D-303C-BC6A-7E7A-A4164F82DE4F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823" y="3156953"/>
            <a:ext cx="245264" cy="164632"/>
          </a:xfrm>
          <a:prstGeom prst="rect">
            <a:avLst/>
          </a:prstGeom>
        </p:spPr>
      </p:pic>
      <p:pic>
        <p:nvPicPr>
          <p:cNvPr id="56" name="图片 55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DAD2BA5F-A785-D066-B6BC-452ACF4AA6C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1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082" y="1585334"/>
            <a:ext cx="855064" cy="280541"/>
          </a:xfrm>
          <a:prstGeom prst="rect">
            <a:avLst/>
          </a:prstGeom>
        </p:spPr>
      </p:pic>
      <p:pic>
        <p:nvPicPr>
          <p:cNvPr id="62" name="图片 61" descr="\documentclass{article}&#10;\usepackage{amsmath}&#10;\pagestyle{empty}&#10;\begin{document}&#10;&#10;$y_1$&#10;&#10;&#10;\end{document}" title="IguanaTex Bitmap Display">
            <a:extLst>
              <a:ext uri="{FF2B5EF4-FFF2-40B4-BE49-F238E27FC236}">
                <a16:creationId xmlns:a16="http://schemas.microsoft.com/office/drawing/2014/main" id="{9D84EF4E-02A2-C310-9EDA-BE7C3DDD6D60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510" y="4820371"/>
            <a:ext cx="221746" cy="179751"/>
          </a:xfrm>
          <a:prstGeom prst="rect">
            <a:avLst/>
          </a:prstGeom>
        </p:spPr>
      </p:pic>
      <p:pic>
        <p:nvPicPr>
          <p:cNvPr id="60" name="图片 59" descr="\documentclass{article}&#10;\usepackage{amsmath}&#10;\pagestyle{empty}&#10;\begin{document}&#10;&#10;$y_2$&#10;&#10;&#10;\end{document}" title="IguanaTex Bitmap Display">
            <a:extLst>
              <a:ext uri="{FF2B5EF4-FFF2-40B4-BE49-F238E27FC236}">
                <a16:creationId xmlns:a16="http://schemas.microsoft.com/office/drawing/2014/main" id="{9D5387C5-A502-968B-2659-641874331B5A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449" y="2141442"/>
            <a:ext cx="228468" cy="179751"/>
          </a:xfrm>
          <a:prstGeom prst="rect">
            <a:avLst/>
          </a:prstGeom>
        </p:spPr>
      </p:pic>
      <p:pic>
        <p:nvPicPr>
          <p:cNvPr id="63" name="图片 62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7A7A0AAA-C15F-43ED-9E9C-195DC33AAF47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66249">
            <a:off x="8880943" y="999803"/>
            <a:ext cx="809709" cy="280541"/>
          </a:xfrm>
          <a:prstGeom prst="rect">
            <a:avLst/>
          </a:prstGeom>
        </p:spPr>
      </p:pic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D37806E9-444F-2A26-5479-D076916F33D9}"/>
              </a:ext>
            </a:extLst>
          </p:cNvPr>
          <p:cNvCxnSpPr>
            <a:cxnSpLocks/>
          </p:cNvCxnSpPr>
          <p:nvPr/>
        </p:nvCxnSpPr>
        <p:spPr>
          <a:xfrm>
            <a:off x="8395748" y="3013008"/>
            <a:ext cx="1638165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097994F-D24B-6AD2-BF1F-AA3882E5B637}"/>
              </a:ext>
            </a:extLst>
          </p:cNvPr>
          <p:cNvCxnSpPr>
            <a:cxnSpLocks/>
          </p:cNvCxnSpPr>
          <p:nvPr/>
        </p:nvCxnSpPr>
        <p:spPr>
          <a:xfrm flipV="1">
            <a:off x="8381679" y="1273878"/>
            <a:ext cx="0" cy="1753869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 descr="\documentclass{article}&#10;\usepackage{amsmath}&#10;\usepackage{bm}&#10;\pagestyle{empty}&#10;\begin{document}&#10;&#10;\begin{align}&#10;\bm{e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75C670EF-21FD-7329-EA1E-4421E94FE2A8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364" y="1390087"/>
            <a:ext cx="240224" cy="167989"/>
          </a:xfrm>
          <a:prstGeom prst="rect">
            <a:avLst/>
          </a:prstGeom>
        </p:spPr>
      </p:pic>
      <p:pic>
        <p:nvPicPr>
          <p:cNvPr id="25" name="图片 24" descr="\documentclass{article}&#10;\usepackage{amsmath}&#10;\usepackage{bm}&#10;\pagestyle{empty}&#10;\begin{document}&#10;&#10;\begin{align}&#10;\bm{e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DDBCDAAF-05EA-D8B6-861F-783799C38E2E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799" y="3138145"/>
            <a:ext cx="233505" cy="167989"/>
          </a:xfrm>
          <a:prstGeom prst="rect">
            <a:avLst/>
          </a:prstGeom>
        </p:spPr>
      </p:pic>
      <p:grpSp>
        <p:nvGrpSpPr>
          <p:cNvPr id="45" name="组合 44">
            <a:extLst>
              <a:ext uri="{FF2B5EF4-FFF2-40B4-BE49-F238E27FC236}">
                <a16:creationId xmlns:a16="http://schemas.microsoft.com/office/drawing/2014/main" id="{F33BCACD-99C7-D503-B3EB-37B29C055B5D}"/>
              </a:ext>
            </a:extLst>
          </p:cNvPr>
          <p:cNvGrpSpPr/>
          <p:nvPr/>
        </p:nvGrpSpPr>
        <p:grpSpPr>
          <a:xfrm rot="19941768" flipV="1">
            <a:off x="7500874" y="1182796"/>
            <a:ext cx="3042205" cy="3368757"/>
            <a:chOff x="4865615" y="852449"/>
            <a:chExt cx="3042205" cy="4839671"/>
          </a:xfrm>
        </p:grpSpPr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14F9C6F8-A8E2-E2ED-363A-259A473AADE3}"/>
                </a:ext>
              </a:extLst>
            </p:cNvPr>
            <p:cNvCxnSpPr>
              <a:cxnSpLocks/>
            </p:cNvCxnSpPr>
            <p:nvPr/>
          </p:nvCxnSpPr>
          <p:spPr>
            <a:xfrm>
              <a:off x="4898227" y="3510758"/>
              <a:ext cx="3009593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FE923CF7-FB64-B83A-26C4-23097A70A461}"/>
                </a:ext>
              </a:extLst>
            </p:cNvPr>
            <p:cNvCxnSpPr>
              <a:cxnSpLocks/>
            </p:cNvCxnSpPr>
            <p:nvPr/>
          </p:nvCxnSpPr>
          <p:spPr>
            <a:xfrm rot="19941768" flipV="1">
              <a:off x="4865615" y="852449"/>
              <a:ext cx="1763929" cy="4839671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弧形 16">
            <a:extLst>
              <a:ext uri="{FF2B5EF4-FFF2-40B4-BE49-F238E27FC236}">
                <a16:creationId xmlns:a16="http://schemas.microsoft.com/office/drawing/2014/main" id="{886335B9-6DA6-2AD1-1612-27FA4801FDAA}"/>
              </a:ext>
            </a:extLst>
          </p:cNvPr>
          <p:cNvSpPr/>
          <p:nvPr/>
        </p:nvSpPr>
        <p:spPr>
          <a:xfrm rot="20790760">
            <a:off x="8071075" y="2705551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743C73E1-1C86-9DCF-31F2-31AAB704287D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082" y="2490240"/>
            <a:ext cx="117594" cy="199907"/>
          </a:xfrm>
          <a:prstGeom prst="rect">
            <a:avLst/>
          </a:prstGeom>
        </p:spPr>
      </p:pic>
      <p:pic>
        <p:nvPicPr>
          <p:cNvPr id="37" name="图片 36" descr="\documentclass{article}&#10;\usepackage{amsmath}&#10;\usepackage{bm}&#10;\pagestyle{empty}&#10;\begin{document}&#10;&#10;\begin{align}&#10;\bm{e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3128B398-931A-D1FD-1697-DCC7BA56AB27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405" y="1390087"/>
            <a:ext cx="240224" cy="167989"/>
          </a:xfrm>
          <a:prstGeom prst="rect">
            <a:avLst/>
          </a:prstGeom>
        </p:spPr>
      </p:pic>
      <p:pic>
        <p:nvPicPr>
          <p:cNvPr id="42" name="图片 41" descr="\documentclass{article}&#10;\usepackage{amsmath}&#10;\usepackage{bm}&#10;\pagestyle{empty}&#10;\begin{document}&#10;&#10;\begin{align}&#10;\bm{e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BC7C67EE-6714-F024-0A58-18753E9A12FB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840" y="3138145"/>
            <a:ext cx="233505" cy="167989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36C1E8A9-5448-40CF-D373-D68F99E55F9F}"/>
              </a:ext>
            </a:extLst>
          </p:cNvPr>
          <p:cNvGrpSpPr/>
          <p:nvPr/>
        </p:nvGrpSpPr>
        <p:grpSpPr>
          <a:xfrm rot="7493058">
            <a:off x="8018538" y="2326931"/>
            <a:ext cx="2427463" cy="1489320"/>
            <a:chOff x="4743401" y="3971093"/>
            <a:chExt cx="2427463" cy="1489320"/>
          </a:xfrm>
        </p:grpSpPr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7CB5A56-BA90-8663-D3B6-2498711C33AC}"/>
                </a:ext>
              </a:extLst>
            </p:cNvPr>
            <p:cNvCxnSpPr>
              <a:cxnSpLocks/>
            </p:cNvCxnSpPr>
            <p:nvPr/>
          </p:nvCxnSpPr>
          <p:spPr>
            <a:xfrm rot="17854836" flipV="1">
              <a:off x="5628844" y="4162345"/>
              <a:ext cx="0" cy="1770885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7B0A3008-038F-438F-4858-E696CE259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2909" y="3971093"/>
              <a:ext cx="777955" cy="1489320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图片 46" descr="\documentclass{article}&#10;\usepackage{amsmath}&#10;\usepackage{bm}&#10;\pagestyle{empty}&#10;\begin{document}&#10;&#10;\begin{align}&#10;\bm{f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840B795-9409-FA38-F981-9AF1446199F1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689" y="4325374"/>
            <a:ext cx="233505" cy="251983"/>
          </a:xfrm>
          <a:prstGeom prst="rect">
            <a:avLst/>
          </a:prstGeom>
        </p:spPr>
      </p:pic>
      <p:pic>
        <p:nvPicPr>
          <p:cNvPr id="58" name="图片 57" descr="\documentclass{article}&#10;\usepackage{amsmath}&#10;\usepackage{bm}&#10;\pagestyle{empty}&#10;\begin{document}&#10;&#10;\begin{align}&#10;\bm{f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DAE8A66-47C5-E041-AACA-9A75B7C2761C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329" y="2409726"/>
            <a:ext cx="240225" cy="251983"/>
          </a:xfrm>
          <a:prstGeom prst="rect">
            <a:avLst/>
          </a:prstGeom>
        </p:spPr>
      </p:pic>
      <p:sp>
        <p:nvSpPr>
          <p:cNvPr id="4" name="弧形 3">
            <a:extLst>
              <a:ext uri="{FF2B5EF4-FFF2-40B4-BE49-F238E27FC236}">
                <a16:creationId xmlns:a16="http://schemas.microsoft.com/office/drawing/2014/main" id="{7A04C4CE-89BF-A000-EA96-759F9FD0AB23}"/>
              </a:ext>
            </a:extLst>
          </p:cNvPr>
          <p:cNvSpPr/>
          <p:nvPr/>
        </p:nvSpPr>
        <p:spPr>
          <a:xfrm rot="9861698" flipH="1">
            <a:off x="2835722" y="2206778"/>
            <a:ext cx="1220211" cy="1089759"/>
          </a:xfrm>
          <a:prstGeom prst="arc">
            <a:avLst>
              <a:gd name="adj1" fmla="val 19828073"/>
              <a:gd name="adj2" fmla="val 2380988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B4DBF492-B5ED-2E53-7324-97B13C0FD3CB}"/>
              </a:ext>
            </a:extLst>
          </p:cNvPr>
          <p:cNvSpPr/>
          <p:nvPr/>
        </p:nvSpPr>
        <p:spPr>
          <a:xfrm rot="3328014" flipH="1">
            <a:off x="2549794" y="2202394"/>
            <a:ext cx="1220211" cy="1089759"/>
          </a:xfrm>
          <a:prstGeom prst="arc">
            <a:avLst>
              <a:gd name="adj1" fmla="val 19828073"/>
              <a:gd name="adj2" fmla="val 2380988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弧形 20">
            <a:extLst>
              <a:ext uri="{FF2B5EF4-FFF2-40B4-BE49-F238E27FC236}">
                <a16:creationId xmlns:a16="http://schemas.microsoft.com/office/drawing/2014/main" id="{26D6EFDD-A137-A573-9861-5BC77E929598}"/>
              </a:ext>
            </a:extLst>
          </p:cNvPr>
          <p:cNvSpPr/>
          <p:nvPr/>
        </p:nvSpPr>
        <p:spPr>
          <a:xfrm rot="11738302" flipH="1" flipV="1">
            <a:off x="7965447" y="2764064"/>
            <a:ext cx="1220211" cy="1089759"/>
          </a:xfrm>
          <a:prstGeom prst="arc">
            <a:avLst>
              <a:gd name="adj1" fmla="val 19828073"/>
              <a:gd name="adj2" fmla="val 2380988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弧形 21">
            <a:extLst>
              <a:ext uri="{FF2B5EF4-FFF2-40B4-BE49-F238E27FC236}">
                <a16:creationId xmlns:a16="http://schemas.microsoft.com/office/drawing/2014/main" id="{87EAA3A1-884F-E7D8-02EF-877ADC47A057}"/>
              </a:ext>
            </a:extLst>
          </p:cNvPr>
          <p:cNvSpPr/>
          <p:nvPr/>
        </p:nvSpPr>
        <p:spPr>
          <a:xfrm rot="18271986">
            <a:off x="7880935" y="2179602"/>
            <a:ext cx="1220211" cy="1089759"/>
          </a:xfrm>
          <a:prstGeom prst="arc">
            <a:avLst>
              <a:gd name="adj1" fmla="val 19828073"/>
              <a:gd name="adj2" fmla="val 2380988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089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0FAE1-3A6B-8FD3-CFF3-DF4CA91F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弧形 18">
            <a:extLst>
              <a:ext uri="{FF2B5EF4-FFF2-40B4-BE49-F238E27FC236}">
                <a16:creationId xmlns:a16="http://schemas.microsoft.com/office/drawing/2014/main" id="{E1A4DC65-4AAF-6E4B-B3FD-A04010801CF7}"/>
              </a:ext>
            </a:extLst>
          </p:cNvPr>
          <p:cNvSpPr/>
          <p:nvPr/>
        </p:nvSpPr>
        <p:spPr>
          <a:xfrm rot="10800000" flipH="1">
            <a:off x="9608803" y="648908"/>
            <a:ext cx="671753" cy="174163"/>
          </a:xfrm>
          <a:prstGeom prst="arc">
            <a:avLst>
              <a:gd name="adj1" fmla="val 19828073"/>
              <a:gd name="adj2" fmla="val 13435617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6B334B3-3208-FDD5-0318-0F4B17BAE1E7}"/>
              </a:ext>
            </a:extLst>
          </p:cNvPr>
          <p:cNvCxnSpPr>
            <a:cxnSpLocks/>
          </p:cNvCxnSpPr>
          <p:nvPr/>
        </p:nvCxnSpPr>
        <p:spPr>
          <a:xfrm flipV="1">
            <a:off x="9950343" y="473465"/>
            <a:ext cx="0" cy="281118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2B482CC-F290-69EB-1279-AD91B68D122E}"/>
              </a:ext>
            </a:extLst>
          </p:cNvPr>
          <p:cNvCxnSpPr>
            <a:cxnSpLocks/>
          </p:cNvCxnSpPr>
          <p:nvPr/>
        </p:nvCxnSpPr>
        <p:spPr>
          <a:xfrm>
            <a:off x="715013" y="2683195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6F060B6-4640-7BE9-9106-C04D014ACF36}"/>
              </a:ext>
            </a:extLst>
          </p:cNvPr>
          <p:cNvCxnSpPr>
            <a:cxnSpLocks/>
          </p:cNvCxnSpPr>
          <p:nvPr/>
        </p:nvCxnSpPr>
        <p:spPr>
          <a:xfrm flipV="1">
            <a:off x="1244472" y="467837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85C58203-94B8-9C6D-9511-41D1E909387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00" y="2786603"/>
            <a:ext cx="193188" cy="203267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12B366A1-8898-F333-B170-2232FAE48970}"/>
              </a:ext>
            </a:extLst>
          </p:cNvPr>
          <p:cNvSpPr/>
          <p:nvPr/>
        </p:nvSpPr>
        <p:spPr>
          <a:xfrm>
            <a:off x="1243729" y="947541"/>
            <a:ext cx="1753624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FE66D0D-0132-6636-3AF3-E89FA5445EAF}"/>
              </a:ext>
            </a:extLst>
          </p:cNvPr>
          <p:cNvCxnSpPr/>
          <p:nvPr/>
        </p:nvCxnSpPr>
        <p:spPr>
          <a:xfrm>
            <a:off x="1243728" y="268141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55340ED-5104-7B4D-9F55-89DFC89F931F}"/>
              </a:ext>
            </a:extLst>
          </p:cNvPr>
          <p:cNvCxnSpPr>
            <a:cxnSpLocks/>
          </p:cNvCxnSpPr>
          <p:nvPr/>
        </p:nvCxnSpPr>
        <p:spPr>
          <a:xfrm flipV="1">
            <a:off x="1243721" y="920713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9A39BB2-FBAC-AFF5-671F-9713AE72B567}"/>
              </a:ext>
            </a:extLst>
          </p:cNvPr>
          <p:cNvCxnSpPr>
            <a:cxnSpLocks/>
          </p:cNvCxnSpPr>
          <p:nvPr/>
        </p:nvCxnSpPr>
        <p:spPr>
          <a:xfrm>
            <a:off x="1228512" y="2681409"/>
            <a:ext cx="1768841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758123C-6E6C-DCEA-B9F9-A694F20B4D0D}"/>
              </a:ext>
            </a:extLst>
          </p:cNvPr>
          <p:cNvCxnSpPr>
            <a:cxnSpLocks/>
          </p:cNvCxnSpPr>
          <p:nvPr/>
        </p:nvCxnSpPr>
        <p:spPr>
          <a:xfrm flipH="1" flipV="1">
            <a:off x="7907413" y="2688871"/>
            <a:ext cx="4191787" cy="837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A47ED0F9-416B-CF68-BC84-A598E8B2247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892" y="2782089"/>
            <a:ext cx="193188" cy="203267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A331EEFA-A30E-3770-1FF0-1D2F6471E75D}"/>
              </a:ext>
            </a:extLst>
          </p:cNvPr>
          <p:cNvSpPr/>
          <p:nvPr/>
        </p:nvSpPr>
        <p:spPr>
          <a:xfrm>
            <a:off x="9949602" y="953186"/>
            <a:ext cx="1754718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ED4426C-AE6E-7B47-76CF-FB19F3B0DE3F}"/>
              </a:ext>
            </a:extLst>
          </p:cNvPr>
          <p:cNvCxnSpPr/>
          <p:nvPr/>
        </p:nvCxnSpPr>
        <p:spPr>
          <a:xfrm>
            <a:off x="9949599" y="2687060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931078F-5781-F4FC-7F4C-854931B8981B}"/>
              </a:ext>
            </a:extLst>
          </p:cNvPr>
          <p:cNvCxnSpPr>
            <a:cxnSpLocks/>
          </p:cNvCxnSpPr>
          <p:nvPr/>
        </p:nvCxnSpPr>
        <p:spPr>
          <a:xfrm>
            <a:off x="9934384" y="2697214"/>
            <a:ext cx="1769936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93FBF13-DD14-0E75-0810-27218ED9ED35}"/>
              </a:ext>
            </a:extLst>
          </p:cNvPr>
          <p:cNvCxnSpPr>
            <a:cxnSpLocks/>
          </p:cNvCxnSpPr>
          <p:nvPr/>
        </p:nvCxnSpPr>
        <p:spPr>
          <a:xfrm flipH="1" flipV="1">
            <a:off x="9949597" y="926359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图片 5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FD8F97D3-8B12-3409-6A52-92C4E6EA59A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636" y="2830548"/>
            <a:ext cx="193188" cy="203267"/>
          </a:xfrm>
          <a:prstGeom prst="rect">
            <a:avLst/>
          </a:prstGeom>
        </p:spPr>
      </p:pic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4C0EBD70-0C81-68C0-1C9B-4772E0BDD465}"/>
              </a:ext>
            </a:extLst>
          </p:cNvPr>
          <p:cNvCxnSpPr/>
          <p:nvPr/>
        </p:nvCxnSpPr>
        <p:spPr>
          <a:xfrm>
            <a:off x="5382201" y="2686018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弧形 70">
            <a:extLst>
              <a:ext uri="{FF2B5EF4-FFF2-40B4-BE49-F238E27FC236}">
                <a16:creationId xmlns:a16="http://schemas.microsoft.com/office/drawing/2014/main" id="{B4081742-C0D0-EF7A-B804-109C85017B5E}"/>
              </a:ext>
            </a:extLst>
          </p:cNvPr>
          <p:cNvSpPr/>
          <p:nvPr/>
        </p:nvSpPr>
        <p:spPr>
          <a:xfrm rot="20680438">
            <a:off x="5087619" y="2379308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2" name="图片 71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A06A8402-627C-2828-A554-BB3CAFE3F81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689" y="2176517"/>
            <a:ext cx="117594" cy="199907"/>
          </a:xfrm>
          <a:prstGeom prst="rect">
            <a:avLst/>
          </a:prstGeom>
        </p:spPr>
      </p:pic>
      <p:pic>
        <p:nvPicPr>
          <p:cNvPr id="75" name="图片 74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CCAD6283-9776-7E17-DA8E-FA5EBC92E9A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857" y="2825220"/>
            <a:ext cx="245264" cy="164632"/>
          </a:xfrm>
          <a:prstGeom prst="rect">
            <a:avLst/>
          </a:prstGeom>
        </p:spPr>
      </p:pic>
      <p:pic>
        <p:nvPicPr>
          <p:cNvPr id="76" name="图片 7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ED6AD460-5ABC-C348-9219-CAA33692F62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13" y="343590"/>
            <a:ext cx="251987" cy="164632"/>
          </a:xfrm>
          <a:prstGeom prst="rect">
            <a:avLst/>
          </a:prstGeom>
        </p:spPr>
      </p:pic>
      <p:sp>
        <p:nvSpPr>
          <p:cNvPr id="79" name="矩形 78">
            <a:extLst>
              <a:ext uri="{FF2B5EF4-FFF2-40B4-BE49-F238E27FC236}">
                <a16:creationId xmlns:a16="http://schemas.microsoft.com/office/drawing/2014/main" id="{B96FA960-1DC5-0819-E18C-14417CF38AE4}"/>
              </a:ext>
            </a:extLst>
          </p:cNvPr>
          <p:cNvSpPr/>
          <p:nvPr/>
        </p:nvSpPr>
        <p:spPr>
          <a:xfrm>
            <a:off x="1822080" y="5573632"/>
            <a:ext cx="1700317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B4DBB26B-D84C-67ED-81E2-E899ED23E27D}"/>
              </a:ext>
            </a:extLst>
          </p:cNvPr>
          <p:cNvCxnSpPr>
            <a:cxnSpLocks/>
          </p:cNvCxnSpPr>
          <p:nvPr/>
        </p:nvCxnSpPr>
        <p:spPr>
          <a:xfrm>
            <a:off x="1293351" y="7309244"/>
            <a:ext cx="289906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图片 8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7A216F81-4FB4-1C51-3770-7BD1290117D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786" y="7383371"/>
            <a:ext cx="193188" cy="203267"/>
          </a:xfrm>
          <a:prstGeom prst="rect">
            <a:avLst/>
          </a:prstGeom>
        </p:spPr>
      </p:pic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2720149A-11CB-00B1-95C9-AAC1798C8FFB}"/>
              </a:ext>
            </a:extLst>
          </p:cNvPr>
          <p:cNvCxnSpPr/>
          <p:nvPr/>
        </p:nvCxnSpPr>
        <p:spPr>
          <a:xfrm>
            <a:off x="1822079" y="7307464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AACF277E-1028-3CF0-880E-A02123F0BF6F}"/>
              </a:ext>
            </a:extLst>
          </p:cNvPr>
          <p:cNvCxnSpPr>
            <a:cxnSpLocks/>
          </p:cNvCxnSpPr>
          <p:nvPr/>
        </p:nvCxnSpPr>
        <p:spPr>
          <a:xfrm flipV="1">
            <a:off x="1822707" y="5546808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C5051AAB-71C0-4CA8-55BA-FA69A90DB315}"/>
              </a:ext>
            </a:extLst>
          </p:cNvPr>
          <p:cNvCxnSpPr>
            <a:cxnSpLocks/>
          </p:cNvCxnSpPr>
          <p:nvPr/>
        </p:nvCxnSpPr>
        <p:spPr>
          <a:xfrm>
            <a:off x="5270562" y="7305142"/>
            <a:ext cx="2573156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57795182-D961-387A-B111-0F0CA91DBE7C}"/>
              </a:ext>
            </a:extLst>
          </p:cNvPr>
          <p:cNvCxnSpPr>
            <a:cxnSpLocks/>
          </p:cNvCxnSpPr>
          <p:nvPr/>
        </p:nvCxnSpPr>
        <p:spPr>
          <a:xfrm flipV="1">
            <a:off x="5800013" y="5089813"/>
            <a:ext cx="0" cy="2923676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图片 9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1DFE43A2-EFE8-94E9-F5B6-2F5035D633CC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241" y="7393622"/>
            <a:ext cx="193188" cy="203267"/>
          </a:xfrm>
          <a:prstGeom prst="rect">
            <a:avLst/>
          </a:prstGeom>
        </p:spPr>
      </p:pic>
      <p:sp>
        <p:nvSpPr>
          <p:cNvPr id="92" name="矩形 91">
            <a:extLst>
              <a:ext uri="{FF2B5EF4-FFF2-40B4-BE49-F238E27FC236}">
                <a16:creationId xmlns:a16="http://schemas.microsoft.com/office/drawing/2014/main" id="{0DA1447C-25FB-03B6-B318-E9D18D3B4FD3}"/>
              </a:ext>
            </a:extLst>
          </p:cNvPr>
          <p:cNvSpPr/>
          <p:nvPr/>
        </p:nvSpPr>
        <p:spPr>
          <a:xfrm>
            <a:off x="5799269" y="5569529"/>
            <a:ext cx="1733097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0D1CEC38-E00E-C4DD-723A-6B494B71CD15}"/>
              </a:ext>
            </a:extLst>
          </p:cNvPr>
          <p:cNvCxnSpPr/>
          <p:nvPr/>
        </p:nvCxnSpPr>
        <p:spPr>
          <a:xfrm>
            <a:off x="5799270" y="7303362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D56EDBA1-AC22-B4CF-EABB-7565FE164680}"/>
              </a:ext>
            </a:extLst>
          </p:cNvPr>
          <p:cNvCxnSpPr>
            <a:cxnSpLocks/>
          </p:cNvCxnSpPr>
          <p:nvPr/>
        </p:nvCxnSpPr>
        <p:spPr>
          <a:xfrm flipV="1">
            <a:off x="5804342" y="5542706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FA1F852F-DC98-E380-CACB-0045AFD691CD}"/>
              </a:ext>
            </a:extLst>
          </p:cNvPr>
          <p:cNvCxnSpPr>
            <a:cxnSpLocks/>
          </p:cNvCxnSpPr>
          <p:nvPr/>
        </p:nvCxnSpPr>
        <p:spPr>
          <a:xfrm>
            <a:off x="5799272" y="7301035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83CBE308-D2D3-B6DC-600B-666E58A8B718}"/>
              </a:ext>
            </a:extLst>
          </p:cNvPr>
          <p:cNvCxnSpPr>
            <a:cxnSpLocks/>
          </p:cNvCxnSpPr>
          <p:nvPr/>
        </p:nvCxnSpPr>
        <p:spPr>
          <a:xfrm>
            <a:off x="5784050" y="7303918"/>
            <a:ext cx="1748320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弧形 108">
            <a:extLst>
              <a:ext uri="{FF2B5EF4-FFF2-40B4-BE49-F238E27FC236}">
                <a16:creationId xmlns:a16="http://schemas.microsoft.com/office/drawing/2014/main" id="{0CD49564-0EB2-0116-665C-719D09AAB0EC}"/>
              </a:ext>
            </a:extLst>
          </p:cNvPr>
          <p:cNvSpPr/>
          <p:nvPr/>
        </p:nvSpPr>
        <p:spPr>
          <a:xfrm rot="18532889">
            <a:off x="1219784" y="7028803"/>
            <a:ext cx="838370" cy="453496"/>
          </a:xfrm>
          <a:prstGeom prst="arc">
            <a:avLst>
              <a:gd name="adj1" fmla="val 18993039"/>
              <a:gd name="adj2" fmla="val 20807300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0" name="图片 109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1A5C1986-2D17-855E-08A9-3E0E404E400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700" y="6650440"/>
            <a:ext cx="117594" cy="199907"/>
          </a:xfrm>
          <a:prstGeom prst="rect">
            <a:avLst/>
          </a:prstGeom>
        </p:spPr>
      </p:pic>
      <p:pic>
        <p:nvPicPr>
          <p:cNvPr id="126" name="图片 125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FCAFE63-9FD7-E1EF-074A-B0E3D2987226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28" y="842028"/>
            <a:ext cx="299020" cy="167989"/>
          </a:xfrm>
          <a:prstGeom prst="rect">
            <a:avLst/>
          </a:prstGeom>
        </p:spPr>
      </p:pic>
      <p:pic>
        <p:nvPicPr>
          <p:cNvPr id="127" name="图片 126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654DE186-732F-3B7B-EF66-1378872B128E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561" y="2814537"/>
            <a:ext cx="292301" cy="167989"/>
          </a:xfrm>
          <a:prstGeom prst="rect">
            <a:avLst/>
          </a:prstGeom>
        </p:spPr>
      </p:pic>
      <p:pic>
        <p:nvPicPr>
          <p:cNvPr id="129" name="图片 128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A1CA053-EE81-AEB6-DAE2-DA26FBAF2E5C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090" y="3369154"/>
            <a:ext cx="280542" cy="248623"/>
          </a:xfrm>
          <a:prstGeom prst="rect">
            <a:avLst/>
          </a:prstGeom>
        </p:spPr>
      </p:pic>
      <p:pic>
        <p:nvPicPr>
          <p:cNvPr id="11" name="图片 10" descr="\documentclass{article}&#10;\usepackage{amsmath}&#10;\usepackage{bm}&#10;\pagestyle{empty}&#10;\begin{document}&#10;&#10;\begin{align}&#10;R = &#10;\begin{pmatrix}&#10;\cos \theta &amp; -\sin \theta \\[4pt]&#10;\sin \theta &amp; \cos \theta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B6EC8D3F-F4CB-146D-1F51-D38071344415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802" y="3703890"/>
            <a:ext cx="2581994" cy="836593"/>
          </a:xfrm>
          <a:prstGeom prst="rect">
            <a:avLst/>
          </a:prstGeom>
        </p:spPr>
      </p:pic>
      <p:pic>
        <p:nvPicPr>
          <p:cNvPr id="13" name="图片 12" descr="\documentclass{article}&#10;\usepackage{amsmath}&#10;\usepackage{bm}&#10;\pagestyle{empty}&#10;\begin{document}&#10;&#10;\begin{align}&#10;F = &#10;\begin{pmatrix}&#10;-1 &amp; 0 \\[4pt]&#10;0 &amp; 1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74623829-C4ED-3018-45E5-5BD543C6FBC9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0108" y="3703890"/>
            <a:ext cx="1731968" cy="836593"/>
          </a:xfrm>
          <a:prstGeom prst="rect">
            <a:avLst/>
          </a:prstGeom>
        </p:spPr>
      </p:pic>
      <p:pic>
        <p:nvPicPr>
          <p:cNvPr id="15" name="图片 14" descr="\documentclass{article}&#10;\usepackage{amsmath}&#10;\usepackage{bm}&#10;\pagestyle{empty}&#10;\begin{document}&#10;&#10;\begin{align}&#10;S = &#10;\begin{pmatrix}&#10;1 &amp; \tan \theta \\[4pt]&#10;0 &amp; 1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38B3EB53-D37C-B3A5-CA1F-C65D84D35F9A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326" y="8234473"/>
            <a:ext cx="1928517" cy="836593"/>
          </a:xfrm>
          <a:prstGeom prst="rect">
            <a:avLst/>
          </a:prstGeom>
        </p:spPr>
      </p:pic>
      <p:pic>
        <p:nvPicPr>
          <p:cNvPr id="17" name="图片 16" descr="\documentclass{article}&#10;\usepackage{amsmath}&#10;\usepackage{bm}&#10;\pagestyle{empty}&#10;\begin{document}&#10;&#10;\begin{align}&#10;D = &#10;\begin{pmatrix}&#10;k_1 &amp; 0 \\[4pt]&#10;0 &amp; k_2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AF072EE-A51E-36E1-8566-D5DCE6AE5CD0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689" y="8234473"/>
            <a:ext cx="1795805" cy="836593"/>
          </a:xfrm>
          <a:prstGeom prst="rect">
            <a:avLst/>
          </a:prstGeom>
        </p:spPr>
      </p:pic>
      <p:pic>
        <p:nvPicPr>
          <p:cNvPr id="12" name="图片 11" descr="\documentclass{article}&#10;\usepackage{amsmath}&#10;\usepackage{bm}&#10;\pagestyle{empty}&#10;\begin{document}&#10;&#10;\begin{align}&#10;P = &#10;\begin{pmatrix}&#10;1 &amp; \cot \theta \\[4pt]&#10;0 &amp; 0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D95E22E-B395-DD90-2A11-0522FC58052D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84" y="8227114"/>
            <a:ext cx="1931877" cy="836593"/>
          </a:xfrm>
          <a:prstGeom prst="rect">
            <a:avLst/>
          </a:prstGeom>
        </p:spPr>
      </p:pic>
      <p:sp>
        <p:nvSpPr>
          <p:cNvPr id="143" name="椭圆 142">
            <a:extLst>
              <a:ext uri="{FF2B5EF4-FFF2-40B4-BE49-F238E27FC236}">
                <a16:creationId xmlns:a16="http://schemas.microsoft.com/office/drawing/2014/main" id="{584F46A5-8EA0-9CA9-0879-884F09FBE08D}"/>
              </a:ext>
            </a:extLst>
          </p:cNvPr>
          <p:cNvSpPr/>
          <p:nvPr/>
        </p:nvSpPr>
        <p:spPr>
          <a:xfrm>
            <a:off x="2358042" y="1240707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FC020B0-C213-951B-1A37-46E6C1525C4C}"/>
              </a:ext>
            </a:extLst>
          </p:cNvPr>
          <p:cNvCxnSpPr>
            <a:cxnSpLocks/>
          </p:cNvCxnSpPr>
          <p:nvPr/>
        </p:nvCxnSpPr>
        <p:spPr>
          <a:xfrm flipV="1">
            <a:off x="5384735" y="925317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6F3BCA25-94D5-3B81-9175-34BC9C7ECEDD}"/>
              </a:ext>
            </a:extLst>
          </p:cNvPr>
          <p:cNvCxnSpPr>
            <a:cxnSpLocks/>
          </p:cNvCxnSpPr>
          <p:nvPr/>
        </p:nvCxnSpPr>
        <p:spPr>
          <a:xfrm>
            <a:off x="5359350" y="2686026"/>
            <a:ext cx="1807406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椭圆 145">
            <a:extLst>
              <a:ext uri="{FF2B5EF4-FFF2-40B4-BE49-F238E27FC236}">
                <a16:creationId xmlns:a16="http://schemas.microsoft.com/office/drawing/2014/main" id="{3328C4D0-78A3-42FD-04C0-4613EE14ECE4}"/>
              </a:ext>
            </a:extLst>
          </p:cNvPr>
          <p:cNvSpPr/>
          <p:nvPr/>
        </p:nvSpPr>
        <p:spPr>
          <a:xfrm>
            <a:off x="6492237" y="1248409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B84F7DDF-FC97-4834-2616-FAA79B7AC026}"/>
              </a:ext>
            </a:extLst>
          </p:cNvPr>
          <p:cNvSpPr/>
          <p:nvPr/>
        </p:nvSpPr>
        <p:spPr>
          <a:xfrm>
            <a:off x="11056306" y="1260639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1368DF9B-EF43-21CB-2961-78E75D781941}"/>
              </a:ext>
            </a:extLst>
          </p:cNvPr>
          <p:cNvSpPr/>
          <p:nvPr/>
        </p:nvSpPr>
        <p:spPr>
          <a:xfrm>
            <a:off x="2930066" y="5839909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B1E9A4C4-90AF-C14B-6B91-FEEABADA5BAE}"/>
              </a:ext>
            </a:extLst>
          </p:cNvPr>
          <p:cNvSpPr/>
          <p:nvPr/>
        </p:nvSpPr>
        <p:spPr>
          <a:xfrm>
            <a:off x="6911529" y="5861308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B5C69289-5B2C-E1B8-1D70-591DBACCC142}"/>
              </a:ext>
            </a:extLst>
          </p:cNvPr>
          <p:cNvGrpSpPr/>
          <p:nvPr/>
        </p:nvGrpSpPr>
        <p:grpSpPr>
          <a:xfrm rot="19941768" flipV="1">
            <a:off x="4219430" y="861021"/>
            <a:ext cx="3009593" cy="2214366"/>
            <a:chOff x="4898227" y="2617684"/>
            <a:chExt cx="3009593" cy="3181233"/>
          </a:xfrm>
        </p:grpSpPr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01527B16-60D9-334C-8D85-270D96463BD5}"/>
                </a:ext>
              </a:extLst>
            </p:cNvPr>
            <p:cNvCxnSpPr>
              <a:cxnSpLocks/>
            </p:cNvCxnSpPr>
            <p:nvPr/>
          </p:nvCxnSpPr>
          <p:spPr>
            <a:xfrm>
              <a:off x="4898227" y="3510758"/>
              <a:ext cx="3009593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F2BBEEDA-C72D-5BCD-5945-074D8D64063F}"/>
                </a:ext>
              </a:extLst>
            </p:cNvPr>
            <p:cNvCxnSpPr>
              <a:cxnSpLocks/>
            </p:cNvCxnSpPr>
            <p:nvPr/>
          </p:nvCxnSpPr>
          <p:spPr>
            <a:xfrm rot="19941768" flipV="1">
              <a:off x="5167843" y="2617684"/>
              <a:ext cx="1159473" cy="3181233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650E7312-4942-2057-BEFB-C9482F16CFD1}"/>
              </a:ext>
            </a:extLst>
          </p:cNvPr>
          <p:cNvGrpSpPr/>
          <p:nvPr/>
        </p:nvGrpSpPr>
        <p:grpSpPr>
          <a:xfrm>
            <a:off x="952334" y="610711"/>
            <a:ext cx="2322476" cy="2503863"/>
            <a:chOff x="952334" y="610711"/>
            <a:chExt cx="2322476" cy="2503863"/>
          </a:xfrm>
        </p:grpSpPr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77C64CCB-2879-5E4A-4E23-4F11BF00756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928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50B3083A-72EF-F1F2-9D83-707CB2D1CD0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2926E482-2984-3E3A-5766-1905FA6DF4A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57EB56A5-2161-53D0-8166-8C94A3EF149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AAA296F4-C4BE-DE4C-983F-F2996D33BFB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910C65D5-0DF8-9A51-C253-733F2A085E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32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0973D48E-C0AE-B485-E9F4-75031DC8096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1020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696749CE-48D8-1AA7-6963-CFF5CAF1475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287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DDEE2338-14D0-48E9-2B05-DC7CFFEC4D6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9959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D1D946DA-D05C-F7EE-F15C-8162F6DD0AE8}"/>
              </a:ext>
            </a:extLst>
          </p:cNvPr>
          <p:cNvGrpSpPr/>
          <p:nvPr/>
        </p:nvGrpSpPr>
        <p:grpSpPr>
          <a:xfrm rot="14528485">
            <a:off x="4486507" y="960263"/>
            <a:ext cx="2813457" cy="1743125"/>
            <a:chOff x="300942" y="947541"/>
            <a:chExt cx="3588152" cy="1743125"/>
          </a:xfrm>
        </p:grpSpPr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5F028AB4-EB0E-1A88-54A8-17AD4C7F8F0D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69066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B97D84A9-D554-5C4A-1518-7240A2B2D0C0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947541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A5962BA6-3D8D-11A7-3F34-A419EC3652C3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238062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D414E716-2626-2F02-AF1C-566839BF7C71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528583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81ED4794-5FF4-B10E-D78F-18D99AAED9BF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819104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9994BE3B-7243-30F9-6297-43EB1DCB87B4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109625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C786201B-6E28-0917-19F2-2E79FC46D8DE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40014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AE4B2CAC-AA01-C565-4E16-C29429C1C42B}"/>
              </a:ext>
            </a:extLst>
          </p:cNvPr>
          <p:cNvGrpSpPr/>
          <p:nvPr/>
        </p:nvGrpSpPr>
        <p:grpSpPr>
          <a:xfrm rot="14528485">
            <a:off x="4916988" y="658395"/>
            <a:ext cx="2032167" cy="2503863"/>
            <a:chOff x="1242643" y="610711"/>
            <a:chExt cx="2032167" cy="2503863"/>
          </a:xfrm>
        </p:grpSpPr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55EBDD85-F47B-6029-EDD6-A9F6AF99BC4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928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F2A65220-6B19-9062-8F52-EB6AEE5D7BE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CE64BA06-E1A0-A0D7-1819-110C32862BC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4C1860FD-00DE-4128-2BAA-EB63CED5DA9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8F0AABE1-2E73-CBEA-1A05-C4D01B336B9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E1E27A38-F587-02E9-9538-EE536ECE0B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32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B72CE0FD-5CEC-7365-1152-EB48AE4206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1020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46BB2B0B-354A-BF3B-FB50-91F2DA962EF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287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51AED4D5-D3D2-C0BD-B850-C2CAA690A921}"/>
              </a:ext>
            </a:extLst>
          </p:cNvPr>
          <p:cNvGrpSpPr/>
          <p:nvPr/>
        </p:nvGrpSpPr>
        <p:grpSpPr>
          <a:xfrm>
            <a:off x="7762602" y="958182"/>
            <a:ext cx="4467219" cy="1743125"/>
            <a:chOff x="300942" y="947541"/>
            <a:chExt cx="3588152" cy="1743125"/>
          </a:xfrm>
        </p:grpSpPr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5A746263-1C28-5F61-0680-547DFFCAC073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69066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3DD6B4F1-BB30-BA0A-8342-B577D248127E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947541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EAF867DC-5B0C-3CF5-8AC7-3C9DDE73AAB9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238062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7E207ABD-F8AF-5A08-C554-A11B1014C869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528583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EA32FE66-884A-A7CA-5D1C-C4EF4610B2FE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819104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5D651845-556E-E5AD-8376-AF75F69127DC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109625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0A784C1C-CC73-E062-0938-9B75D993021A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40014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9" name="组合 218">
            <a:extLst>
              <a:ext uri="{FF2B5EF4-FFF2-40B4-BE49-F238E27FC236}">
                <a16:creationId xmlns:a16="http://schemas.microsoft.com/office/drawing/2014/main" id="{F4F1463D-6ED6-16CE-D8E2-F9C21E1A8333}"/>
              </a:ext>
            </a:extLst>
          </p:cNvPr>
          <p:cNvGrpSpPr/>
          <p:nvPr/>
        </p:nvGrpSpPr>
        <p:grpSpPr>
          <a:xfrm>
            <a:off x="8214149" y="627659"/>
            <a:ext cx="2322476" cy="2503863"/>
            <a:chOff x="952334" y="610711"/>
            <a:chExt cx="2322476" cy="2503863"/>
          </a:xfrm>
        </p:grpSpPr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0A93C4F6-BD48-3856-54B2-460484EF91E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928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F6764244-1927-781C-ACD7-0E18546DB54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31C2E26E-9ECC-9664-02BC-FE2A8016B0F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467007C0-612F-17BC-DE0C-2E175C5A054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5E5803FA-9755-C67B-CE4F-7F2DA91D198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63613BFB-EE93-3221-CF43-262D9394DC7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32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9DF1FA75-D829-4792-AB9B-BC10257BA2C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1020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AFCAEF87-7C62-2EEE-C0CD-6B5FFDB1763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287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220DF835-00C2-3D60-A2FF-D0D245EED7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9959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F6FA2274-336B-23FE-9766-0AC58EF3FD3D}"/>
              </a:ext>
            </a:extLst>
          </p:cNvPr>
          <p:cNvGrpSpPr/>
          <p:nvPr/>
        </p:nvGrpSpPr>
        <p:grpSpPr>
          <a:xfrm>
            <a:off x="10534137" y="627659"/>
            <a:ext cx="1451549" cy="2503863"/>
            <a:chOff x="1823261" y="610711"/>
            <a:chExt cx="1451549" cy="2503863"/>
          </a:xfrm>
        </p:grpSpPr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9F315CD1-C6A7-39E3-96FC-EFB9CEBC8A9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6CECF69A-0B55-9301-CF6F-BC03C5C6E4E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D76504D3-316D-0818-EF9B-BB930C70DFA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C763E45B-E8E4-BEB4-C76D-53671024C1D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1B6DC8BE-05DF-E06C-2066-2FCE4FFE846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32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8A4833FC-73F2-6C5F-9362-FCE2D33E0F2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287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B5A092C5-C2BC-1F3C-29AA-53CA05ABD8A5}"/>
              </a:ext>
            </a:extLst>
          </p:cNvPr>
          <p:cNvCxnSpPr>
            <a:cxnSpLocks/>
          </p:cNvCxnSpPr>
          <p:nvPr/>
        </p:nvCxnSpPr>
        <p:spPr>
          <a:xfrm>
            <a:off x="1806657" y="7307462"/>
            <a:ext cx="1715740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7E4722FB-6DF5-D332-1F26-685C8FAC6FC6}"/>
              </a:ext>
            </a:extLst>
          </p:cNvPr>
          <p:cNvCxnSpPr>
            <a:cxnSpLocks/>
          </p:cNvCxnSpPr>
          <p:nvPr/>
        </p:nvCxnSpPr>
        <p:spPr>
          <a:xfrm flipH="1" flipV="1">
            <a:off x="484177" y="5295077"/>
            <a:ext cx="1799812" cy="2710726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0ACC520B-29D8-5A43-E94B-3A522D87EE36}"/>
              </a:ext>
            </a:extLst>
          </p:cNvPr>
          <p:cNvGrpSpPr/>
          <p:nvPr/>
        </p:nvGrpSpPr>
        <p:grpSpPr>
          <a:xfrm>
            <a:off x="5373305" y="5243312"/>
            <a:ext cx="1729728" cy="2503863"/>
            <a:chOff x="952334" y="610711"/>
            <a:chExt cx="2322476" cy="2503863"/>
          </a:xfrm>
        </p:grpSpPr>
        <p:cxnSp>
          <p:nvCxnSpPr>
            <p:cNvPr id="361" name="直接连接符 360">
              <a:extLst>
                <a:ext uri="{FF2B5EF4-FFF2-40B4-BE49-F238E27FC236}">
                  <a16:creationId xmlns:a16="http://schemas.microsoft.com/office/drawing/2014/main" id="{3BE731A8-303C-367E-02D1-605D808A68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928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直接连接符 361">
              <a:extLst>
                <a:ext uri="{FF2B5EF4-FFF2-40B4-BE49-F238E27FC236}">
                  <a16:creationId xmlns:a16="http://schemas.microsoft.com/office/drawing/2014/main" id="{FA4E56D1-AFCE-06BA-E87A-3516D0E4AC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直接连接符 362">
              <a:extLst>
                <a:ext uri="{FF2B5EF4-FFF2-40B4-BE49-F238E27FC236}">
                  <a16:creationId xmlns:a16="http://schemas.microsoft.com/office/drawing/2014/main" id="{52B895DF-AF38-3B49-37B5-E9D6D158AAA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直接连接符 363">
              <a:extLst>
                <a:ext uri="{FF2B5EF4-FFF2-40B4-BE49-F238E27FC236}">
                  <a16:creationId xmlns:a16="http://schemas.microsoft.com/office/drawing/2014/main" id="{F9FFEA5E-0A7B-C1B7-8FFA-743487A4C4D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C1AEAE32-6BAE-2C0A-872F-96A04469FE2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A2387AE7-A8B7-D316-A984-E4F03E6FEDC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32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CF67646D-BFD5-385D-37F5-241D6D87865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1020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直接连接符 367">
              <a:extLst>
                <a:ext uri="{FF2B5EF4-FFF2-40B4-BE49-F238E27FC236}">
                  <a16:creationId xmlns:a16="http://schemas.microsoft.com/office/drawing/2014/main" id="{1C5AED83-A12B-63DB-EB45-60A3C660820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287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直接连接符 368">
              <a:extLst>
                <a:ext uri="{FF2B5EF4-FFF2-40B4-BE49-F238E27FC236}">
                  <a16:creationId xmlns:a16="http://schemas.microsoft.com/office/drawing/2014/main" id="{25541905-0076-694D-1422-CFF9DF06E6A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9959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1" name="组合 370">
            <a:extLst>
              <a:ext uri="{FF2B5EF4-FFF2-40B4-BE49-F238E27FC236}">
                <a16:creationId xmlns:a16="http://schemas.microsoft.com/office/drawing/2014/main" id="{1C76BED3-D688-382C-033B-337B85042C17}"/>
              </a:ext>
            </a:extLst>
          </p:cNvPr>
          <p:cNvGrpSpPr/>
          <p:nvPr/>
        </p:nvGrpSpPr>
        <p:grpSpPr>
          <a:xfrm>
            <a:off x="5099929" y="5607716"/>
            <a:ext cx="3182854" cy="1689624"/>
            <a:chOff x="300942" y="1528583"/>
            <a:chExt cx="3588152" cy="1162083"/>
          </a:xfrm>
        </p:grpSpPr>
        <p:cxnSp>
          <p:nvCxnSpPr>
            <p:cNvPr id="372" name="直接连接符 371">
              <a:extLst>
                <a:ext uri="{FF2B5EF4-FFF2-40B4-BE49-F238E27FC236}">
                  <a16:creationId xmlns:a16="http://schemas.microsoft.com/office/drawing/2014/main" id="{D14199E4-6956-A499-BF43-41386915A2DA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69066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直接连接符 374">
              <a:extLst>
                <a:ext uri="{FF2B5EF4-FFF2-40B4-BE49-F238E27FC236}">
                  <a16:creationId xmlns:a16="http://schemas.microsoft.com/office/drawing/2014/main" id="{94D3CAE3-AC58-43F5-3B95-447094FBE0A5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528583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直接连接符 375">
              <a:extLst>
                <a:ext uri="{FF2B5EF4-FFF2-40B4-BE49-F238E27FC236}">
                  <a16:creationId xmlns:a16="http://schemas.microsoft.com/office/drawing/2014/main" id="{25481EA2-05B4-5CE5-0D63-9B456001B64D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819104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直接连接符 376">
              <a:extLst>
                <a:ext uri="{FF2B5EF4-FFF2-40B4-BE49-F238E27FC236}">
                  <a16:creationId xmlns:a16="http://schemas.microsoft.com/office/drawing/2014/main" id="{581FC583-6B40-F3E0-C9E4-ADBF9F95E606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109625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直接连接符 377">
              <a:extLst>
                <a:ext uri="{FF2B5EF4-FFF2-40B4-BE49-F238E27FC236}">
                  <a16:creationId xmlns:a16="http://schemas.microsoft.com/office/drawing/2014/main" id="{1AAA47F2-0FD7-93F5-9AFB-71712B6AEF12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40014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2" name="组合 381">
            <a:extLst>
              <a:ext uri="{FF2B5EF4-FFF2-40B4-BE49-F238E27FC236}">
                <a16:creationId xmlns:a16="http://schemas.microsoft.com/office/drawing/2014/main" id="{88976680-160F-4A0F-BCAB-4EDD500AFAFF}"/>
              </a:ext>
            </a:extLst>
          </p:cNvPr>
          <p:cNvGrpSpPr/>
          <p:nvPr/>
        </p:nvGrpSpPr>
        <p:grpSpPr>
          <a:xfrm>
            <a:off x="9569768" y="5527139"/>
            <a:ext cx="1758632" cy="1770885"/>
            <a:chOff x="5115842" y="925317"/>
            <a:chExt cx="1758632" cy="1770885"/>
          </a:xfrm>
        </p:grpSpPr>
        <p:sp>
          <p:nvSpPr>
            <p:cNvPr id="383" name="矩形 382">
              <a:extLst>
                <a:ext uri="{FF2B5EF4-FFF2-40B4-BE49-F238E27FC236}">
                  <a16:creationId xmlns:a16="http://schemas.microsoft.com/office/drawing/2014/main" id="{ABAF1138-F3BD-6AC9-6231-57135D5A8253}"/>
                </a:ext>
              </a:extLst>
            </p:cNvPr>
            <p:cNvSpPr/>
            <p:nvPr/>
          </p:nvSpPr>
          <p:spPr>
            <a:xfrm>
              <a:off x="5131073" y="952158"/>
              <a:ext cx="1733093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84" name="直接箭头连接符 383">
              <a:extLst>
                <a:ext uri="{FF2B5EF4-FFF2-40B4-BE49-F238E27FC236}">
                  <a16:creationId xmlns:a16="http://schemas.microsoft.com/office/drawing/2014/main" id="{CA047E6F-D1F8-0A9E-6FF5-323A50BAD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1227" y="925317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箭头连接符 384">
              <a:extLst>
                <a:ext uri="{FF2B5EF4-FFF2-40B4-BE49-F238E27FC236}">
                  <a16:creationId xmlns:a16="http://schemas.microsoft.com/office/drawing/2014/main" id="{5A012FA7-497E-2207-AC3A-4861ACE81A3E}"/>
                </a:ext>
              </a:extLst>
            </p:cNvPr>
            <p:cNvCxnSpPr>
              <a:cxnSpLocks/>
            </p:cNvCxnSpPr>
            <p:nvPr/>
          </p:nvCxnSpPr>
          <p:spPr>
            <a:xfrm>
              <a:off x="5115842" y="2686026"/>
              <a:ext cx="1758632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椭圆 385">
              <a:extLst>
                <a:ext uri="{FF2B5EF4-FFF2-40B4-BE49-F238E27FC236}">
                  <a16:creationId xmlns:a16="http://schemas.microsoft.com/office/drawing/2014/main" id="{F75DE25C-8571-533C-EF6F-C6A0E82EE12C}"/>
                </a:ext>
              </a:extLst>
            </p:cNvPr>
            <p:cNvSpPr/>
            <p:nvPr/>
          </p:nvSpPr>
          <p:spPr>
            <a:xfrm>
              <a:off x="6248729" y="1248409"/>
              <a:ext cx="156769" cy="15676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pic>
        <p:nvPicPr>
          <p:cNvPr id="1026" name="Picture 2" descr="🤯 爆炸头 表情图片下载: 高清大图、动画图像和矢量图形 | Emojiall">
            <a:extLst>
              <a:ext uri="{FF2B5EF4-FFF2-40B4-BE49-F238E27FC236}">
                <a16:creationId xmlns:a16="http://schemas.microsoft.com/office/drawing/2014/main" id="{027AE9DB-1983-1854-F2F4-326179F2F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041" y="6040528"/>
            <a:ext cx="1136524" cy="113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7" name="图片 386" descr="\documentclass{article}&#10;\usepackage{amsmath}&#10;\pagestyle{empty}&#10;\begin{document}&#10;&#10;$y_1$&#10;&#10;&#10;\end{document}" title="IguanaTex Bitmap Display">
            <a:extLst>
              <a:ext uri="{FF2B5EF4-FFF2-40B4-BE49-F238E27FC236}">
                <a16:creationId xmlns:a16="http://schemas.microsoft.com/office/drawing/2014/main" id="{4832078A-7D5E-9E3F-01EC-4FF7C2FED98C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816" y="3383104"/>
            <a:ext cx="221746" cy="179751"/>
          </a:xfrm>
          <a:prstGeom prst="rect">
            <a:avLst/>
          </a:prstGeom>
        </p:spPr>
      </p:pic>
      <p:pic>
        <p:nvPicPr>
          <p:cNvPr id="388" name="图片 387" descr="\documentclass{article}&#10;\usepackage{amsmath}&#10;\pagestyle{empty}&#10;\begin{document}&#10;&#10;$y_1$&#10;&#10;&#10;\end{document}" title="IguanaTex Bitmap Display">
            <a:extLst>
              <a:ext uri="{FF2B5EF4-FFF2-40B4-BE49-F238E27FC236}">
                <a16:creationId xmlns:a16="http://schemas.microsoft.com/office/drawing/2014/main" id="{B2C3A1A4-1AF6-C462-01DF-D9E5734F94F6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560" y="2808655"/>
            <a:ext cx="221746" cy="179751"/>
          </a:xfrm>
          <a:prstGeom prst="rect">
            <a:avLst/>
          </a:prstGeom>
        </p:spPr>
      </p:pic>
      <p:pic>
        <p:nvPicPr>
          <p:cNvPr id="389" name="图片 388" descr="\documentclass{article}&#10;\usepackage{amsmath}&#10;\pagestyle{empty}&#10;\begin{document}&#10;&#10;$y_1$&#10;&#10;&#10;\end{document}" title="IguanaTex Bitmap Display">
            <a:extLst>
              <a:ext uri="{FF2B5EF4-FFF2-40B4-BE49-F238E27FC236}">
                <a16:creationId xmlns:a16="http://schemas.microsoft.com/office/drawing/2014/main" id="{6FE50CA7-DBFD-EBC4-34E7-B6224CE06FEA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542" y="7463103"/>
            <a:ext cx="221746" cy="179751"/>
          </a:xfrm>
          <a:prstGeom prst="rect">
            <a:avLst/>
          </a:prstGeom>
        </p:spPr>
      </p:pic>
      <p:pic>
        <p:nvPicPr>
          <p:cNvPr id="390" name="图片 389" descr="\documentclass{article}&#10;\usepackage{amsmath}&#10;\pagestyle{empty}&#10;\begin{document}&#10;&#10;$y_1$&#10;&#10;&#10;\end{document}" title="IguanaTex Bitmap Display">
            <a:extLst>
              <a:ext uri="{FF2B5EF4-FFF2-40B4-BE49-F238E27FC236}">
                <a16:creationId xmlns:a16="http://schemas.microsoft.com/office/drawing/2014/main" id="{5AC005B0-BA29-F849-FB0A-B3493426A3C9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312" y="7452719"/>
            <a:ext cx="221746" cy="179751"/>
          </a:xfrm>
          <a:prstGeom prst="rect">
            <a:avLst/>
          </a:prstGeom>
        </p:spPr>
      </p:pic>
      <p:pic>
        <p:nvPicPr>
          <p:cNvPr id="391" name="图片 390" descr="\documentclass{article}&#10;\usepackage{amsmath}&#10;\pagestyle{empty}&#10;\begin{document}&#10;&#10;$y_2$&#10;&#10;&#10;\end{document}" title="IguanaTex Bitmap Display">
            <a:extLst>
              <a:ext uri="{FF2B5EF4-FFF2-40B4-BE49-F238E27FC236}">
                <a16:creationId xmlns:a16="http://schemas.microsoft.com/office/drawing/2014/main" id="{4288DC53-C67F-7DA4-5784-025FBE091C6E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796" y="1696498"/>
            <a:ext cx="228468" cy="179751"/>
          </a:xfrm>
          <a:prstGeom prst="rect">
            <a:avLst/>
          </a:prstGeom>
        </p:spPr>
      </p:pic>
      <p:pic>
        <p:nvPicPr>
          <p:cNvPr id="392" name="图片 391" descr="\documentclass{article}&#10;\usepackage{amsmath}&#10;\pagestyle{empty}&#10;\begin{document}&#10;&#10;$y_2$&#10;&#10;&#10;\end{document}" title="IguanaTex Bitmap Display">
            <a:extLst>
              <a:ext uri="{FF2B5EF4-FFF2-40B4-BE49-F238E27FC236}">
                <a16:creationId xmlns:a16="http://schemas.microsoft.com/office/drawing/2014/main" id="{06A4421A-68E1-F5B4-B1BD-579105B2516B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606" y="365870"/>
            <a:ext cx="228468" cy="179751"/>
          </a:xfrm>
          <a:prstGeom prst="rect">
            <a:avLst/>
          </a:prstGeom>
        </p:spPr>
      </p:pic>
      <p:pic>
        <p:nvPicPr>
          <p:cNvPr id="393" name="图片 392" descr="\documentclass{article}&#10;\usepackage{amsmath}&#10;\pagestyle{empty}&#10;\begin{document}&#10;&#10;$y_2$&#10;&#10;&#10;\end{document}" title="IguanaTex Bitmap Display">
            <a:extLst>
              <a:ext uri="{FF2B5EF4-FFF2-40B4-BE49-F238E27FC236}">
                <a16:creationId xmlns:a16="http://schemas.microsoft.com/office/drawing/2014/main" id="{C43AA4FC-1B0A-E07D-0153-DBCD3BEE6D3F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11" y="5056280"/>
            <a:ext cx="228468" cy="179751"/>
          </a:xfrm>
          <a:prstGeom prst="rect">
            <a:avLst/>
          </a:prstGeom>
        </p:spPr>
      </p:pic>
      <p:pic>
        <p:nvPicPr>
          <p:cNvPr id="394" name="图片 393" descr="\documentclass{article}&#10;\usepackage{amsmath}&#10;\pagestyle{empty}&#10;\begin{document}&#10;&#10;$y_2$&#10;&#10;&#10;\end{document}" title="IguanaTex Bitmap Display">
            <a:extLst>
              <a:ext uri="{FF2B5EF4-FFF2-40B4-BE49-F238E27FC236}">
                <a16:creationId xmlns:a16="http://schemas.microsoft.com/office/drawing/2014/main" id="{3348A713-585B-2E8E-3173-6208AA391F12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072" y="4999937"/>
            <a:ext cx="228468" cy="17975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F68846B-4B15-BAF8-AD6C-AD464197A0AC}"/>
              </a:ext>
            </a:extLst>
          </p:cNvPr>
          <p:cNvSpPr/>
          <p:nvPr/>
        </p:nvSpPr>
        <p:spPr>
          <a:xfrm>
            <a:off x="5413132" y="934937"/>
            <a:ext cx="1753624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B72F7A58-9A31-07F6-1E2B-EF8450A1F561}"/>
              </a:ext>
            </a:extLst>
          </p:cNvPr>
          <p:cNvGrpSpPr/>
          <p:nvPr/>
        </p:nvGrpSpPr>
        <p:grpSpPr>
          <a:xfrm>
            <a:off x="479849" y="5565523"/>
            <a:ext cx="3795082" cy="1743125"/>
            <a:chOff x="300942" y="947541"/>
            <a:chExt cx="3588152" cy="1743125"/>
          </a:xfrm>
        </p:grpSpPr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3E6D14ED-A463-86BF-CEC9-6DBFAE422712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69066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112CA624-4940-A1D2-1724-250766349927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947541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77BE1320-A2AF-8A35-C8FA-8BE24EF91934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238062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BC16AA9B-7D5A-BDC4-11C4-62D5A493C66E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528583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CF558161-9ABE-9AE3-FDBB-8074C05C153D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819104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id="{33E3C900-393B-FA06-0ADC-C18D0FC6F6D9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109625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E6E93B97-B0A7-222D-5B16-0FF81F8B6E8D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40014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7" name="图片 356">
            <a:extLst>
              <a:ext uri="{FF2B5EF4-FFF2-40B4-BE49-F238E27FC236}">
                <a16:creationId xmlns:a16="http://schemas.microsoft.com/office/drawing/2014/main" id="{391033F8-5F26-20E4-059C-013D3770D929}"/>
              </a:ext>
            </a:extLst>
          </p:cNvPr>
          <p:cNvPicPr>
            <a:picLocks noChangeAspect="1"/>
          </p:cNvPicPr>
          <p:nvPr/>
        </p:nvPicPr>
        <p:blipFill>
          <a:blip r:embed="rId43"/>
          <a:srcRect l="21710" t="36758" r="33211" b="27970"/>
          <a:stretch>
            <a:fillRect/>
          </a:stretch>
        </p:blipFill>
        <p:spPr>
          <a:xfrm>
            <a:off x="757774" y="5282571"/>
            <a:ext cx="3520429" cy="2260025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0D4F410C-3F3D-4EC7-4DE7-65B810E0B4AF}"/>
              </a:ext>
            </a:extLst>
          </p:cNvPr>
          <p:cNvGrpSpPr/>
          <p:nvPr/>
        </p:nvGrpSpPr>
        <p:grpSpPr>
          <a:xfrm>
            <a:off x="500788" y="956914"/>
            <a:ext cx="3182854" cy="1727585"/>
            <a:chOff x="500788" y="956914"/>
            <a:chExt cx="3182854" cy="1727585"/>
          </a:xfrm>
        </p:grpSpPr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9CB90BC7-B8FC-C42E-C541-0BD58550FFB3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409518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3EA4BBB9-9C35-4FDF-C382-8B6A4D6AAEFC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956914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8D44D68A-9CC8-5AC4-A940-A6A84CEEFF60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247435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590EA966-115A-58FD-0AD0-3F87366A8729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537956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7F487277-7A04-B51C-B655-BFAA92F3C093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828477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F47038AE-2E98-5A30-CE6D-817C7652BA2E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118998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C5768B8-53E1-C943-439F-503667F1AF6F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684499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2B4A114-07CF-22EF-66FA-91A0935EF596}"/>
              </a:ext>
            </a:extLst>
          </p:cNvPr>
          <p:cNvGrpSpPr/>
          <p:nvPr/>
        </p:nvGrpSpPr>
        <p:grpSpPr>
          <a:xfrm>
            <a:off x="7102865" y="5241038"/>
            <a:ext cx="648647" cy="2503863"/>
            <a:chOff x="2113570" y="610711"/>
            <a:chExt cx="870927" cy="2503863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721F101B-69E8-91F6-E504-BE0466D8CD5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AF6ACF-BCD5-08EE-0C78-0BC65E8A055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2DD69694-09C5-7084-2970-85D4671087D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4B75EAB-9A35-D54E-9842-61116303BE8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9674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B1E82-ABC4-D76F-73BE-ACC16B6F8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AAFF59DA-94F4-4EF0-E49A-F776217B6FA3}"/>
              </a:ext>
            </a:extLst>
          </p:cNvPr>
          <p:cNvCxnSpPr>
            <a:cxnSpLocks/>
          </p:cNvCxnSpPr>
          <p:nvPr/>
        </p:nvCxnSpPr>
        <p:spPr>
          <a:xfrm flipV="1">
            <a:off x="8031414" y="601885"/>
            <a:ext cx="0" cy="4133042"/>
          </a:xfrm>
          <a:prstGeom prst="straightConnector1">
            <a:avLst/>
          </a:prstGeom>
          <a:ln w="444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78CAA620-80DA-5E5A-CC4A-AED249F65975}"/>
              </a:ext>
            </a:extLst>
          </p:cNvPr>
          <p:cNvCxnSpPr>
            <a:cxnSpLocks/>
          </p:cNvCxnSpPr>
          <p:nvPr/>
        </p:nvCxnSpPr>
        <p:spPr>
          <a:xfrm>
            <a:off x="6317921" y="3618983"/>
            <a:ext cx="4977737" cy="0"/>
          </a:xfrm>
          <a:prstGeom prst="straightConnector1">
            <a:avLst/>
          </a:prstGeom>
          <a:ln w="444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43ABB973-0EA3-BE4D-5489-2678E0559C93}"/>
              </a:ext>
            </a:extLst>
          </p:cNvPr>
          <p:cNvGrpSpPr/>
          <p:nvPr/>
        </p:nvGrpSpPr>
        <p:grpSpPr>
          <a:xfrm>
            <a:off x="1221464" y="1130324"/>
            <a:ext cx="3541612" cy="3928850"/>
            <a:chOff x="952334" y="610711"/>
            <a:chExt cx="2322476" cy="2503863"/>
          </a:xfrm>
        </p:grpSpPr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453579EB-B9B4-47CB-CF72-ED147291D6F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928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F90BFDF0-99CD-E8DB-247F-16A75A76B9C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74EE598-F59A-266D-D4DF-35F1622CF3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6D71DB7B-36E6-6AFF-1411-6CE53F5E60A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5317C33B-58FB-4D36-17D6-8B2F83BA45F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00EAC4C4-50EB-BA78-26D6-48667DA2E5C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32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EBB92216-EA35-2327-8D71-AFFAE89FAB6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1020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5216C6F1-2C0A-9447-2052-917F0FABF4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287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3FBAA737-CB42-4579-8DF3-B3C1DFB3F53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9959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FD32A7DB-94C5-0609-C9F2-190E09EA3F7C}"/>
              </a:ext>
            </a:extLst>
          </p:cNvPr>
          <p:cNvGrpSpPr/>
          <p:nvPr/>
        </p:nvGrpSpPr>
        <p:grpSpPr>
          <a:xfrm>
            <a:off x="732920" y="1856501"/>
            <a:ext cx="4793081" cy="2654086"/>
            <a:chOff x="500788" y="956914"/>
            <a:chExt cx="3182854" cy="1727585"/>
          </a:xfrm>
        </p:grpSpPr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2E8907A8-6DB7-01BF-D6DE-6E1B6DA26DC6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409518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4A8BEA29-9AA5-256D-C365-E0A976EE31C3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956914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0C2C5C54-65F4-5D3E-0147-C8D6C047136A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247435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63CFB86A-E04C-9EFA-ACE5-E0A71D9CA1A5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537956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8869907B-1913-0A71-40AC-89A33B369058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828477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A6098A05-1A51-346E-F1B2-3DACD836B42C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118998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DF0F112C-CCD7-E47E-EFBA-120C020F8D20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684499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7" name="组合 1056">
            <a:extLst>
              <a:ext uri="{FF2B5EF4-FFF2-40B4-BE49-F238E27FC236}">
                <a16:creationId xmlns:a16="http://schemas.microsoft.com/office/drawing/2014/main" id="{31355E52-2E1D-4603-3807-A54B24E9D5ED}"/>
              </a:ext>
            </a:extLst>
          </p:cNvPr>
          <p:cNvGrpSpPr/>
          <p:nvPr/>
        </p:nvGrpSpPr>
        <p:grpSpPr>
          <a:xfrm rot="14927951">
            <a:off x="7347997" y="-37575"/>
            <a:ext cx="4393126" cy="5553065"/>
            <a:chOff x="395258" y="692106"/>
            <a:chExt cx="3168259" cy="3068327"/>
          </a:xfrm>
        </p:grpSpPr>
        <p:cxnSp>
          <p:nvCxnSpPr>
            <p:cNvPr id="1058" name="直接连接符 1057">
              <a:extLst>
                <a:ext uri="{FF2B5EF4-FFF2-40B4-BE49-F238E27FC236}">
                  <a16:creationId xmlns:a16="http://schemas.microsoft.com/office/drawing/2014/main" id="{F50D7FD4-9FAF-3C48-F287-A77459196764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216846" y="1112266"/>
              <a:ext cx="2051592" cy="122789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25ADA44E-2422-CAA2-4551-D36949A6A8BE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2017052" y="1880493"/>
              <a:ext cx="1934889" cy="1158041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直接连接符 1059">
              <a:extLst>
                <a:ext uri="{FF2B5EF4-FFF2-40B4-BE49-F238E27FC236}">
                  <a16:creationId xmlns:a16="http://schemas.microsoft.com/office/drawing/2014/main" id="{52FDAA8F-D842-A038-DEE6-7CA9F428E5EE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1444972" y="1763555"/>
              <a:ext cx="2498431" cy="1495325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直接连接符 1060">
              <a:extLst>
                <a:ext uri="{FF2B5EF4-FFF2-40B4-BE49-F238E27FC236}">
                  <a16:creationId xmlns:a16="http://schemas.microsoft.com/office/drawing/2014/main" id="{03EDFAF2-8FE4-6412-D17A-DBDE6E7CD083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1158029" y="1525502"/>
              <a:ext cx="2491700" cy="1491295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直接连接符 1061">
              <a:extLst>
                <a:ext uri="{FF2B5EF4-FFF2-40B4-BE49-F238E27FC236}">
                  <a16:creationId xmlns:a16="http://schemas.microsoft.com/office/drawing/2014/main" id="{6BFB3331-20BE-82A0-1566-D9C860FA4BDF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818277" y="1244034"/>
              <a:ext cx="2590585" cy="155048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直接连接符 1062">
              <a:extLst>
                <a:ext uri="{FF2B5EF4-FFF2-40B4-BE49-F238E27FC236}">
                  <a16:creationId xmlns:a16="http://schemas.microsoft.com/office/drawing/2014/main" id="{42C13FD3-C94A-A275-CA91-F2FABFDEA9D1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606135" y="1205815"/>
              <a:ext cx="2434251" cy="1456913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直接连接符 1063">
              <a:extLst>
                <a:ext uri="{FF2B5EF4-FFF2-40B4-BE49-F238E27FC236}">
                  <a16:creationId xmlns:a16="http://schemas.microsoft.com/office/drawing/2014/main" id="{676C6D94-A2D4-EF67-83AF-1CEA6E792605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418260" y="1155731"/>
              <a:ext cx="2229382" cy="1334297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直接连接符 1064">
              <a:extLst>
                <a:ext uri="{FF2B5EF4-FFF2-40B4-BE49-F238E27FC236}">
                  <a16:creationId xmlns:a16="http://schemas.microsoft.com/office/drawing/2014/main" id="{A8A47AEC-B98A-1011-883D-99037C1B9B17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2827533" y="1918404"/>
              <a:ext cx="894555" cy="535396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直接连接符 1065">
              <a:extLst>
                <a:ext uri="{FF2B5EF4-FFF2-40B4-BE49-F238E27FC236}">
                  <a16:creationId xmlns:a16="http://schemas.microsoft.com/office/drawing/2014/main" id="{499ECB1C-B168-CFF7-508D-63301B476817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21557" y="1065807"/>
              <a:ext cx="1861553" cy="1114151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7" name="组合 1066">
            <a:extLst>
              <a:ext uri="{FF2B5EF4-FFF2-40B4-BE49-F238E27FC236}">
                <a16:creationId xmlns:a16="http://schemas.microsoft.com/office/drawing/2014/main" id="{ADD098F6-837C-9A74-E240-68EA570E913B}"/>
              </a:ext>
            </a:extLst>
          </p:cNvPr>
          <p:cNvGrpSpPr/>
          <p:nvPr/>
        </p:nvGrpSpPr>
        <p:grpSpPr>
          <a:xfrm rot="12044851">
            <a:off x="6947666" y="-263180"/>
            <a:ext cx="4918948" cy="5780620"/>
            <a:chOff x="325839" y="316719"/>
            <a:chExt cx="3445783" cy="3684000"/>
          </a:xfrm>
        </p:grpSpPr>
        <p:cxnSp>
          <p:nvCxnSpPr>
            <p:cNvPr id="1068" name="直接连接符 1067">
              <a:extLst>
                <a:ext uri="{FF2B5EF4-FFF2-40B4-BE49-F238E27FC236}">
                  <a16:creationId xmlns:a16="http://schemas.microsoft.com/office/drawing/2014/main" id="{38906D45-4B76-AF5D-4892-F91FF428FEEF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608714" y="1319340"/>
              <a:ext cx="1267859" cy="2526751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直接连接符 1068">
              <a:extLst>
                <a:ext uri="{FF2B5EF4-FFF2-40B4-BE49-F238E27FC236}">
                  <a16:creationId xmlns:a16="http://schemas.microsoft.com/office/drawing/2014/main" id="{36E9AF90-A706-195F-604F-68149673E008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2384683" y="507225"/>
              <a:ext cx="1199627" cy="239077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直接连接符 1069">
              <a:extLst>
                <a:ext uri="{FF2B5EF4-FFF2-40B4-BE49-F238E27FC236}">
                  <a16:creationId xmlns:a16="http://schemas.microsoft.com/office/drawing/2014/main" id="{923AFBBD-DE68-E206-C1A3-FCA0F3E6EC24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2019883" y="316719"/>
              <a:ext cx="1348610" cy="2687683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直接连接符 1070">
              <a:extLst>
                <a:ext uri="{FF2B5EF4-FFF2-40B4-BE49-F238E27FC236}">
                  <a16:creationId xmlns:a16="http://schemas.microsoft.com/office/drawing/2014/main" id="{2925ED98-C059-067D-58F4-BEEDEA260B12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1723956" y="449477"/>
              <a:ext cx="1359847" cy="2710077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直接连接符 1071">
              <a:extLst>
                <a:ext uri="{FF2B5EF4-FFF2-40B4-BE49-F238E27FC236}">
                  <a16:creationId xmlns:a16="http://schemas.microsoft.com/office/drawing/2014/main" id="{AD2EEC57-9DE5-8B96-7749-A115AABC956F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1451141" y="718942"/>
              <a:ext cx="1324858" cy="2640351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直接连接符 1072">
              <a:extLst>
                <a:ext uri="{FF2B5EF4-FFF2-40B4-BE49-F238E27FC236}">
                  <a16:creationId xmlns:a16="http://schemas.microsoft.com/office/drawing/2014/main" id="{DE6BE401-74AD-AC0E-0F1B-5375D945C1E7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1116174" y="726239"/>
              <a:ext cx="1414172" cy="2818345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直接连接符 1073">
              <a:extLst>
                <a:ext uri="{FF2B5EF4-FFF2-40B4-BE49-F238E27FC236}">
                  <a16:creationId xmlns:a16="http://schemas.microsoft.com/office/drawing/2014/main" id="{3B7BCA6F-98ED-2C5E-C3BF-B76F5163DBAF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886162" y="1105295"/>
              <a:ext cx="1293579" cy="2578008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直接连接符 1074">
              <a:extLst>
                <a:ext uri="{FF2B5EF4-FFF2-40B4-BE49-F238E27FC236}">
                  <a16:creationId xmlns:a16="http://schemas.microsoft.com/office/drawing/2014/main" id="{F4DE2F18-DB80-D649-3850-717281936D40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2777996" y="691884"/>
              <a:ext cx="993626" cy="1980227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直接连接符 1075">
              <a:extLst>
                <a:ext uri="{FF2B5EF4-FFF2-40B4-BE49-F238E27FC236}">
                  <a16:creationId xmlns:a16="http://schemas.microsoft.com/office/drawing/2014/main" id="{14634123-3189-9EBD-1A21-7867913F265D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325839" y="1503601"/>
              <a:ext cx="1252990" cy="2497118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A339295-20F6-824F-C439-34259482AF93}"/>
              </a:ext>
            </a:extLst>
          </p:cNvPr>
          <p:cNvCxnSpPr>
            <a:cxnSpLocks/>
          </p:cNvCxnSpPr>
          <p:nvPr/>
        </p:nvCxnSpPr>
        <p:spPr>
          <a:xfrm flipV="1">
            <a:off x="7479615" y="703828"/>
            <a:ext cx="1761266" cy="4191104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F61E784-17DA-21FA-8B84-D7B577938DEB}"/>
              </a:ext>
            </a:extLst>
          </p:cNvPr>
          <p:cNvCxnSpPr>
            <a:cxnSpLocks/>
          </p:cNvCxnSpPr>
          <p:nvPr/>
        </p:nvCxnSpPr>
        <p:spPr>
          <a:xfrm>
            <a:off x="832754" y="3618982"/>
            <a:ext cx="4977737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066DE5F-E0BC-0E5E-9817-DB34A08C25AD}"/>
              </a:ext>
            </a:extLst>
          </p:cNvPr>
          <p:cNvCxnSpPr>
            <a:cxnSpLocks/>
          </p:cNvCxnSpPr>
          <p:nvPr/>
        </p:nvCxnSpPr>
        <p:spPr>
          <a:xfrm flipV="1">
            <a:off x="2546247" y="601884"/>
            <a:ext cx="0" cy="4133042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C6A5CF3E-09E7-7FE2-69C1-490D2E34D2B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476" y="3722391"/>
            <a:ext cx="193188" cy="203267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5A08048-B995-80B3-CE75-0A496F32F0F4}"/>
              </a:ext>
            </a:extLst>
          </p:cNvPr>
          <p:cNvCxnSpPr/>
          <p:nvPr/>
        </p:nvCxnSpPr>
        <p:spPr>
          <a:xfrm>
            <a:off x="2545504" y="3617202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B66540DA-5EE3-2A74-998E-B24833D78C8A}"/>
              </a:ext>
            </a:extLst>
          </p:cNvPr>
          <p:cNvSpPr/>
          <p:nvPr/>
        </p:nvSpPr>
        <p:spPr>
          <a:xfrm>
            <a:off x="2537884" y="1883342"/>
            <a:ext cx="1773707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1DD2FA6-01CB-2B52-3FA8-43E794DA8A86}"/>
              </a:ext>
            </a:extLst>
          </p:cNvPr>
          <p:cNvCxnSpPr>
            <a:cxnSpLocks/>
          </p:cNvCxnSpPr>
          <p:nvPr/>
        </p:nvCxnSpPr>
        <p:spPr>
          <a:xfrm flipV="1">
            <a:off x="2548038" y="1856501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3F7E065-CDC1-E027-4C60-42FB96B56973}"/>
              </a:ext>
            </a:extLst>
          </p:cNvPr>
          <p:cNvCxnSpPr>
            <a:cxnSpLocks/>
          </p:cNvCxnSpPr>
          <p:nvPr/>
        </p:nvCxnSpPr>
        <p:spPr>
          <a:xfrm>
            <a:off x="2522653" y="3617210"/>
            <a:ext cx="1788938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5" name="图片 164" descr="\documentclass{article}&#10;\usepackage{amsmath}&#10;\pagestyle{empty}&#10;\begin{document}&#10;&#10;$x$&#10;&#10;&#10;\end{document}" title="IguanaTex Bitmap Display">
            <a:extLst>
              <a:ext uri="{FF2B5EF4-FFF2-40B4-BE49-F238E27FC236}">
                <a16:creationId xmlns:a16="http://schemas.microsoft.com/office/drawing/2014/main" id="{081F313E-C4CD-C98A-6216-0A4022231A2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859" y="3756405"/>
            <a:ext cx="141110" cy="125994"/>
          </a:xfrm>
          <a:prstGeom prst="rect">
            <a:avLst/>
          </a:prstGeom>
        </p:spPr>
      </p:pic>
      <p:pic>
        <p:nvPicPr>
          <p:cNvPr id="163" name="图片 162" descr="\documentclass{article}&#10;\usepackage{amsmath}&#10;\pagestyle{empty}&#10;\begin{document}&#10;&#10;$t$&#10;&#10;&#10;\end{document}" title="IguanaTex Bitmap Display">
            <a:extLst>
              <a:ext uri="{FF2B5EF4-FFF2-40B4-BE49-F238E27FC236}">
                <a16:creationId xmlns:a16="http://schemas.microsoft.com/office/drawing/2014/main" id="{2C4FB236-A366-B00F-4EFA-C51DEFAC3AA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916" y="524077"/>
            <a:ext cx="87356" cy="179751"/>
          </a:xfrm>
          <a:prstGeom prst="rect">
            <a:avLst/>
          </a:prstGeom>
        </p:spPr>
      </p:pic>
      <p:pic>
        <p:nvPicPr>
          <p:cNvPr id="170" name="图片 169" descr="\documentclass{article}&#10;\usepackage{amsmath}&#10;\pagestyle{empty}&#10;\begin{document}&#10;&#10;$(x,t)$&#10;&#10;&#10;\end{document}" title="IguanaTex Bitmap Display">
            <a:extLst>
              <a:ext uri="{FF2B5EF4-FFF2-40B4-BE49-F238E27FC236}">
                <a16:creationId xmlns:a16="http://schemas.microsoft.com/office/drawing/2014/main" id="{A6098D6C-C7E4-D5A6-F648-4123DDC60A1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168" y="1526806"/>
            <a:ext cx="545964" cy="280541"/>
          </a:xfrm>
          <a:prstGeom prst="rect">
            <a:avLst/>
          </a:prstGeom>
        </p:spPr>
      </p:pic>
      <p:pic>
        <p:nvPicPr>
          <p:cNvPr id="44" name="图片 43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F1C0BE70-C0F0-1216-AC2B-78298D7E2DF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359" y="1644079"/>
            <a:ext cx="299020" cy="167989"/>
          </a:xfrm>
          <a:prstGeom prst="rect">
            <a:avLst/>
          </a:prstGeom>
        </p:spPr>
      </p:pic>
      <p:pic>
        <p:nvPicPr>
          <p:cNvPr id="45" name="图片 44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F992F95C-9CFB-A750-C2A2-94E4154700D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87" y="3709796"/>
            <a:ext cx="292301" cy="167989"/>
          </a:xfrm>
          <a:prstGeom prst="rect">
            <a:avLst/>
          </a:prstGeom>
        </p:spPr>
      </p:pic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B67C14DA-1AFA-A3FA-A60C-B053CE558BF2}"/>
              </a:ext>
            </a:extLst>
          </p:cNvPr>
          <p:cNvCxnSpPr>
            <a:cxnSpLocks/>
          </p:cNvCxnSpPr>
          <p:nvPr/>
        </p:nvCxnSpPr>
        <p:spPr>
          <a:xfrm flipH="1" flipV="1">
            <a:off x="1773957" y="1780128"/>
            <a:ext cx="758178" cy="1828679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7CF01CF-54AD-0BFB-E362-6F3FB7416A30}"/>
              </a:ext>
            </a:extLst>
          </p:cNvPr>
          <p:cNvCxnSpPr>
            <a:cxnSpLocks/>
          </p:cNvCxnSpPr>
          <p:nvPr/>
        </p:nvCxnSpPr>
        <p:spPr>
          <a:xfrm>
            <a:off x="2547376" y="3638313"/>
            <a:ext cx="1823853" cy="779229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平行四边形 53">
            <a:extLst>
              <a:ext uri="{FF2B5EF4-FFF2-40B4-BE49-F238E27FC236}">
                <a16:creationId xmlns:a16="http://schemas.microsoft.com/office/drawing/2014/main" id="{E587F5BB-57DA-23A8-2E67-45EFC27A7123}"/>
              </a:ext>
            </a:extLst>
          </p:cNvPr>
          <p:cNvSpPr/>
          <p:nvPr/>
        </p:nvSpPr>
        <p:spPr>
          <a:xfrm rot="4042753">
            <a:off x="1362483" y="2409929"/>
            <a:ext cx="3438250" cy="1400121"/>
          </a:xfrm>
          <a:prstGeom prst="parallelogram">
            <a:avLst>
              <a:gd name="adj" fmla="val 103896"/>
            </a:avLst>
          </a:prstGeom>
          <a:solidFill>
            <a:srgbClr val="0070C0">
              <a:alpha val="25000"/>
            </a:srgbClr>
          </a:solidFill>
          <a:ln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482206E7-8BAD-8879-252C-02BAF45CE0F8}"/>
              </a:ext>
            </a:extLst>
          </p:cNvPr>
          <p:cNvSpPr/>
          <p:nvPr/>
        </p:nvSpPr>
        <p:spPr>
          <a:xfrm>
            <a:off x="4225060" y="1795608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81550F5B-F9A8-4F3B-F372-E93692B7B526}"/>
              </a:ext>
            </a:extLst>
          </p:cNvPr>
          <p:cNvSpPr/>
          <p:nvPr/>
        </p:nvSpPr>
        <p:spPr>
          <a:xfrm>
            <a:off x="3523843" y="2513155"/>
            <a:ext cx="156769" cy="15676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175" name="图片 174" descr="\documentclass{article}&#10;\usepackage{amsmath}&#10;\pagestyle{empty}&#10;\begin{document}&#10;&#10;$(x',t')$&#10;&#10;&#10;\end{document}" title="IguanaTex Bitmap Display">
            <a:extLst>
              <a:ext uri="{FF2B5EF4-FFF2-40B4-BE49-F238E27FC236}">
                <a16:creationId xmlns:a16="http://schemas.microsoft.com/office/drawing/2014/main" id="{7AB35E52-E4D7-65EF-B717-CBB2398F0E7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582" y="2526685"/>
            <a:ext cx="702196" cy="280541"/>
          </a:xfrm>
          <a:prstGeom prst="rect">
            <a:avLst/>
          </a:prstGeom>
        </p:spPr>
      </p:pic>
      <p:pic>
        <p:nvPicPr>
          <p:cNvPr id="102" name="图片 101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BB9A56F-2FE9-282E-C392-F4F89DAA1DFF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546" y="4434091"/>
            <a:ext cx="273822" cy="248623"/>
          </a:xfrm>
          <a:prstGeom prst="rect">
            <a:avLst/>
          </a:prstGeom>
        </p:spPr>
      </p:pic>
      <p:pic>
        <p:nvPicPr>
          <p:cNvPr id="106" name="图片 10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374712EE-F010-02F9-20F3-CD18C05FECC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560" y="3844247"/>
            <a:ext cx="193188" cy="203267"/>
          </a:xfrm>
          <a:prstGeom prst="rect">
            <a:avLst/>
          </a:prstGeom>
        </p:spPr>
      </p:pic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E592D836-00E8-F943-786E-3FB161DF3F3D}"/>
              </a:ext>
            </a:extLst>
          </p:cNvPr>
          <p:cNvCxnSpPr/>
          <p:nvPr/>
        </p:nvCxnSpPr>
        <p:spPr>
          <a:xfrm>
            <a:off x="8030671" y="3617203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E06BD2DD-4ACB-6BF7-F3C9-2A67A8324697}"/>
              </a:ext>
            </a:extLst>
          </p:cNvPr>
          <p:cNvSpPr/>
          <p:nvPr/>
        </p:nvSpPr>
        <p:spPr>
          <a:xfrm>
            <a:off x="8023051" y="1883343"/>
            <a:ext cx="1773707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49BBB362-BDC7-B4B1-194F-EA87A63D446E}"/>
              </a:ext>
            </a:extLst>
          </p:cNvPr>
          <p:cNvCxnSpPr>
            <a:cxnSpLocks/>
          </p:cNvCxnSpPr>
          <p:nvPr/>
        </p:nvCxnSpPr>
        <p:spPr>
          <a:xfrm flipV="1">
            <a:off x="8033205" y="1856502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EB803F98-389C-D1AD-881F-6358ADCC0265}"/>
              </a:ext>
            </a:extLst>
          </p:cNvPr>
          <p:cNvCxnSpPr>
            <a:cxnSpLocks/>
          </p:cNvCxnSpPr>
          <p:nvPr/>
        </p:nvCxnSpPr>
        <p:spPr>
          <a:xfrm>
            <a:off x="8007820" y="3617211"/>
            <a:ext cx="1788938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5" name="图片 184" descr="\documentclass{article}&#10;\usepackage{amsmath}&#10;\pagestyle{empty}&#10;\begin{document}&#10;&#10;$x$&#10;&#10;&#10;\end{document}" title="IguanaTex Bitmap Display">
            <a:extLst>
              <a:ext uri="{FF2B5EF4-FFF2-40B4-BE49-F238E27FC236}">
                <a16:creationId xmlns:a16="http://schemas.microsoft.com/office/drawing/2014/main" id="{57C5031E-E9F5-8D96-D0A8-3BF8B8D9FC38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027" y="3756405"/>
            <a:ext cx="141111" cy="125994"/>
          </a:xfrm>
          <a:prstGeom prst="rect">
            <a:avLst/>
          </a:prstGeom>
        </p:spPr>
      </p:pic>
      <p:pic>
        <p:nvPicPr>
          <p:cNvPr id="187" name="图片 186" descr="\documentclass{article}&#10;\usepackage{amsmath}&#10;\pagestyle{empty}&#10;\begin{document}&#10;&#10;$t$&#10;&#10;&#10;\end{document}" title="IguanaTex Bitmap Display">
            <a:extLst>
              <a:ext uri="{FF2B5EF4-FFF2-40B4-BE49-F238E27FC236}">
                <a16:creationId xmlns:a16="http://schemas.microsoft.com/office/drawing/2014/main" id="{1785FE37-C3F7-7DCB-A3D8-0738CDB8EBB8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703" y="524077"/>
            <a:ext cx="87356" cy="179751"/>
          </a:xfrm>
          <a:prstGeom prst="rect">
            <a:avLst/>
          </a:prstGeom>
        </p:spPr>
      </p:pic>
      <p:pic>
        <p:nvPicPr>
          <p:cNvPr id="116" name="图片 115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0E2C7F9-37BB-04A3-540F-27A217002142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409" y="1705122"/>
            <a:ext cx="299020" cy="167989"/>
          </a:xfrm>
          <a:prstGeom prst="rect">
            <a:avLst/>
          </a:prstGeom>
        </p:spPr>
      </p:pic>
      <p:pic>
        <p:nvPicPr>
          <p:cNvPr id="117" name="图片 116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A3D4F55B-ADD9-AC66-9870-D771457DD664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6254" y="3709797"/>
            <a:ext cx="292301" cy="167989"/>
          </a:xfrm>
          <a:prstGeom prst="rect">
            <a:avLst/>
          </a:prstGeom>
        </p:spPr>
      </p:pic>
      <p:sp>
        <p:nvSpPr>
          <p:cNvPr id="151" name="椭圆 150">
            <a:extLst>
              <a:ext uri="{FF2B5EF4-FFF2-40B4-BE49-F238E27FC236}">
                <a16:creationId xmlns:a16="http://schemas.microsoft.com/office/drawing/2014/main" id="{BEF9C7FB-6742-BEAB-8DE4-9197A5B8BBF9}"/>
              </a:ext>
            </a:extLst>
          </p:cNvPr>
          <p:cNvSpPr/>
          <p:nvPr/>
        </p:nvSpPr>
        <p:spPr>
          <a:xfrm>
            <a:off x="9710227" y="1795609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158" name="图片 157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5A2F5DD-1291-A222-BD6C-977B27A696EC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518" y="2838096"/>
            <a:ext cx="273822" cy="248623"/>
          </a:xfrm>
          <a:prstGeom prst="rect">
            <a:avLst/>
          </a:prstGeom>
        </p:spPr>
      </p:pic>
      <p:pic>
        <p:nvPicPr>
          <p:cNvPr id="159" name="图片 158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B47B8A99-B507-1227-9097-67FFEA591196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105" y="1351473"/>
            <a:ext cx="280542" cy="248623"/>
          </a:xfrm>
          <a:prstGeom prst="rect">
            <a:avLst/>
          </a:prstGeom>
        </p:spPr>
      </p:pic>
      <p:pic>
        <p:nvPicPr>
          <p:cNvPr id="103" name="图片 102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63484D3-A5DB-1F5C-4E8B-7CDA3833DC48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828" y="1531505"/>
            <a:ext cx="280542" cy="248623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E1D9599-C195-B405-7139-F82CBE24ABA2}"/>
              </a:ext>
            </a:extLst>
          </p:cNvPr>
          <p:cNvCxnSpPr>
            <a:cxnSpLocks/>
          </p:cNvCxnSpPr>
          <p:nvPr/>
        </p:nvCxnSpPr>
        <p:spPr>
          <a:xfrm>
            <a:off x="2541694" y="3623576"/>
            <a:ext cx="1542626" cy="0"/>
          </a:xfrm>
          <a:prstGeom prst="line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2F0CEDFD-C193-95EF-FDA1-BDAB3A6F9C89}"/>
              </a:ext>
            </a:extLst>
          </p:cNvPr>
          <p:cNvCxnSpPr>
            <a:cxnSpLocks/>
          </p:cNvCxnSpPr>
          <p:nvPr/>
        </p:nvCxnSpPr>
        <p:spPr>
          <a:xfrm flipV="1">
            <a:off x="8017302" y="1500701"/>
            <a:ext cx="892602" cy="210810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 descr="\documentclass{article}&#10;\usepackage{amsmath}&#10;\pagestyle{empty}&#10;\begin{document}&#10;&#10;$t'$&#10;&#10;&#10;\end{document}" title="IguanaTex Bitmap Display">
            <a:extLst>
              <a:ext uri="{FF2B5EF4-FFF2-40B4-BE49-F238E27FC236}">
                <a16:creationId xmlns:a16="http://schemas.microsoft.com/office/drawing/2014/main" id="{B7095C31-5D76-67B3-FDE9-0AE9CFCE2BB5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405" y="515301"/>
            <a:ext cx="154553" cy="213349"/>
          </a:xfrm>
          <a:prstGeom prst="rect">
            <a:avLst/>
          </a:prstGeom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18ECC94-21E7-07D1-8104-1B9F95C44C41}"/>
              </a:ext>
            </a:extLst>
          </p:cNvPr>
          <p:cNvCxnSpPr>
            <a:cxnSpLocks/>
          </p:cNvCxnSpPr>
          <p:nvPr/>
        </p:nvCxnSpPr>
        <p:spPr>
          <a:xfrm flipV="1">
            <a:off x="6911041" y="2091121"/>
            <a:ext cx="4675949" cy="199902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直接箭头连接符 1039">
            <a:extLst>
              <a:ext uri="{FF2B5EF4-FFF2-40B4-BE49-F238E27FC236}">
                <a16:creationId xmlns:a16="http://schemas.microsoft.com/office/drawing/2014/main" id="{09C3AAAD-6B95-0552-7237-05D1525E2FB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636502" y="2108485"/>
            <a:ext cx="892602" cy="210810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90C0F5A-8AEC-9169-FD13-A764500E2962}"/>
              </a:ext>
            </a:extLst>
          </p:cNvPr>
          <p:cNvCxnSpPr>
            <a:cxnSpLocks/>
          </p:cNvCxnSpPr>
          <p:nvPr/>
        </p:nvCxnSpPr>
        <p:spPr>
          <a:xfrm flipV="1">
            <a:off x="8006343" y="2860949"/>
            <a:ext cx="1797648" cy="756897"/>
          </a:xfrm>
          <a:prstGeom prst="line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 descr="\documentclass{article}&#10;\usepackage{amsmath}&#10;\pagestyle{empty}&#10;\begin{document}&#10;&#10;$x'$&#10;&#10;&#10;\end{document}" title="IguanaTex Bitmap Display">
            <a:extLst>
              <a:ext uri="{FF2B5EF4-FFF2-40B4-BE49-F238E27FC236}">
                <a16:creationId xmlns:a16="http://schemas.microsoft.com/office/drawing/2014/main" id="{1CC6A515-FD6D-CB1A-4A0F-03E0A828CCB3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1800" y="2196881"/>
            <a:ext cx="211666" cy="213350"/>
          </a:xfrm>
          <a:prstGeom prst="rect">
            <a:avLst/>
          </a:prstGeom>
        </p:spPr>
      </p:pic>
      <p:pic>
        <p:nvPicPr>
          <p:cNvPr id="2" name="图片 1" descr="\documentclass{article}&#10;\usepackage{amsmath}&#10;\pagestyle{empty}&#10;\begin{document}&#10;&#10;$(x,t)$&#10;&#10;&#10;\end{document}" title="IguanaTex Bitmap Display">
            <a:extLst>
              <a:ext uri="{FF2B5EF4-FFF2-40B4-BE49-F238E27FC236}">
                <a16:creationId xmlns:a16="http://schemas.microsoft.com/office/drawing/2014/main" id="{D2FE4EA0-7680-AE4A-AF3E-4E7D5D689E24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567" y="1545364"/>
            <a:ext cx="545964" cy="280541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(x',t')$&#10;&#10;&#10;\end{document}" title="IguanaTex Bitmap Display">
            <a:extLst>
              <a:ext uri="{FF2B5EF4-FFF2-40B4-BE49-F238E27FC236}">
                <a16:creationId xmlns:a16="http://schemas.microsoft.com/office/drawing/2014/main" id="{8F991346-AA71-1723-D4A1-F69E5545DD59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428" y="1866287"/>
            <a:ext cx="702196" cy="28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36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A1981-C8E1-8CD6-5EBC-597D9F2A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7" name="组合 1056">
            <a:extLst>
              <a:ext uri="{FF2B5EF4-FFF2-40B4-BE49-F238E27FC236}">
                <a16:creationId xmlns:a16="http://schemas.microsoft.com/office/drawing/2014/main" id="{39827013-0590-3F3F-B2C6-E450B86FFA3C}"/>
              </a:ext>
            </a:extLst>
          </p:cNvPr>
          <p:cNvGrpSpPr/>
          <p:nvPr/>
        </p:nvGrpSpPr>
        <p:grpSpPr>
          <a:xfrm rot="14927951">
            <a:off x="7347997" y="-37575"/>
            <a:ext cx="4393126" cy="5553065"/>
            <a:chOff x="395258" y="692106"/>
            <a:chExt cx="3168259" cy="3068327"/>
          </a:xfrm>
        </p:grpSpPr>
        <p:cxnSp>
          <p:nvCxnSpPr>
            <p:cNvPr id="1058" name="直接连接符 1057">
              <a:extLst>
                <a:ext uri="{FF2B5EF4-FFF2-40B4-BE49-F238E27FC236}">
                  <a16:creationId xmlns:a16="http://schemas.microsoft.com/office/drawing/2014/main" id="{5BB375F5-9A74-4E3B-6BFD-0A352EAB2DC1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216846" y="1112266"/>
              <a:ext cx="2051592" cy="122789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08C6D901-DA23-D3B7-D6DE-31FAC1695CC7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2017052" y="1880493"/>
              <a:ext cx="1934889" cy="1158041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直接连接符 1059">
              <a:extLst>
                <a:ext uri="{FF2B5EF4-FFF2-40B4-BE49-F238E27FC236}">
                  <a16:creationId xmlns:a16="http://schemas.microsoft.com/office/drawing/2014/main" id="{5345CF3E-6094-0145-D20E-4121CCB3F2DE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1444972" y="1763555"/>
              <a:ext cx="2498431" cy="1495325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直接连接符 1060">
              <a:extLst>
                <a:ext uri="{FF2B5EF4-FFF2-40B4-BE49-F238E27FC236}">
                  <a16:creationId xmlns:a16="http://schemas.microsoft.com/office/drawing/2014/main" id="{1EEAB770-DD76-DCBB-2D80-A03D31DAB315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1158029" y="1525502"/>
              <a:ext cx="2491700" cy="1491295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直接连接符 1061">
              <a:extLst>
                <a:ext uri="{FF2B5EF4-FFF2-40B4-BE49-F238E27FC236}">
                  <a16:creationId xmlns:a16="http://schemas.microsoft.com/office/drawing/2014/main" id="{5F499057-FE47-A755-7736-21645AADCCDE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818277" y="1244034"/>
              <a:ext cx="2590585" cy="155048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直接连接符 1062">
              <a:extLst>
                <a:ext uri="{FF2B5EF4-FFF2-40B4-BE49-F238E27FC236}">
                  <a16:creationId xmlns:a16="http://schemas.microsoft.com/office/drawing/2014/main" id="{07D5A873-74FC-971A-2492-8F3B09A9AF42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606135" y="1205815"/>
              <a:ext cx="2434251" cy="1456913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直接连接符 1063">
              <a:extLst>
                <a:ext uri="{FF2B5EF4-FFF2-40B4-BE49-F238E27FC236}">
                  <a16:creationId xmlns:a16="http://schemas.microsoft.com/office/drawing/2014/main" id="{9C0B34FC-876A-71B1-D930-9DB27EC6081B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418260" y="1155731"/>
              <a:ext cx="2229382" cy="1334297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直接连接符 1064">
              <a:extLst>
                <a:ext uri="{FF2B5EF4-FFF2-40B4-BE49-F238E27FC236}">
                  <a16:creationId xmlns:a16="http://schemas.microsoft.com/office/drawing/2014/main" id="{4C3D5624-BC30-7637-07DF-0FF7BEB78BCE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2827533" y="1918404"/>
              <a:ext cx="894555" cy="535396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直接连接符 1065">
              <a:extLst>
                <a:ext uri="{FF2B5EF4-FFF2-40B4-BE49-F238E27FC236}">
                  <a16:creationId xmlns:a16="http://schemas.microsoft.com/office/drawing/2014/main" id="{4DBAE85A-585A-4CE2-5E6D-DC89FBF4F130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21557" y="1065807"/>
              <a:ext cx="1861553" cy="1114151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7" name="组合 1066">
            <a:extLst>
              <a:ext uri="{FF2B5EF4-FFF2-40B4-BE49-F238E27FC236}">
                <a16:creationId xmlns:a16="http://schemas.microsoft.com/office/drawing/2014/main" id="{445CF920-1FD5-F058-B2C7-4D8D34D5B8FD}"/>
              </a:ext>
            </a:extLst>
          </p:cNvPr>
          <p:cNvGrpSpPr/>
          <p:nvPr/>
        </p:nvGrpSpPr>
        <p:grpSpPr>
          <a:xfrm rot="12044851">
            <a:off x="6947666" y="-263180"/>
            <a:ext cx="4918948" cy="5780620"/>
            <a:chOff x="325839" y="316719"/>
            <a:chExt cx="3445783" cy="3684000"/>
          </a:xfrm>
        </p:grpSpPr>
        <p:cxnSp>
          <p:nvCxnSpPr>
            <p:cNvPr id="1068" name="直接连接符 1067">
              <a:extLst>
                <a:ext uri="{FF2B5EF4-FFF2-40B4-BE49-F238E27FC236}">
                  <a16:creationId xmlns:a16="http://schemas.microsoft.com/office/drawing/2014/main" id="{68954BFA-406D-B0DC-BC28-5610FCA02735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608714" y="1319340"/>
              <a:ext cx="1267859" cy="2526751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直接连接符 1068">
              <a:extLst>
                <a:ext uri="{FF2B5EF4-FFF2-40B4-BE49-F238E27FC236}">
                  <a16:creationId xmlns:a16="http://schemas.microsoft.com/office/drawing/2014/main" id="{055006A7-923B-A58F-A8C9-CC346485228F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2384683" y="507225"/>
              <a:ext cx="1199627" cy="239077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直接连接符 1069">
              <a:extLst>
                <a:ext uri="{FF2B5EF4-FFF2-40B4-BE49-F238E27FC236}">
                  <a16:creationId xmlns:a16="http://schemas.microsoft.com/office/drawing/2014/main" id="{F0539A64-D339-02B3-7DCC-8F95323448E7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2019883" y="316719"/>
              <a:ext cx="1348610" cy="2687683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直接连接符 1070">
              <a:extLst>
                <a:ext uri="{FF2B5EF4-FFF2-40B4-BE49-F238E27FC236}">
                  <a16:creationId xmlns:a16="http://schemas.microsoft.com/office/drawing/2014/main" id="{BB845455-C96F-1EAC-B434-47EED17BE207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1723956" y="449477"/>
              <a:ext cx="1359847" cy="2710077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直接连接符 1071">
              <a:extLst>
                <a:ext uri="{FF2B5EF4-FFF2-40B4-BE49-F238E27FC236}">
                  <a16:creationId xmlns:a16="http://schemas.microsoft.com/office/drawing/2014/main" id="{F6C084E9-791E-0555-04BC-6AD878E4913E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1451141" y="718942"/>
              <a:ext cx="1324858" cy="2640351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直接连接符 1072">
              <a:extLst>
                <a:ext uri="{FF2B5EF4-FFF2-40B4-BE49-F238E27FC236}">
                  <a16:creationId xmlns:a16="http://schemas.microsoft.com/office/drawing/2014/main" id="{F2CB755A-1708-F251-0168-B2D2C43AFA6D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1116174" y="726239"/>
              <a:ext cx="1414172" cy="2818345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直接连接符 1073">
              <a:extLst>
                <a:ext uri="{FF2B5EF4-FFF2-40B4-BE49-F238E27FC236}">
                  <a16:creationId xmlns:a16="http://schemas.microsoft.com/office/drawing/2014/main" id="{C2051188-74B8-1D4A-2481-30C87DAAFD07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886162" y="1105295"/>
              <a:ext cx="1293579" cy="2578008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直接连接符 1074">
              <a:extLst>
                <a:ext uri="{FF2B5EF4-FFF2-40B4-BE49-F238E27FC236}">
                  <a16:creationId xmlns:a16="http://schemas.microsoft.com/office/drawing/2014/main" id="{B42D703B-8DFF-A4B9-9C37-4786FADE6D28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2777996" y="691884"/>
              <a:ext cx="993626" cy="1980227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直接连接符 1075">
              <a:extLst>
                <a:ext uri="{FF2B5EF4-FFF2-40B4-BE49-F238E27FC236}">
                  <a16:creationId xmlns:a16="http://schemas.microsoft.com/office/drawing/2014/main" id="{8430AC68-4ADD-15DB-62E1-7DEB1816ECD9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325839" y="1503601"/>
              <a:ext cx="1252990" cy="2497118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4589ACDC-6AC3-4323-06EB-CC898F33EA78}"/>
              </a:ext>
            </a:extLst>
          </p:cNvPr>
          <p:cNvCxnSpPr>
            <a:cxnSpLocks/>
          </p:cNvCxnSpPr>
          <p:nvPr/>
        </p:nvCxnSpPr>
        <p:spPr>
          <a:xfrm>
            <a:off x="6317921" y="3618983"/>
            <a:ext cx="4977737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8DC50F56-BE9F-9C6F-49C7-05AE232A0B5B}"/>
              </a:ext>
            </a:extLst>
          </p:cNvPr>
          <p:cNvGrpSpPr/>
          <p:nvPr/>
        </p:nvGrpSpPr>
        <p:grpSpPr>
          <a:xfrm>
            <a:off x="1221464" y="1130324"/>
            <a:ext cx="3541612" cy="3928850"/>
            <a:chOff x="952334" y="610711"/>
            <a:chExt cx="2322476" cy="2503863"/>
          </a:xfrm>
        </p:grpSpPr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C15A5502-5494-120A-34F1-398279A3675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928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61A06BC2-88D7-1118-8833-D963CEE8B0E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142BBA2-F476-DCCF-BEBC-30250061CFB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533D66A-B10F-FE69-9953-7A70900A7AB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8F4E30B6-A12B-16AB-667F-C133E51B769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A365EEBB-7F3E-5E40-29E0-87F2AB46C9B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32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316E05C7-7BBE-A2EF-AEDF-E61621135F3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1020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822BA1A-F89C-2B27-BEBC-A4214B22FC1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287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BAE492B5-5EE1-7738-A63A-8B5AA10CA6C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9959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E68119D9-83F0-7BE0-FCEC-035E50274BE4}"/>
              </a:ext>
            </a:extLst>
          </p:cNvPr>
          <p:cNvGrpSpPr/>
          <p:nvPr/>
        </p:nvGrpSpPr>
        <p:grpSpPr>
          <a:xfrm>
            <a:off x="732920" y="1856501"/>
            <a:ext cx="4793081" cy="2654086"/>
            <a:chOff x="500788" y="956914"/>
            <a:chExt cx="3182854" cy="1727585"/>
          </a:xfrm>
        </p:grpSpPr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DDA734B2-6399-59BC-9FC2-98BC1A1351AF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409518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DA66E260-F704-7D73-652F-7D45C37ACFC9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956914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A79534E8-5383-A61F-42EC-6B6618626D46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247435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4B19D66D-FB18-BC00-7E89-B7D983A806C9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537956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4B616C8D-EC55-80BA-ABC3-88C6275457E6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828477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DA296572-6996-7DEC-512C-C8AE997AB72B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118998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0738A799-E610-6A21-27CC-7DEB45D505F4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684499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67D49C9-468F-5BB7-3805-070B86595AFE}"/>
              </a:ext>
            </a:extLst>
          </p:cNvPr>
          <p:cNvCxnSpPr>
            <a:cxnSpLocks/>
          </p:cNvCxnSpPr>
          <p:nvPr/>
        </p:nvCxnSpPr>
        <p:spPr>
          <a:xfrm>
            <a:off x="832754" y="3618982"/>
            <a:ext cx="4977737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D84A74E-26A4-20EC-01D3-E450B15EEEA5}"/>
              </a:ext>
            </a:extLst>
          </p:cNvPr>
          <p:cNvCxnSpPr>
            <a:cxnSpLocks/>
          </p:cNvCxnSpPr>
          <p:nvPr/>
        </p:nvCxnSpPr>
        <p:spPr>
          <a:xfrm flipV="1">
            <a:off x="2546247" y="601884"/>
            <a:ext cx="0" cy="4133042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6486E5B9-2E3B-0F35-6FA7-10DF1D47835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476" y="3722391"/>
            <a:ext cx="193188" cy="203267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778826D-DA94-71D5-33A7-A0513C3E2905}"/>
              </a:ext>
            </a:extLst>
          </p:cNvPr>
          <p:cNvCxnSpPr/>
          <p:nvPr/>
        </p:nvCxnSpPr>
        <p:spPr>
          <a:xfrm>
            <a:off x="2545504" y="3617202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D58DF032-A894-A493-5289-44ADCB5746A3}"/>
              </a:ext>
            </a:extLst>
          </p:cNvPr>
          <p:cNvSpPr/>
          <p:nvPr/>
        </p:nvSpPr>
        <p:spPr>
          <a:xfrm>
            <a:off x="2537885" y="2302826"/>
            <a:ext cx="1344010" cy="1312066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87C88E9-F2CB-B4EB-2570-BE4854362399}"/>
              </a:ext>
            </a:extLst>
          </p:cNvPr>
          <p:cNvCxnSpPr>
            <a:cxnSpLocks/>
          </p:cNvCxnSpPr>
          <p:nvPr/>
        </p:nvCxnSpPr>
        <p:spPr>
          <a:xfrm flipV="1">
            <a:off x="2548038" y="2302826"/>
            <a:ext cx="0" cy="132456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548B0E9-FA15-1D3A-0597-885A15289692}"/>
              </a:ext>
            </a:extLst>
          </p:cNvPr>
          <p:cNvCxnSpPr>
            <a:cxnSpLocks/>
          </p:cNvCxnSpPr>
          <p:nvPr/>
        </p:nvCxnSpPr>
        <p:spPr>
          <a:xfrm>
            <a:off x="2522653" y="3617210"/>
            <a:ext cx="135501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39A7CAF6-D149-20F5-2F38-3C612E2C9F5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860" y="3756405"/>
            <a:ext cx="245263" cy="164632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08E6EF95-C80B-E6F6-59D4-E675106F66E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762" y="524078"/>
            <a:ext cx="251988" cy="164632"/>
          </a:xfrm>
          <a:prstGeom prst="rect">
            <a:avLst/>
          </a:prstGeom>
        </p:spPr>
      </p:pic>
      <p:pic>
        <p:nvPicPr>
          <p:cNvPr id="44" name="图片 43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F797013B-6A62-C56D-552B-9216C059E1E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753" y="2374291"/>
            <a:ext cx="299020" cy="167989"/>
          </a:xfrm>
          <a:prstGeom prst="rect">
            <a:avLst/>
          </a:prstGeom>
        </p:spPr>
      </p:pic>
      <p:pic>
        <p:nvPicPr>
          <p:cNvPr id="45" name="图片 44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452D977C-7496-32BF-983D-4B15B438DE4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239" y="3720291"/>
            <a:ext cx="292301" cy="167989"/>
          </a:xfrm>
          <a:prstGeom prst="rect">
            <a:avLst/>
          </a:prstGeom>
        </p:spPr>
      </p:pic>
      <p:pic>
        <p:nvPicPr>
          <p:cNvPr id="106" name="图片 10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1385229B-DA7A-71A9-491F-A0CFAB0A8FF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303" y="3739983"/>
            <a:ext cx="193188" cy="203267"/>
          </a:xfrm>
          <a:prstGeom prst="rect">
            <a:avLst/>
          </a:prstGeom>
        </p:spPr>
      </p:pic>
      <p:pic>
        <p:nvPicPr>
          <p:cNvPr id="116" name="图片 115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3CAE317-7A10-9F1C-CF92-F903C47FB7E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944" y="2487038"/>
            <a:ext cx="299020" cy="167989"/>
          </a:xfrm>
          <a:prstGeom prst="rect">
            <a:avLst/>
          </a:prstGeom>
        </p:spPr>
      </p:pic>
      <p:pic>
        <p:nvPicPr>
          <p:cNvPr id="117" name="图片 116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D518EBB9-0896-A8FC-F9BB-D72ABC0043FB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4239" y="3709797"/>
            <a:ext cx="292301" cy="167989"/>
          </a:xfrm>
          <a:prstGeom prst="rect">
            <a:avLst/>
          </a:prstGeom>
        </p:spPr>
      </p:pic>
      <p:pic>
        <p:nvPicPr>
          <p:cNvPr id="158" name="图片 157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36A546EC-F81E-D7EE-DE25-2A4DFC5EF4E2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070" y="2988900"/>
            <a:ext cx="273822" cy="248623"/>
          </a:xfrm>
          <a:prstGeom prst="rect">
            <a:avLst/>
          </a:prstGeom>
        </p:spPr>
      </p:pic>
      <p:pic>
        <p:nvPicPr>
          <p:cNvPr id="159" name="图片 158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70C4505-AA0D-56BD-0385-5EA7C1C6D6DC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463" y="1789296"/>
            <a:ext cx="280542" cy="248623"/>
          </a:xfrm>
          <a:prstGeom prst="rect">
            <a:avLst/>
          </a:prstGeom>
        </p:spPr>
      </p:pic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EE45EC07-0A07-88BB-3AC2-2EC81B7CCC56}"/>
              </a:ext>
            </a:extLst>
          </p:cNvPr>
          <p:cNvCxnSpPr>
            <a:cxnSpLocks/>
          </p:cNvCxnSpPr>
          <p:nvPr/>
        </p:nvCxnSpPr>
        <p:spPr>
          <a:xfrm flipV="1">
            <a:off x="8017302" y="2047401"/>
            <a:ext cx="661122" cy="156140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直接箭头连接符 1039">
            <a:extLst>
              <a:ext uri="{FF2B5EF4-FFF2-40B4-BE49-F238E27FC236}">
                <a16:creationId xmlns:a16="http://schemas.microsoft.com/office/drawing/2014/main" id="{A07212A2-A366-0243-C126-B5CB97E434C9}"/>
              </a:ext>
            </a:extLst>
          </p:cNvPr>
          <p:cNvCxnSpPr>
            <a:cxnSpLocks/>
          </p:cNvCxnSpPr>
          <p:nvPr/>
        </p:nvCxnSpPr>
        <p:spPr>
          <a:xfrm flipV="1">
            <a:off x="8028749" y="2922411"/>
            <a:ext cx="1621178" cy="686428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F724D14F-9F6D-E2D9-A6B6-7D1615142F62}"/>
              </a:ext>
            </a:extLst>
          </p:cNvPr>
          <p:cNvCxnSpPr>
            <a:cxnSpLocks/>
          </p:cNvCxnSpPr>
          <p:nvPr/>
        </p:nvCxnSpPr>
        <p:spPr>
          <a:xfrm flipV="1">
            <a:off x="8012041" y="601885"/>
            <a:ext cx="0" cy="4133042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0211C4C7-7991-7AAF-CF64-1168548FA071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536" y="3752142"/>
            <a:ext cx="245263" cy="164632"/>
          </a:xfrm>
          <a:prstGeom prst="rect">
            <a:avLst/>
          </a:prstGeom>
        </p:spPr>
      </p:pic>
      <p:pic>
        <p:nvPicPr>
          <p:cNvPr id="32" name="图片 31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9F5395CE-2E83-445C-967C-0A8B365CA776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438" y="519815"/>
            <a:ext cx="251988" cy="164632"/>
          </a:xfrm>
          <a:prstGeom prst="rect">
            <a:avLst/>
          </a:prstGeom>
        </p:spPr>
      </p:pic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8C51210-6862-BFFE-82BD-4D101A4E4C8B}"/>
              </a:ext>
            </a:extLst>
          </p:cNvPr>
          <p:cNvCxnSpPr>
            <a:cxnSpLocks/>
          </p:cNvCxnSpPr>
          <p:nvPr/>
        </p:nvCxnSpPr>
        <p:spPr>
          <a:xfrm flipV="1">
            <a:off x="8014726" y="2308287"/>
            <a:ext cx="0" cy="132456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E206015-4322-5034-E8F9-C09A713F42E0}"/>
              </a:ext>
            </a:extLst>
          </p:cNvPr>
          <p:cNvCxnSpPr>
            <a:cxnSpLocks/>
          </p:cNvCxnSpPr>
          <p:nvPr/>
        </p:nvCxnSpPr>
        <p:spPr>
          <a:xfrm>
            <a:off x="7989341" y="3622671"/>
            <a:ext cx="135501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平行四边形 36">
            <a:extLst>
              <a:ext uri="{FF2B5EF4-FFF2-40B4-BE49-F238E27FC236}">
                <a16:creationId xmlns:a16="http://schemas.microsoft.com/office/drawing/2014/main" id="{CA611BCF-A240-A30D-1F16-9E62021D0897}"/>
              </a:ext>
            </a:extLst>
          </p:cNvPr>
          <p:cNvSpPr/>
          <p:nvPr/>
        </p:nvSpPr>
        <p:spPr>
          <a:xfrm rot="20248235">
            <a:off x="7708566" y="1909488"/>
            <a:ext cx="2886081" cy="1191403"/>
          </a:xfrm>
          <a:prstGeom prst="parallelogram">
            <a:avLst>
              <a:gd name="adj" fmla="val 99496"/>
            </a:avLst>
          </a:prstGeom>
          <a:solidFill>
            <a:srgbClr val="0070C0">
              <a:alpha val="10000"/>
            </a:srgbClr>
          </a:solidFill>
          <a:ln w="44450">
            <a:solidFill>
              <a:srgbClr val="0070C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58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E31B8-3C78-11EA-A2D6-9751E7C47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F5CCC160-0DD4-9017-B353-61E482AEDF3A}"/>
              </a:ext>
            </a:extLst>
          </p:cNvPr>
          <p:cNvCxnSpPr>
            <a:cxnSpLocks/>
          </p:cNvCxnSpPr>
          <p:nvPr/>
        </p:nvCxnSpPr>
        <p:spPr>
          <a:xfrm>
            <a:off x="10275251" y="5112714"/>
            <a:ext cx="969249" cy="2183651"/>
          </a:xfrm>
          <a:prstGeom prst="straightConnector1">
            <a:avLst/>
          </a:prstGeom>
          <a:ln w="34925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>
            <a:extLst>
              <a:ext uri="{FF2B5EF4-FFF2-40B4-BE49-F238E27FC236}">
                <a16:creationId xmlns:a16="http://schemas.microsoft.com/office/drawing/2014/main" id="{EE83C6EC-22BC-00CF-4E46-2DB87603CDBC}"/>
              </a:ext>
            </a:extLst>
          </p:cNvPr>
          <p:cNvSpPr/>
          <p:nvPr/>
        </p:nvSpPr>
        <p:spPr>
          <a:xfrm flipH="1">
            <a:off x="5145469" y="6298783"/>
            <a:ext cx="2870772" cy="1004014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2" name="弧形 1">
            <a:extLst>
              <a:ext uri="{FF2B5EF4-FFF2-40B4-BE49-F238E27FC236}">
                <a16:creationId xmlns:a16="http://schemas.microsoft.com/office/drawing/2014/main" id="{72B2074B-58D5-6848-9CB2-5AF649586E96}"/>
              </a:ext>
            </a:extLst>
          </p:cNvPr>
          <p:cNvSpPr/>
          <p:nvPr/>
        </p:nvSpPr>
        <p:spPr>
          <a:xfrm rot="10800000" flipH="1">
            <a:off x="9608803" y="648908"/>
            <a:ext cx="671753" cy="174163"/>
          </a:xfrm>
          <a:prstGeom prst="arc">
            <a:avLst>
              <a:gd name="adj1" fmla="val 19828073"/>
              <a:gd name="adj2" fmla="val 13435617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A5AB062E-CD1E-213C-5124-95E43366855E}"/>
              </a:ext>
            </a:extLst>
          </p:cNvPr>
          <p:cNvCxnSpPr>
            <a:cxnSpLocks/>
          </p:cNvCxnSpPr>
          <p:nvPr/>
        </p:nvCxnSpPr>
        <p:spPr>
          <a:xfrm flipV="1">
            <a:off x="9950343" y="473465"/>
            <a:ext cx="0" cy="281118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33C51B4-9B4B-2CDC-FE96-C580A78AFAC1}"/>
              </a:ext>
            </a:extLst>
          </p:cNvPr>
          <p:cNvCxnSpPr>
            <a:cxnSpLocks/>
          </p:cNvCxnSpPr>
          <p:nvPr/>
        </p:nvCxnSpPr>
        <p:spPr>
          <a:xfrm>
            <a:off x="715013" y="2683195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581E669-99B0-92EA-5EC3-71B6D7927103}"/>
              </a:ext>
            </a:extLst>
          </p:cNvPr>
          <p:cNvCxnSpPr>
            <a:cxnSpLocks/>
          </p:cNvCxnSpPr>
          <p:nvPr/>
        </p:nvCxnSpPr>
        <p:spPr>
          <a:xfrm flipV="1">
            <a:off x="1244472" y="467837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C7254C16-46BB-7440-13A2-73CB570B82C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00" y="2786603"/>
            <a:ext cx="193188" cy="20326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FC1D1DD-E05E-FFE8-C3BC-6426C3897ED7}"/>
              </a:ext>
            </a:extLst>
          </p:cNvPr>
          <p:cNvSpPr/>
          <p:nvPr/>
        </p:nvSpPr>
        <p:spPr>
          <a:xfrm>
            <a:off x="1243730" y="947541"/>
            <a:ext cx="1622924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BDC9A33-B7E5-9B54-8D95-B69DC0036FB8}"/>
              </a:ext>
            </a:extLst>
          </p:cNvPr>
          <p:cNvCxnSpPr/>
          <p:nvPr/>
        </p:nvCxnSpPr>
        <p:spPr>
          <a:xfrm>
            <a:off x="1243728" y="268141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AB0E9C6-F6D4-F256-10A7-AFB58945B525}"/>
              </a:ext>
            </a:extLst>
          </p:cNvPr>
          <p:cNvCxnSpPr>
            <a:cxnSpLocks/>
          </p:cNvCxnSpPr>
          <p:nvPr/>
        </p:nvCxnSpPr>
        <p:spPr>
          <a:xfrm flipV="1">
            <a:off x="1243721" y="920713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A5063EE-03AA-6C4D-53AD-33E15219DAE6}"/>
              </a:ext>
            </a:extLst>
          </p:cNvPr>
          <p:cNvCxnSpPr>
            <a:cxnSpLocks/>
          </p:cNvCxnSpPr>
          <p:nvPr/>
        </p:nvCxnSpPr>
        <p:spPr>
          <a:xfrm>
            <a:off x="1228512" y="2681409"/>
            <a:ext cx="1638165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BB27C58-1AD5-7B92-9F34-15E150D959DB}"/>
              </a:ext>
            </a:extLst>
          </p:cNvPr>
          <p:cNvCxnSpPr>
            <a:cxnSpLocks/>
          </p:cNvCxnSpPr>
          <p:nvPr/>
        </p:nvCxnSpPr>
        <p:spPr>
          <a:xfrm flipV="1">
            <a:off x="7907413" y="2688871"/>
            <a:ext cx="4191787" cy="837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096EFFFD-EBE7-71BC-E9FA-52826CA2D51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572" y="2792249"/>
            <a:ext cx="193188" cy="203267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2FDDBCAA-5D84-17C0-44C8-70A3A7F6B123}"/>
              </a:ext>
            </a:extLst>
          </p:cNvPr>
          <p:cNvSpPr/>
          <p:nvPr/>
        </p:nvSpPr>
        <p:spPr>
          <a:xfrm>
            <a:off x="9949602" y="953186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5C8F7FB-55C4-4B6B-29FA-0E5E4B91102A}"/>
              </a:ext>
            </a:extLst>
          </p:cNvPr>
          <p:cNvCxnSpPr/>
          <p:nvPr/>
        </p:nvCxnSpPr>
        <p:spPr>
          <a:xfrm>
            <a:off x="9949599" y="2687060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1B4DD54F-B889-B086-6670-440EEB033CA7}"/>
              </a:ext>
            </a:extLst>
          </p:cNvPr>
          <p:cNvCxnSpPr>
            <a:cxnSpLocks/>
          </p:cNvCxnSpPr>
          <p:nvPr/>
        </p:nvCxnSpPr>
        <p:spPr>
          <a:xfrm>
            <a:off x="9934384" y="2687054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CDE50BBA-1F7D-FEEC-6C34-E64AEAA67B86}"/>
              </a:ext>
            </a:extLst>
          </p:cNvPr>
          <p:cNvSpPr/>
          <p:nvPr/>
        </p:nvSpPr>
        <p:spPr>
          <a:xfrm flipH="1">
            <a:off x="8367047" y="951133"/>
            <a:ext cx="1585962" cy="1731550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1D4D868D-3C3C-90C4-2DD3-CF00C8E96BD8}"/>
              </a:ext>
            </a:extLst>
          </p:cNvPr>
          <p:cNvCxnSpPr/>
          <p:nvPr/>
        </p:nvCxnSpPr>
        <p:spPr>
          <a:xfrm flipH="1">
            <a:off x="8345564" y="2685007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0FE5739-4C2C-2C98-71E0-515A2099B516}"/>
              </a:ext>
            </a:extLst>
          </p:cNvPr>
          <p:cNvCxnSpPr>
            <a:cxnSpLocks/>
          </p:cNvCxnSpPr>
          <p:nvPr/>
        </p:nvCxnSpPr>
        <p:spPr>
          <a:xfrm flipH="1" flipV="1">
            <a:off x="9949597" y="926359"/>
            <a:ext cx="0" cy="177088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BAF9E56-417C-75CA-713A-1BFA164F150A}"/>
              </a:ext>
            </a:extLst>
          </p:cNvPr>
          <p:cNvCxnSpPr>
            <a:cxnSpLocks/>
          </p:cNvCxnSpPr>
          <p:nvPr/>
        </p:nvCxnSpPr>
        <p:spPr>
          <a:xfrm flipH="1">
            <a:off x="8345598" y="2685001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6D68203E-9EEF-1A55-7ABE-A79301E170B0}"/>
              </a:ext>
            </a:extLst>
          </p:cNvPr>
          <p:cNvCxnSpPr>
            <a:cxnSpLocks/>
          </p:cNvCxnSpPr>
          <p:nvPr/>
        </p:nvCxnSpPr>
        <p:spPr>
          <a:xfrm>
            <a:off x="4289000" y="2687798"/>
            <a:ext cx="300959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2C734441-076C-4B72-FD6E-814B2F8EC1FA}"/>
              </a:ext>
            </a:extLst>
          </p:cNvPr>
          <p:cNvCxnSpPr>
            <a:cxnSpLocks/>
          </p:cNvCxnSpPr>
          <p:nvPr/>
        </p:nvCxnSpPr>
        <p:spPr>
          <a:xfrm flipV="1">
            <a:off x="5139436" y="472444"/>
            <a:ext cx="0" cy="281222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A688467B-96BE-E38C-BF67-65D24AB7D8E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665" y="2791207"/>
            <a:ext cx="193188" cy="203267"/>
          </a:xfrm>
          <a:prstGeom prst="rect">
            <a:avLst/>
          </a:prstGeom>
        </p:spPr>
      </p:pic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B2E07B9A-CDCF-F14C-A55A-8603264D3A5B}"/>
              </a:ext>
            </a:extLst>
          </p:cNvPr>
          <p:cNvCxnSpPr/>
          <p:nvPr/>
        </p:nvCxnSpPr>
        <p:spPr>
          <a:xfrm>
            <a:off x="5138693" y="2686018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99B3970A-3868-0DB2-88FB-EDD488FB962C}"/>
              </a:ext>
            </a:extLst>
          </p:cNvPr>
          <p:cNvSpPr/>
          <p:nvPr/>
        </p:nvSpPr>
        <p:spPr>
          <a:xfrm>
            <a:off x="5131074" y="952158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D94FDDD-F485-6EF7-7A54-C86ECCE213DD}"/>
              </a:ext>
            </a:extLst>
          </p:cNvPr>
          <p:cNvCxnSpPr>
            <a:cxnSpLocks/>
          </p:cNvCxnSpPr>
          <p:nvPr/>
        </p:nvCxnSpPr>
        <p:spPr>
          <a:xfrm flipV="1">
            <a:off x="5141227" y="925317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41B31A0E-2CF6-A9F2-832E-1835385460F7}"/>
              </a:ext>
            </a:extLst>
          </p:cNvPr>
          <p:cNvCxnSpPr>
            <a:cxnSpLocks/>
          </p:cNvCxnSpPr>
          <p:nvPr/>
        </p:nvCxnSpPr>
        <p:spPr>
          <a:xfrm>
            <a:off x="5115842" y="2686026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DC252884-B1E3-7895-4F15-8FAF84AF1414}"/>
              </a:ext>
            </a:extLst>
          </p:cNvPr>
          <p:cNvSpPr/>
          <p:nvPr/>
        </p:nvSpPr>
        <p:spPr>
          <a:xfrm rot="17854836">
            <a:off x="3940569" y="712573"/>
            <a:ext cx="1622924" cy="1731550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02BE197-7128-7C72-C05E-7EEA6F1AFD83}"/>
              </a:ext>
            </a:extLst>
          </p:cNvPr>
          <p:cNvCxnSpPr>
            <a:cxnSpLocks/>
          </p:cNvCxnSpPr>
          <p:nvPr/>
        </p:nvCxnSpPr>
        <p:spPr>
          <a:xfrm rot="17854836" flipV="1">
            <a:off x="4374661" y="1414965"/>
            <a:ext cx="0" cy="177088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C5235161-C0A4-B592-AEF2-9A1C7DC4F960}"/>
              </a:ext>
            </a:extLst>
          </p:cNvPr>
          <p:cNvCxnSpPr>
            <a:cxnSpLocks/>
          </p:cNvCxnSpPr>
          <p:nvPr/>
        </p:nvCxnSpPr>
        <p:spPr>
          <a:xfrm rot="17854836">
            <a:off x="4698875" y="1987030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154DE098-0440-5BEC-80C5-F560AF0B287E}"/>
              </a:ext>
            </a:extLst>
          </p:cNvPr>
          <p:cNvCxnSpPr>
            <a:cxnSpLocks/>
          </p:cNvCxnSpPr>
          <p:nvPr/>
        </p:nvCxnSpPr>
        <p:spPr>
          <a:xfrm rot="17854836">
            <a:off x="4715401" y="1991488"/>
            <a:ext cx="1595194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弧形 95">
            <a:extLst>
              <a:ext uri="{FF2B5EF4-FFF2-40B4-BE49-F238E27FC236}">
                <a16:creationId xmlns:a16="http://schemas.microsoft.com/office/drawing/2014/main" id="{70F7280F-A5E5-ABAB-0A15-9002F29FD4FD}"/>
              </a:ext>
            </a:extLst>
          </p:cNvPr>
          <p:cNvSpPr/>
          <p:nvPr/>
        </p:nvSpPr>
        <p:spPr>
          <a:xfrm rot="407351">
            <a:off x="4917565" y="2374049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9" name="图片 98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3004FE40-C29C-E2E4-C336-013858E986C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064" y="2313809"/>
            <a:ext cx="117594" cy="199907"/>
          </a:xfrm>
          <a:prstGeom prst="rect">
            <a:avLst/>
          </a:prstGeom>
        </p:spPr>
      </p:pic>
      <p:pic>
        <p:nvPicPr>
          <p:cNvPr id="118" name="图片 11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ADE30F6B-3273-A743-4087-31031BBA8C1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6541" y="2825219"/>
            <a:ext cx="245264" cy="164632"/>
          </a:xfrm>
          <a:prstGeom prst="rect">
            <a:avLst/>
          </a:prstGeom>
        </p:spPr>
      </p:pic>
      <p:pic>
        <p:nvPicPr>
          <p:cNvPr id="119" name="图片 118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2FBB5D75-83FB-2AE5-F52B-0064B766C8F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398" y="2825220"/>
            <a:ext cx="245264" cy="164632"/>
          </a:xfrm>
          <a:prstGeom prst="rect">
            <a:avLst/>
          </a:prstGeom>
        </p:spPr>
      </p:pic>
      <p:pic>
        <p:nvPicPr>
          <p:cNvPr id="120" name="图片 11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2427B718-85BC-6AFF-6E30-41E7FC06403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657" y="2825220"/>
            <a:ext cx="245264" cy="164632"/>
          </a:xfrm>
          <a:prstGeom prst="rect">
            <a:avLst/>
          </a:prstGeom>
        </p:spPr>
      </p:pic>
      <p:pic>
        <p:nvPicPr>
          <p:cNvPr id="121" name="图片 120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94270B06-8C9A-59A1-CCCC-E7642508B4C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13" y="343590"/>
            <a:ext cx="251987" cy="164632"/>
          </a:xfrm>
          <a:prstGeom prst="rect">
            <a:avLst/>
          </a:prstGeom>
        </p:spPr>
      </p:pic>
      <p:pic>
        <p:nvPicPr>
          <p:cNvPr id="122" name="图片 121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5A1CF02B-32C7-26A9-E3AB-E44CEDC6656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627" y="343590"/>
            <a:ext cx="251987" cy="164632"/>
          </a:xfrm>
          <a:prstGeom prst="rect">
            <a:avLst/>
          </a:prstGeom>
        </p:spPr>
      </p:pic>
      <p:pic>
        <p:nvPicPr>
          <p:cNvPr id="123" name="图片 122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123E80B1-555E-C136-8E00-B466C27EFD21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184" y="340235"/>
            <a:ext cx="251987" cy="164632"/>
          </a:xfrm>
          <a:prstGeom prst="rect">
            <a:avLst/>
          </a:prstGeom>
        </p:spPr>
      </p:pic>
      <p:sp>
        <p:nvSpPr>
          <p:cNvPr id="124" name="矩形 123">
            <a:extLst>
              <a:ext uri="{FF2B5EF4-FFF2-40B4-BE49-F238E27FC236}">
                <a16:creationId xmlns:a16="http://schemas.microsoft.com/office/drawing/2014/main" id="{42BCB3E8-9818-6800-13F7-D8415006C7EE}"/>
              </a:ext>
            </a:extLst>
          </p:cNvPr>
          <p:cNvSpPr/>
          <p:nvPr/>
        </p:nvSpPr>
        <p:spPr>
          <a:xfrm>
            <a:off x="1243730" y="5573632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B904B317-FC04-F094-8BF8-08DCF4F0B50D}"/>
              </a:ext>
            </a:extLst>
          </p:cNvPr>
          <p:cNvCxnSpPr>
            <a:cxnSpLocks/>
          </p:cNvCxnSpPr>
          <p:nvPr/>
        </p:nvCxnSpPr>
        <p:spPr>
          <a:xfrm>
            <a:off x="715000" y="7309244"/>
            <a:ext cx="289906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1AF07504-2396-3BBC-35CA-5F75606AA138}"/>
              </a:ext>
            </a:extLst>
          </p:cNvPr>
          <p:cNvCxnSpPr>
            <a:cxnSpLocks/>
          </p:cNvCxnSpPr>
          <p:nvPr/>
        </p:nvCxnSpPr>
        <p:spPr>
          <a:xfrm flipV="1">
            <a:off x="1244472" y="5093909"/>
            <a:ext cx="0" cy="2919574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图片 12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EC57F996-2C21-378E-641E-CF98901B9029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00" y="7052284"/>
            <a:ext cx="193188" cy="203267"/>
          </a:xfrm>
          <a:prstGeom prst="rect">
            <a:avLst/>
          </a:prstGeom>
        </p:spPr>
      </p:pic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21B75B3C-890E-37A1-44B4-722FEC5AB3AF}"/>
              </a:ext>
            </a:extLst>
          </p:cNvPr>
          <p:cNvCxnSpPr/>
          <p:nvPr/>
        </p:nvCxnSpPr>
        <p:spPr>
          <a:xfrm>
            <a:off x="1243728" y="7307464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1C257840-D677-C0F6-FD77-B98668971447}"/>
              </a:ext>
            </a:extLst>
          </p:cNvPr>
          <p:cNvCxnSpPr>
            <a:cxnSpLocks/>
          </p:cNvCxnSpPr>
          <p:nvPr/>
        </p:nvCxnSpPr>
        <p:spPr>
          <a:xfrm flipV="1">
            <a:off x="1244356" y="5546808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DCC56657-74A0-5C09-1D99-0E994F337291}"/>
              </a:ext>
            </a:extLst>
          </p:cNvPr>
          <p:cNvCxnSpPr>
            <a:cxnSpLocks/>
          </p:cNvCxnSpPr>
          <p:nvPr/>
        </p:nvCxnSpPr>
        <p:spPr>
          <a:xfrm>
            <a:off x="1243728" y="7305139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平行四边形 137">
            <a:extLst>
              <a:ext uri="{FF2B5EF4-FFF2-40B4-BE49-F238E27FC236}">
                <a16:creationId xmlns:a16="http://schemas.microsoft.com/office/drawing/2014/main" id="{754BAABE-420F-4E0C-7470-34B7D38BEFA4}"/>
              </a:ext>
            </a:extLst>
          </p:cNvPr>
          <p:cNvSpPr/>
          <p:nvPr/>
        </p:nvSpPr>
        <p:spPr>
          <a:xfrm>
            <a:off x="1232478" y="5566324"/>
            <a:ext cx="2788781" cy="1758325"/>
          </a:xfrm>
          <a:prstGeom prst="parallelogram">
            <a:avLst>
              <a:gd name="adj" fmla="val 67455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C03B38A4-D0AA-4A01-E56F-43D6F639D220}"/>
              </a:ext>
            </a:extLst>
          </p:cNvPr>
          <p:cNvCxnSpPr>
            <a:cxnSpLocks/>
          </p:cNvCxnSpPr>
          <p:nvPr/>
        </p:nvCxnSpPr>
        <p:spPr>
          <a:xfrm>
            <a:off x="4609242" y="7305142"/>
            <a:ext cx="376190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0C54F550-2F4C-BDAA-1529-4D8735794A74}"/>
              </a:ext>
            </a:extLst>
          </p:cNvPr>
          <p:cNvCxnSpPr>
            <a:cxnSpLocks/>
          </p:cNvCxnSpPr>
          <p:nvPr/>
        </p:nvCxnSpPr>
        <p:spPr>
          <a:xfrm flipV="1">
            <a:off x="5138693" y="5089813"/>
            <a:ext cx="0" cy="2923676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9" name="图片 148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DAA9A176-7448-87B9-19BB-1A8E60AD144F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921" y="7048182"/>
            <a:ext cx="193188" cy="203267"/>
          </a:xfrm>
          <a:prstGeom prst="rect">
            <a:avLst/>
          </a:prstGeom>
        </p:spPr>
      </p:pic>
      <p:sp>
        <p:nvSpPr>
          <p:cNvPr id="150" name="矩形 149">
            <a:extLst>
              <a:ext uri="{FF2B5EF4-FFF2-40B4-BE49-F238E27FC236}">
                <a16:creationId xmlns:a16="http://schemas.microsoft.com/office/drawing/2014/main" id="{A3ABCDD8-C27E-1A47-8639-CFF7A24EC0F8}"/>
              </a:ext>
            </a:extLst>
          </p:cNvPr>
          <p:cNvSpPr/>
          <p:nvPr/>
        </p:nvSpPr>
        <p:spPr>
          <a:xfrm>
            <a:off x="5137950" y="5569529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7B3B29E0-2CB7-84F4-E452-6338BEE0943D}"/>
              </a:ext>
            </a:extLst>
          </p:cNvPr>
          <p:cNvCxnSpPr/>
          <p:nvPr/>
        </p:nvCxnSpPr>
        <p:spPr>
          <a:xfrm>
            <a:off x="5137950" y="7303362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230D5051-33F2-B13C-6C9E-5B31096EC94C}"/>
              </a:ext>
            </a:extLst>
          </p:cNvPr>
          <p:cNvCxnSpPr>
            <a:cxnSpLocks/>
          </p:cNvCxnSpPr>
          <p:nvPr/>
        </p:nvCxnSpPr>
        <p:spPr>
          <a:xfrm flipV="1">
            <a:off x="5143022" y="5542706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A92DBA6D-07A0-6896-CFD4-921D4BAFCB42}"/>
              </a:ext>
            </a:extLst>
          </p:cNvPr>
          <p:cNvCxnSpPr>
            <a:cxnSpLocks/>
          </p:cNvCxnSpPr>
          <p:nvPr/>
        </p:nvCxnSpPr>
        <p:spPr>
          <a:xfrm>
            <a:off x="5137952" y="7301035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4667ACC6-22C0-D127-39CA-D62A8D6F9867}"/>
              </a:ext>
            </a:extLst>
          </p:cNvPr>
          <p:cNvCxnSpPr>
            <a:cxnSpLocks/>
          </p:cNvCxnSpPr>
          <p:nvPr/>
        </p:nvCxnSpPr>
        <p:spPr>
          <a:xfrm flipV="1">
            <a:off x="1238648" y="5586507"/>
            <a:ext cx="1163448" cy="174137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8E764EA1-68F0-8882-4379-C3BEC18A7106}"/>
              </a:ext>
            </a:extLst>
          </p:cNvPr>
          <p:cNvCxnSpPr>
            <a:cxnSpLocks/>
          </p:cNvCxnSpPr>
          <p:nvPr/>
        </p:nvCxnSpPr>
        <p:spPr>
          <a:xfrm>
            <a:off x="1228510" y="7307458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B8BC65B1-0461-95CC-3D7C-BEDC14B518A2}"/>
              </a:ext>
            </a:extLst>
          </p:cNvPr>
          <p:cNvCxnSpPr>
            <a:cxnSpLocks/>
          </p:cNvCxnSpPr>
          <p:nvPr/>
        </p:nvCxnSpPr>
        <p:spPr>
          <a:xfrm>
            <a:off x="5122730" y="7303918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E9B27710-A88C-C50A-E4D9-A015CDA9BD9D}"/>
              </a:ext>
            </a:extLst>
          </p:cNvPr>
          <p:cNvCxnSpPr>
            <a:cxnSpLocks/>
          </p:cNvCxnSpPr>
          <p:nvPr/>
        </p:nvCxnSpPr>
        <p:spPr>
          <a:xfrm flipV="1">
            <a:off x="5137848" y="6315618"/>
            <a:ext cx="0" cy="101588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450D7918-E1CE-546F-B534-9B789BA962CC}"/>
              </a:ext>
            </a:extLst>
          </p:cNvPr>
          <p:cNvCxnSpPr>
            <a:cxnSpLocks/>
          </p:cNvCxnSpPr>
          <p:nvPr/>
        </p:nvCxnSpPr>
        <p:spPr>
          <a:xfrm>
            <a:off x="5122708" y="7305435"/>
            <a:ext cx="2893538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8ECF9E0D-FE0D-21F4-4E02-7B2621EA46F1}"/>
              </a:ext>
            </a:extLst>
          </p:cNvPr>
          <p:cNvCxnSpPr>
            <a:cxnSpLocks/>
          </p:cNvCxnSpPr>
          <p:nvPr/>
        </p:nvCxnSpPr>
        <p:spPr>
          <a:xfrm>
            <a:off x="8906965" y="7299949"/>
            <a:ext cx="3208846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ABD4FD0D-3C23-C9F7-AB2A-873787970AD3}"/>
              </a:ext>
            </a:extLst>
          </p:cNvPr>
          <p:cNvCxnSpPr>
            <a:cxnSpLocks/>
          </p:cNvCxnSpPr>
          <p:nvPr/>
        </p:nvCxnSpPr>
        <p:spPr>
          <a:xfrm flipV="1">
            <a:off x="9436436" y="5084644"/>
            <a:ext cx="0" cy="292886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图片 181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70700F6-4B1D-CCAC-F1E1-2EFC10BA62DB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664" y="7042989"/>
            <a:ext cx="193188" cy="203267"/>
          </a:xfrm>
          <a:prstGeom prst="rect">
            <a:avLst/>
          </a:prstGeom>
        </p:spPr>
      </p:pic>
      <p:sp>
        <p:nvSpPr>
          <p:cNvPr id="183" name="矩形 182">
            <a:extLst>
              <a:ext uri="{FF2B5EF4-FFF2-40B4-BE49-F238E27FC236}">
                <a16:creationId xmlns:a16="http://schemas.microsoft.com/office/drawing/2014/main" id="{695F0D53-3A42-BF64-8A8D-095384A6C78D}"/>
              </a:ext>
            </a:extLst>
          </p:cNvPr>
          <p:cNvSpPr/>
          <p:nvPr/>
        </p:nvSpPr>
        <p:spPr>
          <a:xfrm>
            <a:off x="9435694" y="5564337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48B16833-686E-6CE2-D654-6979A0173F08}"/>
              </a:ext>
            </a:extLst>
          </p:cNvPr>
          <p:cNvCxnSpPr/>
          <p:nvPr/>
        </p:nvCxnSpPr>
        <p:spPr>
          <a:xfrm>
            <a:off x="9435692" y="7298169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F1DEEFEE-5DC0-1433-D70A-2C9AEC9F53BD}"/>
              </a:ext>
            </a:extLst>
          </p:cNvPr>
          <p:cNvCxnSpPr>
            <a:cxnSpLocks/>
          </p:cNvCxnSpPr>
          <p:nvPr/>
        </p:nvCxnSpPr>
        <p:spPr>
          <a:xfrm flipV="1">
            <a:off x="9440128" y="5537513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41D92A89-3BE9-9810-D71B-3B0745A13BC9}"/>
              </a:ext>
            </a:extLst>
          </p:cNvPr>
          <p:cNvCxnSpPr>
            <a:cxnSpLocks/>
          </p:cNvCxnSpPr>
          <p:nvPr/>
        </p:nvCxnSpPr>
        <p:spPr>
          <a:xfrm>
            <a:off x="9420473" y="7298163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F7D7DD4C-D020-194C-4546-B496D4F47011}"/>
              </a:ext>
            </a:extLst>
          </p:cNvPr>
          <p:cNvCxnSpPr>
            <a:cxnSpLocks/>
          </p:cNvCxnSpPr>
          <p:nvPr/>
        </p:nvCxnSpPr>
        <p:spPr>
          <a:xfrm>
            <a:off x="9420450" y="7297088"/>
            <a:ext cx="2411890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弧形 194">
            <a:extLst>
              <a:ext uri="{FF2B5EF4-FFF2-40B4-BE49-F238E27FC236}">
                <a16:creationId xmlns:a16="http://schemas.microsoft.com/office/drawing/2014/main" id="{03114E73-5726-A8BC-B19E-2234681E7214}"/>
              </a:ext>
            </a:extLst>
          </p:cNvPr>
          <p:cNvSpPr/>
          <p:nvPr/>
        </p:nvSpPr>
        <p:spPr>
          <a:xfrm rot="20584892">
            <a:off x="706371" y="6918175"/>
            <a:ext cx="838370" cy="453496"/>
          </a:xfrm>
          <a:prstGeom prst="arc">
            <a:avLst>
              <a:gd name="adj1" fmla="val 18993039"/>
              <a:gd name="adj2" fmla="val 20807300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6" name="图片 195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F7E184A2-8894-91A0-EDCE-4B6986AACDC9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71" y="6644060"/>
            <a:ext cx="117594" cy="199907"/>
          </a:xfrm>
          <a:prstGeom prst="rect">
            <a:avLst/>
          </a:prstGeom>
        </p:spPr>
      </p:pic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87F23FED-7A21-0C6D-2173-DC731C821464}"/>
              </a:ext>
            </a:extLst>
          </p:cNvPr>
          <p:cNvCxnSpPr>
            <a:cxnSpLocks/>
          </p:cNvCxnSpPr>
          <p:nvPr/>
        </p:nvCxnSpPr>
        <p:spPr>
          <a:xfrm flipV="1">
            <a:off x="9437590" y="7156641"/>
            <a:ext cx="0" cy="167247"/>
          </a:xfrm>
          <a:prstGeom prst="straightConnector1">
            <a:avLst/>
          </a:prstGeom>
          <a:ln w="4508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弧形 203">
            <a:extLst>
              <a:ext uri="{FF2B5EF4-FFF2-40B4-BE49-F238E27FC236}">
                <a16:creationId xmlns:a16="http://schemas.microsoft.com/office/drawing/2014/main" id="{C3B79ED8-697F-70EE-EF3D-807CDDF7CCF4}"/>
              </a:ext>
            </a:extLst>
          </p:cNvPr>
          <p:cNvSpPr/>
          <p:nvPr/>
        </p:nvSpPr>
        <p:spPr>
          <a:xfrm rot="21192649" flipH="1">
            <a:off x="10206601" y="5271363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" name="图片 204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A300BE09-465B-69B6-613C-400EFED2B902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611" y="5230506"/>
            <a:ext cx="117594" cy="199907"/>
          </a:xfrm>
          <a:prstGeom prst="rect">
            <a:avLst/>
          </a:prstGeom>
        </p:spPr>
      </p:pic>
      <p:pic>
        <p:nvPicPr>
          <p:cNvPr id="212" name="图片 211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0AD9BFF6-11AE-BBEC-FA44-BEB29181C812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4559" y="7071585"/>
            <a:ext cx="245264" cy="164632"/>
          </a:xfrm>
          <a:prstGeom prst="rect">
            <a:avLst/>
          </a:prstGeom>
        </p:spPr>
      </p:pic>
      <p:pic>
        <p:nvPicPr>
          <p:cNvPr id="213" name="图片 212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3FB088A4-DB2A-E99B-40D0-8301579CB270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483" y="7062293"/>
            <a:ext cx="245264" cy="164632"/>
          </a:xfrm>
          <a:prstGeom prst="rect">
            <a:avLst/>
          </a:prstGeom>
        </p:spPr>
      </p:pic>
      <p:pic>
        <p:nvPicPr>
          <p:cNvPr id="214" name="图片 21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256EE2FE-51D2-0E5B-7721-56E131012179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426" y="7062403"/>
            <a:ext cx="245264" cy="164632"/>
          </a:xfrm>
          <a:prstGeom prst="rect">
            <a:avLst/>
          </a:prstGeom>
        </p:spPr>
      </p:pic>
      <p:pic>
        <p:nvPicPr>
          <p:cNvPr id="215" name="图片 214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DDEA579A-646A-B50B-10A3-6B4749D3ECBA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49" y="5002305"/>
            <a:ext cx="251987" cy="164632"/>
          </a:xfrm>
          <a:prstGeom prst="rect">
            <a:avLst/>
          </a:prstGeom>
        </p:spPr>
      </p:pic>
      <p:pic>
        <p:nvPicPr>
          <p:cNvPr id="216" name="图片 21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058D0542-3218-C8DE-5277-EE21DE5D7AA3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355" y="5002305"/>
            <a:ext cx="251987" cy="164632"/>
          </a:xfrm>
          <a:prstGeom prst="rect">
            <a:avLst/>
          </a:prstGeom>
        </p:spPr>
      </p:pic>
      <p:pic>
        <p:nvPicPr>
          <p:cNvPr id="217" name="图片 216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EF4A1D00-5F69-1F25-80F5-C137D863DB1F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97" y="5001486"/>
            <a:ext cx="251987" cy="164632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usepackage{bm}&#10;\begin{document}&#10;&#10;$\bm{S}=1$&#10;&#10;&#10;\end{document}" title="IguanaTex Bitmap Display">
            <a:extLst>
              <a:ext uri="{FF2B5EF4-FFF2-40B4-BE49-F238E27FC236}">
                <a16:creationId xmlns:a16="http://schemas.microsoft.com/office/drawing/2014/main" id="{544CE998-DD18-102C-31F8-A6E3B75CD221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406" y="1698669"/>
            <a:ext cx="680365" cy="201590"/>
          </a:xfrm>
          <a:prstGeom prst="rect">
            <a:avLst/>
          </a:prstGeom>
        </p:spPr>
      </p:pic>
      <p:pic>
        <p:nvPicPr>
          <p:cNvPr id="233" name="图片 232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7D5DADF-4F1F-BFEC-2C75-361154143251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28" y="842028"/>
            <a:ext cx="299020" cy="167989"/>
          </a:xfrm>
          <a:prstGeom prst="rect">
            <a:avLst/>
          </a:prstGeom>
        </p:spPr>
      </p:pic>
      <p:pic>
        <p:nvPicPr>
          <p:cNvPr id="234" name="图片 233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191EFCFB-C0C2-D039-802E-9BA6F5A05E8D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561" y="2814537"/>
            <a:ext cx="292301" cy="167989"/>
          </a:xfrm>
          <a:prstGeom prst="rect">
            <a:avLst/>
          </a:prstGeom>
        </p:spPr>
      </p:pic>
      <p:pic>
        <p:nvPicPr>
          <p:cNvPr id="235" name="图片 234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BA25432-2F1C-8187-F047-C6B692A978ED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340" y="1030969"/>
            <a:ext cx="273822" cy="248623"/>
          </a:xfrm>
          <a:prstGeom prst="rect">
            <a:avLst/>
          </a:prstGeom>
        </p:spPr>
      </p:pic>
      <p:pic>
        <p:nvPicPr>
          <p:cNvPr id="236" name="图片 235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3C53D241-8A26-EE6F-2BDB-F99A2D0F29DD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345" y="2027157"/>
            <a:ext cx="280542" cy="248623"/>
          </a:xfrm>
          <a:prstGeom prst="rect">
            <a:avLst/>
          </a:prstGeom>
        </p:spPr>
      </p:pic>
      <p:pic>
        <p:nvPicPr>
          <p:cNvPr id="237" name="图片 236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DD0C6055-BF0A-BFC3-A2C1-0D14EA835C23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820" y="997514"/>
            <a:ext cx="280542" cy="248623"/>
          </a:xfrm>
          <a:prstGeom prst="rect">
            <a:avLst/>
          </a:prstGeom>
        </p:spPr>
      </p:pic>
      <p:pic>
        <p:nvPicPr>
          <p:cNvPr id="238" name="图片 237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6FD4776-4947-4C25-440A-9A1781C879E9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261" y="2830643"/>
            <a:ext cx="273822" cy="248623"/>
          </a:xfrm>
          <a:prstGeom prst="rect">
            <a:avLst/>
          </a:prstGeom>
        </p:spPr>
      </p:pic>
      <p:pic>
        <p:nvPicPr>
          <p:cNvPr id="240" name="图片 239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A36C465D-D724-1C24-DDCE-0CDED60C78BF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089" y="7425711"/>
            <a:ext cx="273822" cy="248623"/>
          </a:xfrm>
          <a:prstGeom prst="rect">
            <a:avLst/>
          </a:prstGeom>
        </p:spPr>
      </p:pic>
      <p:pic>
        <p:nvPicPr>
          <p:cNvPr id="245" name="图片 244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4863EAC-07CF-BBC2-2A4F-76E424CA1A80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707" y="7425711"/>
            <a:ext cx="273822" cy="248623"/>
          </a:xfrm>
          <a:prstGeom prst="rect">
            <a:avLst/>
          </a:prstGeom>
        </p:spPr>
      </p:pic>
      <p:pic>
        <p:nvPicPr>
          <p:cNvPr id="246" name="图片 245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77BEEAC-14A4-C0F6-9A14-DCBD9AC060E7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523" y="7416418"/>
            <a:ext cx="273822" cy="248623"/>
          </a:xfrm>
          <a:prstGeom prst="rect">
            <a:avLst/>
          </a:prstGeom>
        </p:spPr>
      </p:pic>
      <p:pic>
        <p:nvPicPr>
          <p:cNvPr id="249" name="图片 248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FFA999F5-92A7-217A-510D-C23E33F28DF7}"/>
              </a:ext>
            </a:extLst>
          </p:cNvPr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303" y="5663549"/>
            <a:ext cx="280542" cy="248623"/>
          </a:xfrm>
          <a:prstGeom prst="rect">
            <a:avLst/>
          </a:prstGeom>
        </p:spPr>
      </p:pic>
      <p:pic>
        <p:nvPicPr>
          <p:cNvPr id="250" name="图片 249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C413583-1000-C987-52F9-EFA885A0CBB9}"/>
              </a:ext>
            </a:extLst>
      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043" y="6332883"/>
            <a:ext cx="280542" cy="248623"/>
          </a:xfrm>
          <a:prstGeom prst="rect">
            <a:avLst/>
          </a:prstGeom>
        </p:spPr>
      </p:pic>
      <p:pic>
        <p:nvPicPr>
          <p:cNvPr id="253" name="图片 252" descr="\documentclass{article}&#10;\usepackage{amsmath}&#10;\usepackage{bm}&#10;\pagestyle{empty}&#10;\begin{document}&#10;&#10;\begin{align}&#10;\bm{\beta}_2 = \bm{0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2B88390-8109-1336-6E4D-12F0C505376B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789" y="6936172"/>
            <a:ext cx="826507" cy="248623"/>
          </a:xfrm>
          <a:prstGeom prst="rect">
            <a:avLst/>
          </a:prstGeom>
        </p:spPr>
      </p:pic>
      <p:pic>
        <p:nvPicPr>
          <p:cNvPr id="16" name="图片 15" descr="\documentclass{article}&#10;\usepackage{amsmath}&#10;\usepackage{bm}&#10;\pagestyle{empty}&#10;\begin{document}&#10;&#10;\begin{align}&#10;R = &#10;\begin{pmatrix}&#10;\cos \theta &amp; -\sin \theta \\[4pt]&#10;\sin \theta &amp; \cos \theta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45F15359-61A9-6C33-D3F6-2F1A678F1CAD}"/>
              </a:ext>
            </a:extLst>
      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991" y="3483722"/>
            <a:ext cx="2581994" cy="836593"/>
          </a:xfrm>
          <a:prstGeom prst="rect">
            <a:avLst/>
          </a:prstGeom>
        </p:spPr>
      </p:pic>
      <p:pic>
        <p:nvPicPr>
          <p:cNvPr id="18" name="图片 17" descr="\documentclass{article}&#10;\usepackage{amsmath}&#10;\usepackage{bm}&#10;\pagestyle{empty}&#10;\begin{document}&#10;&#10;\begin{align}&#10;F = &#10;\begin{pmatrix}&#10;-1 &amp; 0 \\[4pt]&#10;0 &amp; 1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96D4B39-3B21-1FAE-B2B1-81B24D55BE8A}"/>
              </a:ext>
            </a:extLst>
          </p:cNvPr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169" y="3483722"/>
            <a:ext cx="1731968" cy="836593"/>
          </a:xfrm>
          <a:prstGeom prst="rect">
            <a:avLst/>
          </a:prstGeom>
        </p:spPr>
      </p:pic>
      <p:pic>
        <p:nvPicPr>
          <p:cNvPr id="20" name="图片 19" descr="\documentclass{article}&#10;\usepackage{amsmath}&#10;\usepackage{bm}&#10;\pagestyle{empty}&#10;\begin{document}&#10;&#10;\begin{align}&#10;S = &#10;\begin{pmatrix}&#10;1 &amp; \tan \theta \\[4pt]&#10;0 &amp; 1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B141FCC7-F4B0-73CD-40B2-4E39937EFF11}"/>
              </a:ext>
            </a:extLst>
      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54" y="8111770"/>
            <a:ext cx="1928517" cy="836593"/>
          </a:xfrm>
          <a:prstGeom prst="rect">
            <a:avLst/>
          </a:prstGeom>
        </p:spPr>
      </p:pic>
      <p:pic>
        <p:nvPicPr>
          <p:cNvPr id="22" name="图片 21" descr="\documentclass{article}&#10;\usepackage{amsmath}&#10;\usepackage{bm}&#10;\pagestyle{empty}&#10;\begin{document}&#10;&#10;\begin{align}&#10;D = &#10;\begin{pmatrix}&#10;k_1 &amp; 0 \\[4pt]&#10;0 &amp; k_2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8300219C-2544-9B94-3910-181272389730}"/>
              </a:ext>
            </a:extLst>
          </p:cNvPr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480" y="8111770"/>
            <a:ext cx="1795805" cy="836593"/>
          </a:xfrm>
          <a:prstGeom prst="rect">
            <a:avLst/>
          </a:prstGeom>
        </p:spPr>
      </p:pic>
      <p:pic>
        <p:nvPicPr>
          <p:cNvPr id="26" name="图片 25" descr="\documentclass{article}&#10;\usepackage{amsmath}&#10;\usepackage{bm}&#10;\pagestyle{empty}&#10;\begin{document}&#10;&#10;\begin{align}&#10;P = &#10;\begin{pmatrix}&#10;1 &amp; \cot \theta \\[4pt]&#10;0 &amp; 0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C6DDB58-8D2F-8CBA-BC1F-885E7761D558}"/>
              </a:ext>
            </a:extLst>
      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493" y="8104411"/>
            <a:ext cx="1931876" cy="836593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usepackage{bm}&#10;\begin{document}&#10;&#10;$\bm{S}=1$&#10;&#10;&#10;\end{document}" title="IguanaTex Bitmap Display">
            <a:extLst>
              <a:ext uri="{FF2B5EF4-FFF2-40B4-BE49-F238E27FC236}">
                <a16:creationId xmlns:a16="http://schemas.microsoft.com/office/drawing/2014/main" id="{7120B7BF-B2E5-14AE-F148-97746205D3F7}"/>
              </a:ext>
            </a:extLst>
          </p:cNvPr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282" y="1471222"/>
            <a:ext cx="680365" cy="201590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usepackage{bm}&#10;\begin{document}&#10;&#10;$\bm{S}=1$&#10;&#10;&#10;\end{document}" title="IguanaTex Bitmap Display">
            <a:extLst>
              <a:ext uri="{FF2B5EF4-FFF2-40B4-BE49-F238E27FC236}">
                <a16:creationId xmlns:a16="http://schemas.microsoft.com/office/drawing/2014/main" id="{DC1B2617-50DB-60C7-1BBE-55C7144AC939}"/>
              </a:ext>
            </a:extLst>
      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345" y="6332884"/>
            <a:ext cx="680365" cy="201590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usepackage{bm}&#10;\begin{document}&#10;&#10;$\bm{S}=k_1 k_2$&#10;&#10;&#10;\end{document}" title="IguanaTex Bitmap Display">
            <a:extLst>
              <a:ext uri="{FF2B5EF4-FFF2-40B4-BE49-F238E27FC236}">
                <a16:creationId xmlns:a16="http://schemas.microsoft.com/office/drawing/2014/main" id="{23051CD1-154A-6461-EB8E-EC3347A56861}"/>
              </a:ext>
            </a:extLst>
          </p:cNvPr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411" y="6681516"/>
            <a:ext cx="1076825" cy="238548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usepackage{bm}&#10;\begin{document}&#10;&#10;$\bm{S}=0$&#10;&#10;&#10;\end{document}" title="IguanaTex Bitmap Display">
            <a:extLst>
              <a:ext uri="{FF2B5EF4-FFF2-40B4-BE49-F238E27FC236}">
                <a16:creationId xmlns:a16="http://schemas.microsoft.com/office/drawing/2014/main" id="{D8A6BD65-B47A-D95C-54EC-381D2C7C4719}"/>
              </a:ext>
            </a:extLst>
          </p:cNvPr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468" y="7439587"/>
            <a:ext cx="692125" cy="203270"/>
          </a:xfrm>
          <a:prstGeom prst="rect">
            <a:avLst/>
          </a:prstGeom>
        </p:spPr>
      </p:pic>
      <p:pic>
        <p:nvPicPr>
          <p:cNvPr id="33" name="图片 32" descr="\documentclass{article}&#10;\usepackage{amsmath}&#10;\pagestyle{empty}&#10;\usepackage{bm}&#10;\begin{document}&#10;&#10;$\bm{S}=-1$&#10;&#10;&#10;\end{document}" title="IguanaTex Bitmap Display">
            <a:extLst>
              <a:ext uri="{FF2B5EF4-FFF2-40B4-BE49-F238E27FC236}">
                <a16:creationId xmlns:a16="http://schemas.microsoft.com/office/drawing/2014/main" id="{2D4D5F02-8F39-2FC8-A2B1-2582421ADDB9}"/>
              </a:ext>
            </a:extLst>
          </p:cNvPr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672" y="1704326"/>
            <a:ext cx="897074" cy="20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13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079C6-97C1-3D8A-0C9B-B3F17ED3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1BA2D3D3-CAE9-7DF8-83CD-04B122DE475B}"/>
              </a:ext>
            </a:extLst>
          </p:cNvPr>
          <p:cNvCxnSpPr>
            <a:cxnSpLocks/>
          </p:cNvCxnSpPr>
          <p:nvPr/>
        </p:nvCxnSpPr>
        <p:spPr>
          <a:xfrm flipV="1">
            <a:off x="7520608" y="3057684"/>
            <a:ext cx="412748" cy="412748"/>
          </a:xfrm>
          <a:prstGeom prst="straightConnector1">
            <a:avLst/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平行四边形 35">
            <a:extLst>
              <a:ext uri="{FF2B5EF4-FFF2-40B4-BE49-F238E27FC236}">
                <a16:creationId xmlns:a16="http://schemas.microsoft.com/office/drawing/2014/main" id="{D2FC348E-C9F0-673B-14C3-626AC6CF7588}"/>
              </a:ext>
            </a:extLst>
          </p:cNvPr>
          <p:cNvSpPr/>
          <p:nvPr/>
        </p:nvSpPr>
        <p:spPr>
          <a:xfrm rot="9651172">
            <a:off x="3830821" y="1833873"/>
            <a:ext cx="1530880" cy="1000422"/>
          </a:xfrm>
          <a:prstGeom prst="parallelogram">
            <a:avLst>
              <a:gd name="adj" fmla="val 12082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A9EE35E-138B-405E-E4A8-DAA227316203}"/>
              </a:ext>
            </a:extLst>
          </p:cNvPr>
          <p:cNvCxnSpPr>
            <a:cxnSpLocks/>
          </p:cNvCxnSpPr>
          <p:nvPr/>
        </p:nvCxnSpPr>
        <p:spPr>
          <a:xfrm>
            <a:off x="3493702" y="3051302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0C803D8-41B5-173D-7BD3-5265CD9E89EB}"/>
              </a:ext>
            </a:extLst>
          </p:cNvPr>
          <p:cNvCxnSpPr>
            <a:cxnSpLocks/>
          </p:cNvCxnSpPr>
          <p:nvPr/>
        </p:nvCxnSpPr>
        <p:spPr>
          <a:xfrm flipV="1">
            <a:off x="4023161" y="835944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3C0D2656-EB8B-9A8C-4211-E8F3CD6022F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389" y="3154710"/>
            <a:ext cx="193188" cy="203267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C61EC35A-C96B-4870-81F0-3DAD2CDC7C6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346" y="3193327"/>
            <a:ext cx="245264" cy="164632"/>
          </a:xfrm>
          <a:prstGeom prst="rect">
            <a:avLst/>
          </a:prstGeom>
        </p:spPr>
      </p:pic>
      <p:pic>
        <p:nvPicPr>
          <p:cNvPr id="31" name="图片 30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D8E62528-95E8-F8CC-08CC-C2E258CDFA6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002" y="711697"/>
            <a:ext cx="251987" cy="164632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63B6706-616C-8AC1-A63D-FFB27171FDEC}"/>
              </a:ext>
            </a:extLst>
          </p:cNvPr>
          <p:cNvCxnSpPr>
            <a:cxnSpLocks/>
          </p:cNvCxnSpPr>
          <p:nvPr/>
        </p:nvCxnSpPr>
        <p:spPr>
          <a:xfrm flipV="1">
            <a:off x="4009082" y="2590800"/>
            <a:ext cx="1402187" cy="45405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0DCD21D-ABF9-C9D4-5952-D2C95759937A}"/>
              </a:ext>
            </a:extLst>
          </p:cNvPr>
          <p:cNvCxnSpPr>
            <a:cxnSpLocks/>
          </p:cNvCxnSpPr>
          <p:nvPr/>
        </p:nvCxnSpPr>
        <p:spPr>
          <a:xfrm flipH="1" flipV="1">
            <a:off x="3795401" y="2047795"/>
            <a:ext cx="235365" cy="100350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片 42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47D367DB-2EB8-D7B2-EEC8-9C61724D49A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437" y="2697493"/>
            <a:ext cx="273822" cy="248623"/>
          </a:xfrm>
          <a:prstGeom prst="rect">
            <a:avLst/>
          </a:prstGeom>
        </p:spPr>
      </p:pic>
      <p:pic>
        <p:nvPicPr>
          <p:cNvPr id="44" name="图片 43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43B68EC-DEA5-9A41-8C7C-FA084265FBF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414" y="1799172"/>
            <a:ext cx="280542" cy="248623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951BB883-9825-EE15-E5C3-46734ABED5CA}"/>
              </a:ext>
            </a:extLst>
          </p:cNvPr>
          <p:cNvCxnSpPr>
            <a:cxnSpLocks/>
          </p:cNvCxnSpPr>
          <p:nvPr/>
        </p:nvCxnSpPr>
        <p:spPr>
          <a:xfrm>
            <a:off x="587971" y="3040666"/>
            <a:ext cx="219332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63DDADCA-B9C0-939B-DA3B-7A2C070A6DA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783" y="3182691"/>
            <a:ext cx="245264" cy="164632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CC147C9-51B0-1BED-6A43-3E9062B372CA}"/>
              </a:ext>
            </a:extLst>
          </p:cNvPr>
          <p:cNvCxnSpPr>
            <a:cxnSpLocks/>
          </p:cNvCxnSpPr>
          <p:nvPr/>
        </p:nvCxnSpPr>
        <p:spPr>
          <a:xfrm>
            <a:off x="1106401" y="3040666"/>
            <a:ext cx="119611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7CAA4268-26E1-0EE8-B83A-EF268D31A729}"/>
              </a:ext>
            </a:extLst>
          </p:cNvPr>
          <p:cNvSpPr/>
          <p:nvPr/>
        </p:nvSpPr>
        <p:spPr>
          <a:xfrm>
            <a:off x="1037822" y="2972087"/>
            <a:ext cx="137158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F336556-E033-0914-FB6B-07F93B80AA5C}"/>
              </a:ext>
            </a:extLst>
          </p:cNvPr>
          <p:cNvCxnSpPr>
            <a:cxnSpLocks/>
          </p:cNvCxnSpPr>
          <p:nvPr/>
        </p:nvCxnSpPr>
        <p:spPr>
          <a:xfrm>
            <a:off x="6844974" y="3059463"/>
            <a:ext cx="324448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F99E974-A1EC-D056-8E93-3A57BAC6A893}"/>
              </a:ext>
            </a:extLst>
          </p:cNvPr>
          <p:cNvCxnSpPr>
            <a:cxnSpLocks/>
          </p:cNvCxnSpPr>
          <p:nvPr/>
        </p:nvCxnSpPr>
        <p:spPr>
          <a:xfrm flipV="1">
            <a:off x="7930308" y="844105"/>
            <a:ext cx="0" cy="815118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AB9644AA-0949-2C04-F743-ADBB5FDC8A1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615" y="3193327"/>
            <a:ext cx="193188" cy="203267"/>
          </a:xfrm>
          <a:prstGeom prst="rect">
            <a:avLst/>
          </a:prstGeom>
        </p:spPr>
      </p:pic>
      <p:pic>
        <p:nvPicPr>
          <p:cNvPr id="32" name="图片 31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886864D8-CD44-9D95-2487-C7CB351EC73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493" y="3201488"/>
            <a:ext cx="245264" cy="164632"/>
          </a:xfrm>
          <a:prstGeom prst="rect">
            <a:avLst/>
          </a:prstGeom>
        </p:spPr>
      </p:pic>
      <p:pic>
        <p:nvPicPr>
          <p:cNvPr id="55" name="图片 54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9C84CC04-B037-FCFA-4673-6FF2DC8F55D8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149" y="719858"/>
            <a:ext cx="253667" cy="167992"/>
          </a:xfrm>
          <a:prstGeom prst="rect">
            <a:avLst/>
          </a:prstGeom>
        </p:spPr>
      </p:pic>
      <p:pic>
        <p:nvPicPr>
          <p:cNvPr id="40" name="图片 39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F8F88398-BE4D-AC5A-0317-85132692FB1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835" y="3201488"/>
            <a:ext cx="273822" cy="248623"/>
          </a:xfrm>
          <a:prstGeom prst="rect">
            <a:avLst/>
          </a:prstGeom>
        </p:spPr>
      </p:pic>
      <p:pic>
        <p:nvPicPr>
          <p:cNvPr id="56" name="图片 5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B0ECE0A0-ADF7-D7C3-FD84-5436C59DD99E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299" y="1576907"/>
            <a:ext cx="251987" cy="164632"/>
          </a:xfrm>
          <a:prstGeom prst="rect">
            <a:avLst/>
          </a:prstGeom>
        </p:spPr>
      </p:pic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0F993E84-DE04-B196-A910-B40CEADE7220}"/>
              </a:ext>
            </a:extLst>
          </p:cNvPr>
          <p:cNvCxnSpPr>
            <a:cxnSpLocks/>
          </p:cNvCxnSpPr>
          <p:nvPr/>
        </p:nvCxnSpPr>
        <p:spPr>
          <a:xfrm flipV="1">
            <a:off x="8980870" y="1531811"/>
            <a:ext cx="478361" cy="478362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53B56385-83F9-DE56-DE1A-4326D2A8EABE}"/>
              </a:ext>
            </a:extLst>
          </p:cNvPr>
          <p:cNvCxnSpPr>
            <a:cxnSpLocks/>
          </p:cNvCxnSpPr>
          <p:nvPr/>
        </p:nvCxnSpPr>
        <p:spPr>
          <a:xfrm flipV="1">
            <a:off x="7930308" y="3040666"/>
            <a:ext cx="0" cy="806120"/>
          </a:xfrm>
          <a:prstGeom prst="straightConnector1">
            <a:avLst/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35A8DF62-AA04-8B61-F591-34FFCAED4F8F}"/>
              </a:ext>
            </a:extLst>
          </p:cNvPr>
          <p:cNvSpPr txBox="1"/>
          <p:nvPr/>
        </p:nvSpPr>
        <p:spPr>
          <a:xfrm>
            <a:off x="10550222" y="1276061"/>
            <a:ext cx="2072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/>
              <a:t>……</a:t>
            </a:r>
            <a:endParaRPr lang="zh-CN" altLang="en-US" sz="800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1E5ECB8-315C-B1D4-98E6-6FE23D85DD9A}"/>
              </a:ext>
            </a:extLst>
          </p:cNvPr>
          <p:cNvCxnSpPr>
            <a:cxnSpLocks/>
          </p:cNvCxnSpPr>
          <p:nvPr/>
        </p:nvCxnSpPr>
        <p:spPr>
          <a:xfrm>
            <a:off x="8332428" y="1464272"/>
            <a:ext cx="347876" cy="1119388"/>
          </a:xfrm>
          <a:prstGeom prst="line">
            <a:avLst/>
          </a:prstGeom>
          <a:ln w="19050">
            <a:solidFill>
              <a:srgbClr val="8EBBDB">
                <a:alpha val="5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E384EA8-BED5-94F4-2550-6C97D5BF5269}"/>
              </a:ext>
            </a:extLst>
          </p:cNvPr>
          <p:cNvCxnSpPr>
            <a:cxnSpLocks/>
          </p:cNvCxnSpPr>
          <p:nvPr/>
        </p:nvCxnSpPr>
        <p:spPr>
          <a:xfrm flipV="1">
            <a:off x="7448982" y="2593464"/>
            <a:ext cx="1231322" cy="195446"/>
          </a:xfrm>
          <a:prstGeom prst="line">
            <a:avLst/>
          </a:prstGeom>
          <a:ln w="19050">
            <a:solidFill>
              <a:srgbClr val="8EBBDB">
                <a:alpha val="5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602B9F94-A1C1-E97A-AB6E-A64E762DBE4E}"/>
              </a:ext>
            </a:extLst>
          </p:cNvPr>
          <p:cNvCxnSpPr>
            <a:cxnSpLocks/>
          </p:cNvCxnSpPr>
          <p:nvPr/>
        </p:nvCxnSpPr>
        <p:spPr>
          <a:xfrm flipV="1">
            <a:off x="7931403" y="981456"/>
            <a:ext cx="0" cy="2239429"/>
          </a:xfrm>
          <a:prstGeom prst="straightConnector1">
            <a:avLst/>
          </a:prstGeom>
          <a:ln w="44450">
            <a:solidFill>
              <a:schemeClr val="tx1">
                <a:alpha val="2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AF15B6BD-EE27-51FE-F3D9-8F546AB9A09F}"/>
              </a:ext>
            </a:extLst>
          </p:cNvPr>
          <p:cNvCxnSpPr>
            <a:cxnSpLocks/>
          </p:cNvCxnSpPr>
          <p:nvPr/>
        </p:nvCxnSpPr>
        <p:spPr>
          <a:xfrm flipV="1">
            <a:off x="7590957" y="1837872"/>
            <a:ext cx="1568484" cy="1568481"/>
          </a:xfrm>
          <a:prstGeom prst="straightConnector1">
            <a:avLst/>
          </a:prstGeom>
          <a:ln w="44450">
            <a:solidFill>
              <a:schemeClr val="tx1">
                <a:alpha val="2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1E472C8-5D4B-6DA9-AB84-02BEE5F0AB17}"/>
              </a:ext>
            </a:extLst>
          </p:cNvPr>
          <p:cNvCxnSpPr>
            <a:cxnSpLocks/>
          </p:cNvCxnSpPr>
          <p:nvPr/>
        </p:nvCxnSpPr>
        <p:spPr>
          <a:xfrm>
            <a:off x="8673431" y="2586022"/>
            <a:ext cx="519145" cy="293057"/>
          </a:xfrm>
          <a:prstGeom prst="line">
            <a:avLst/>
          </a:prstGeom>
          <a:ln w="19050">
            <a:solidFill>
              <a:srgbClr val="8EBBDB">
                <a:alpha val="5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1C24BDA3-7EEC-12C5-DC60-DAFA2B60F9EF}"/>
              </a:ext>
            </a:extLst>
          </p:cNvPr>
          <p:cNvGrpSpPr/>
          <p:nvPr/>
        </p:nvGrpSpPr>
        <p:grpSpPr>
          <a:xfrm>
            <a:off x="6923327" y="1410057"/>
            <a:ext cx="2457279" cy="1696588"/>
            <a:chOff x="7023477" y="1394993"/>
            <a:chExt cx="2457279" cy="1696588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EF9027E8-0BB0-004C-3B38-2E5D3B12C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937983" flipH="1">
              <a:off x="7023477" y="1394993"/>
              <a:ext cx="2457279" cy="1696588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6CC841FB-2F5B-BFD2-C37C-92547BD791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1719" y="2856217"/>
              <a:ext cx="1300401" cy="199639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70A9FFE3-E1ED-E6C2-B308-4A76499195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07332" y="1918156"/>
              <a:ext cx="334388" cy="1139528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FF880CDE-E66B-6B69-ED61-AF309A2809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07211" y="2747010"/>
              <a:ext cx="549949" cy="318436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8421E29-B9BC-40A4-8E11-CBB3930A39C6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967" y="2732550"/>
            <a:ext cx="273822" cy="248623"/>
          </a:xfrm>
          <a:prstGeom prst="rect">
            <a:avLst/>
          </a:prstGeom>
        </p:spPr>
      </p:pic>
      <p:pic>
        <p:nvPicPr>
          <p:cNvPr id="10" name="图片 9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2D32DEC-2F89-0F34-D7B0-9FAEEF4BCA6C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862" y="2637763"/>
            <a:ext cx="280542" cy="248623"/>
          </a:xfrm>
          <a:prstGeom prst="rect">
            <a:avLst/>
          </a:prstGeom>
        </p:spPr>
      </p:pic>
      <p:pic>
        <p:nvPicPr>
          <p:cNvPr id="20" name="图片 19" descr="\documentclass{article}&#10;\usepackage{amsmath}&#10;\usepackage{bm}&#10;\pagestyle{empty}&#10;\begin{document}&#10;&#10;\begin{align}&#10;\bm{\beta}_3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611E6298-4CE5-0125-50AA-FA99C21B1254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312" y="1636923"/>
            <a:ext cx="282222" cy="24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26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933DB-5D6C-F00D-447E-22EB38AA5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D53EF1E7-7B2D-210B-9B87-5FD2B7E2556C}"/>
              </a:ext>
            </a:extLst>
          </p:cNvPr>
          <p:cNvCxnSpPr>
            <a:cxnSpLocks/>
          </p:cNvCxnSpPr>
          <p:nvPr/>
        </p:nvCxnSpPr>
        <p:spPr>
          <a:xfrm flipH="1" flipV="1">
            <a:off x="9810343" y="5027291"/>
            <a:ext cx="235365" cy="1003507"/>
          </a:xfrm>
          <a:prstGeom prst="straightConnector1">
            <a:avLst/>
          </a:prstGeom>
          <a:ln w="44450">
            <a:solidFill>
              <a:srgbClr val="0070C0">
                <a:alpha val="2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平行四边形 255">
            <a:extLst>
              <a:ext uri="{FF2B5EF4-FFF2-40B4-BE49-F238E27FC236}">
                <a16:creationId xmlns:a16="http://schemas.microsoft.com/office/drawing/2014/main" id="{33DA3832-5BF6-1AE5-5762-98C138924A9D}"/>
              </a:ext>
            </a:extLst>
          </p:cNvPr>
          <p:cNvSpPr/>
          <p:nvPr/>
        </p:nvSpPr>
        <p:spPr>
          <a:xfrm rot="8064840">
            <a:off x="9387316" y="4516251"/>
            <a:ext cx="2226516" cy="867812"/>
          </a:xfrm>
          <a:prstGeom prst="parallelogram">
            <a:avLst>
              <a:gd name="adj" fmla="val 62774"/>
            </a:avLst>
          </a:prstGeom>
          <a:solidFill>
            <a:srgbClr val="0070C0">
              <a:alpha val="10000"/>
            </a:srgbClr>
          </a:solidFill>
          <a:ln w="12700">
            <a:solidFill>
              <a:srgbClr val="0070C0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DC3470F3-73B3-0798-E708-2FE52A9063DE}"/>
              </a:ext>
            </a:extLst>
          </p:cNvPr>
          <p:cNvCxnSpPr>
            <a:cxnSpLocks/>
          </p:cNvCxnSpPr>
          <p:nvPr/>
        </p:nvCxnSpPr>
        <p:spPr>
          <a:xfrm flipV="1">
            <a:off x="8692215" y="6004557"/>
            <a:ext cx="1402187" cy="45405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平行四边形 254">
            <a:extLst>
              <a:ext uri="{FF2B5EF4-FFF2-40B4-BE49-F238E27FC236}">
                <a16:creationId xmlns:a16="http://schemas.microsoft.com/office/drawing/2014/main" id="{B58B900E-0B16-7661-92E2-8FBC3E37FFFA}"/>
              </a:ext>
            </a:extLst>
          </p:cNvPr>
          <p:cNvSpPr/>
          <p:nvPr/>
        </p:nvSpPr>
        <p:spPr>
          <a:xfrm rot="9651172">
            <a:off x="8502064" y="5271150"/>
            <a:ext cx="1495688" cy="1000422"/>
          </a:xfrm>
          <a:prstGeom prst="parallelogram">
            <a:avLst>
              <a:gd name="adj" fmla="val 9564"/>
            </a:avLst>
          </a:prstGeom>
          <a:solidFill>
            <a:srgbClr val="0070C0">
              <a:alpha val="10000"/>
            </a:srgbClr>
          </a:solidFill>
          <a:ln w="12700">
            <a:solidFill>
              <a:srgbClr val="0070C0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6" name="平行四边形 225">
            <a:extLst>
              <a:ext uri="{FF2B5EF4-FFF2-40B4-BE49-F238E27FC236}">
                <a16:creationId xmlns:a16="http://schemas.microsoft.com/office/drawing/2014/main" id="{174E1509-DE48-4B37-1FF1-EE3F474AB3A1}"/>
              </a:ext>
            </a:extLst>
          </p:cNvPr>
          <p:cNvSpPr/>
          <p:nvPr/>
        </p:nvSpPr>
        <p:spPr>
          <a:xfrm rot="8064840">
            <a:off x="8072565" y="1534932"/>
            <a:ext cx="2226516" cy="867812"/>
          </a:xfrm>
          <a:prstGeom prst="parallelogram">
            <a:avLst>
              <a:gd name="adj" fmla="val 62774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平行四边形 35">
            <a:extLst>
              <a:ext uri="{FF2B5EF4-FFF2-40B4-BE49-F238E27FC236}">
                <a16:creationId xmlns:a16="http://schemas.microsoft.com/office/drawing/2014/main" id="{FFD61AE0-12A0-2F82-0E60-3474F982DA90}"/>
              </a:ext>
            </a:extLst>
          </p:cNvPr>
          <p:cNvSpPr/>
          <p:nvPr/>
        </p:nvSpPr>
        <p:spPr>
          <a:xfrm rot="9651172">
            <a:off x="5068486" y="1833873"/>
            <a:ext cx="1530880" cy="1000422"/>
          </a:xfrm>
          <a:prstGeom prst="parallelogram">
            <a:avLst>
              <a:gd name="adj" fmla="val 12082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5" name="平行四边形 214">
            <a:extLst>
              <a:ext uri="{FF2B5EF4-FFF2-40B4-BE49-F238E27FC236}">
                <a16:creationId xmlns:a16="http://schemas.microsoft.com/office/drawing/2014/main" id="{E1B7EE2E-D181-DA7F-07B5-AD56DFB13E33}"/>
              </a:ext>
            </a:extLst>
          </p:cNvPr>
          <p:cNvSpPr/>
          <p:nvPr/>
        </p:nvSpPr>
        <p:spPr>
          <a:xfrm rot="8800155">
            <a:off x="8195155" y="4679607"/>
            <a:ext cx="3305841" cy="943118"/>
          </a:xfrm>
          <a:prstGeom prst="parallelogram">
            <a:avLst>
              <a:gd name="adj" fmla="val 35640"/>
            </a:avLst>
          </a:prstGeom>
          <a:solidFill>
            <a:srgbClr val="7030A0">
              <a:alpha val="25000"/>
            </a:srgbClr>
          </a:solidFill>
          <a:ln w="4445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0" name="平行四边形 199">
            <a:extLst>
              <a:ext uri="{FF2B5EF4-FFF2-40B4-BE49-F238E27FC236}">
                <a16:creationId xmlns:a16="http://schemas.microsoft.com/office/drawing/2014/main" id="{A25ABDBF-E71F-FE7E-F4D2-D162E5655054}"/>
              </a:ext>
            </a:extLst>
          </p:cNvPr>
          <p:cNvSpPr/>
          <p:nvPr/>
        </p:nvSpPr>
        <p:spPr>
          <a:xfrm rot="9651172">
            <a:off x="4918814" y="4299989"/>
            <a:ext cx="1613698" cy="1961052"/>
          </a:xfrm>
          <a:prstGeom prst="parallelogram">
            <a:avLst>
              <a:gd name="adj" fmla="val 12082"/>
            </a:avLst>
          </a:prstGeom>
          <a:solidFill>
            <a:srgbClr val="7030A0">
              <a:alpha val="25000"/>
            </a:srgbClr>
          </a:solidFill>
          <a:ln w="4445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40FBA6B-4E52-3990-4A36-C9B498F88852}"/>
              </a:ext>
            </a:extLst>
          </p:cNvPr>
          <p:cNvCxnSpPr>
            <a:cxnSpLocks/>
          </p:cNvCxnSpPr>
          <p:nvPr/>
        </p:nvCxnSpPr>
        <p:spPr>
          <a:xfrm>
            <a:off x="989333" y="3048955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472E211-986B-CDDD-BBC2-0ACD75A7BE48}"/>
              </a:ext>
            </a:extLst>
          </p:cNvPr>
          <p:cNvCxnSpPr>
            <a:cxnSpLocks/>
          </p:cNvCxnSpPr>
          <p:nvPr/>
        </p:nvCxnSpPr>
        <p:spPr>
          <a:xfrm flipV="1">
            <a:off x="1518792" y="833597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36463C6A-92BC-7A57-A667-33394DD1606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020" y="3152363"/>
            <a:ext cx="193188" cy="20326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0668E00-5A30-9A04-959F-6E664D4D2E45}"/>
              </a:ext>
            </a:extLst>
          </p:cNvPr>
          <p:cNvSpPr/>
          <p:nvPr/>
        </p:nvSpPr>
        <p:spPr>
          <a:xfrm>
            <a:off x="1518050" y="1313301"/>
            <a:ext cx="1622924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92C60DC-121C-BDA3-5722-6F590AF06A6A}"/>
              </a:ext>
            </a:extLst>
          </p:cNvPr>
          <p:cNvCxnSpPr/>
          <p:nvPr/>
        </p:nvCxnSpPr>
        <p:spPr>
          <a:xfrm>
            <a:off x="1518048" y="304717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7429A54-0716-9139-F1D4-417337BCE393}"/>
              </a:ext>
            </a:extLst>
          </p:cNvPr>
          <p:cNvCxnSpPr>
            <a:cxnSpLocks/>
          </p:cNvCxnSpPr>
          <p:nvPr/>
        </p:nvCxnSpPr>
        <p:spPr>
          <a:xfrm flipV="1">
            <a:off x="1524536" y="1286473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6F38BA7-44BA-9C36-698D-80608E65A1CD}"/>
              </a:ext>
            </a:extLst>
          </p:cNvPr>
          <p:cNvCxnSpPr>
            <a:cxnSpLocks/>
          </p:cNvCxnSpPr>
          <p:nvPr/>
        </p:nvCxnSpPr>
        <p:spPr>
          <a:xfrm>
            <a:off x="1502832" y="3047169"/>
            <a:ext cx="1638165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图片 11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C6D48523-BC40-2B6D-DAFA-BAE81286FF5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977" y="3190980"/>
            <a:ext cx="245264" cy="164632"/>
          </a:xfrm>
          <a:prstGeom prst="rect">
            <a:avLst/>
          </a:prstGeom>
        </p:spPr>
      </p:pic>
      <p:pic>
        <p:nvPicPr>
          <p:cNvPr id="121" name="图片 120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88135700-36CD-BB2A-3968-D40F0A5C27E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633" y="709350"/>
            <a:ext cx="251987" cy="164632"/>
          </a:xfrm>
          <a:prstGeom prst="rect">
            <a:avLst/>
          </a:prstGeom>
        </p:spPr>
      </p:pic>
      <p:pic>
        <p:nvPicPr>
          <p:cNvPr id="3" name="图片 2" descr="\documentclass{article}&#10;\usepackage{amsmath}&#10;\pagestyle{empty}&#10;\begin{document}&#10;&#10;$|I_2| = 1$&#10;&#10;&#10;\end{document}" title="IguanaTex Bitmap Display">
            <a:extLst>
              <a:ext uri="{FF2B5EF4-FFF2-40B4-BE49-F238E27FC236}">
                <a16:creationId xmlns:a16="http://schemas.microsoft.com/office/drawing/2014/main" id="{469FF3BA-1210-BCCC-E28D-D1251D7A657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684" y="2047795"/>
            <a:ext cx="860116" cy="280546"/>
          </a:xfrm>
          <a:prstGeom prst="rect">
            <a:avLst/>
          </a:prstGeom>
        </p:spPr>
      </p:pic>
      <p:pic>
        <p:nvPicPr>
          <p:cNvPr id="233" name="图片 232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168D6669-81E6-5BFA-1CA6-9FD87C441E2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948" y="1207788"/>
            <a:ext cx="299020" cy="167989"/>
          </a:xfrm>
          <a:prstGeom prst="rect">
            <a:avLst/>
          </a:prstGeom>
        </p:spPr>
      </p:pic>
      <p:pic>
        <p:nvPicPr>
          <p:cNvPr id="234" name="图片 233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B2EFEBBB-4F7E-BA18-FB0D-E6DF2573179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881" y="3180297"/>
            <a:ext cx="292301" cy="167989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FD30435-8E94-7CC7-AAF7-8E007343DD44}"/>
              </a:ext>
            </a:extLst>
          </p:cNvPr>
          <p:cNvCxnSpPr>
            <a:cxnSpLocks/>
          </p:cNvCxnSpPr>
          <p:nvPr/>
        </p:nvCxnSpPr>
        <p:spPr>
          <a:xfrm>
            <a:off x="4731367" y="3051302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67D201E-285B-3493-5232-8311F7824494}"/>
              </a:ext>
            </a:extLst>
          </p:cNvPr>
          <p:cNvCxnSpPr>
            <a:cxnSpLocks/>
          </p:cNvCxnSpPr>
          <p:nvPr/>
        </p:nvCxnSpPr>
        <p:spPr>
          <a:xfrm flipV="1">
            <a:off x="5260826" y="835944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4AC996CE-5332-5A15-7F56-299D992CF82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054" y="3154710"/>
            <a:ext cx="193188" cy="203267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09B970C-82DD-2918-AE1F-C310BA132656}"/>
              </a:ext>
            </a:extLst>
          </p:cNvPr>
          <p:cNvCxnSpPr/>
          <p:nvPr/>
        </p:nvCxnSpPr>
        <p:spPr>
          <a:xfrm>
            <a:off x="5260082" y="3049523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A8686F03-9603-FEEB-9DF8-07591DBEC95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011" y="3193327"/>
            <a:ext cx="245264" cy="164632"/>
          </a:xfrm>
          <a:prstGeom prst="rect">
            <a:avLst/>
          </a:prstGeom>
        </p:spPr>
      </p:pic>
      <p:pic>
        <p:nvPicPr>
          <p:cNvPr id="31" name="图片 30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0997EC57-042E-5186-B242-C55EB66AC6C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667" y="711697"/>
            <a:ext cx="251987" cy="164632"/>
          </a:xfrm>
          <a:prstGeom prst="rect">
            <a:avLst/>
          </a:prstGeom>
        </p:spPr>
      </p:pic>
      <p:pic>
        <p:nvPicPr>
          <p:cNvPr id="246" name="图片 245" descr="\documentclass{article}&#10;\usepackage{amsmath}&#10;\usepackage{bm}&#10;\pagestyle{empty}&#10;\begin{document}&#10;&#10;$|A|$&#10;&#10;&#10;\end{document}" title="IguanaTex Bitmap Display">
            <a:extLst>
              <a:ext uri="{FF2B5EF4-FFF2-40B4-BE49-F238E27FC236}">
                <a16:creationId xmlns:a16="http://schemas.microsoft.com/office/drawing/2014/main" id="{4B82A90D-E6C4-F831-C283-CA7647E6756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145" y="2237954"/>
            <a:ext cx="299025" cy="280546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6AAC84F-1EA1-D1CD-52C4-4BA83BB2FE0A}"/>
              </a:ext>
            </a:extLst>
          </p:cNvPr>
          <p:cNvCxnSpPr>
            <a:cxnSpLocks/>
          </p:cNvCxnSpPr>
          <p:nvPr/>
        </p:nvCxnSpPr>
        <p:spPr>
          <a:xfrm flipV="1">
            <a:off x="5246747" y="2590800"/>
            <a:ext cx="1402187" cy="45405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11C5650B-2AB0-CAA1-5922-A63750741087}"/>
              </a:ext>
            </a:extLst>
          </p:cNvPr>
          <p:cNvCxnSpPr>
            <a:cxnSpLocks/>
          </p:cNvCxnSpPr>
          <p:nvPr/>
        </p:nvCxnSpPr>
        <p:spPr>
          <a:xfrm flipH="1" flipV="1">
            <a:off x="5033066" y="2047795"/>
            <a:ext cx="235365" cy="100350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片 42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6B6C3216-6DB3-0EF4-8214-305FD9F28E5A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102" y="2697493"/>
            <a:ext cx="273822" cy="248623"/>
          </a:xfrm>
          <a:prstGeom prst="rect">
            <a:avLst/>
          </a:prstGeom>
        </p:spPr>
      </p:pic>
      <p:pic>
        <p:nvPicPr>
          <p:cNvPr id="44" name="图片 43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67AA8C0-F65E-E4FA-CD28-51494DC20D60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079" y="1799172"/>
            <a:ext cx="280542" cy="248623"/>
          </a:xfrm>
          <a:prstGeom prst="rect">
            <a:avLst/>
          </a:prstGeom>
        </p:spPr>
      </p:pic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4E0A4B12-7A4B-5416-4F99-B9C63B9B0D5F}"/>
              </a:ext>
            </a:extLst>
          </p:cNvPr>
          <p:cNvCxnSpPr>
            <a:cxnSpLocks/>
          </p:cNvCxnSpPr>
          <p:nvPr/>
        </p:nvCxnSpPr>
        <p:spPr>
          <a:xfrm>
            <a:off x="8178867" y="3061239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6F2F0589-B736-3335-46E2-73F9D839268F}"/>
              </a:ext>
            </a:extLst>
          </p:cNvPr>
          <p:cNvCxnSpPr>
            <a:cxnSpLocks/>
          </p:cNvCxnSpPr>
          <p:nvPr/>
        </p:nvCxnSpPr>
        <p:spPr>
          <a:xfrm flipV="1">
            <a:off x="8708326" y="845881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图片 74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35B7D10E-9A7C-76D0-7926-C6DDE37A2A75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554" y="3164647"/>
            <a:ext cx="193188" cy="203267"/>
          </a:xfrm>
          <a:prstGeom prst="rect">
            <a:avLst/>
          </a:prstGeom>
        </p:spPr>
      </p:pic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114457D7-3F70-D2B7-4D7C-E5E51905A774}"/>
              </a:ext>
            </a:extLst>
          </p:cNvPr>
          <p:cNvCxnSpPr/>
          <p:nvPr/>
        </p:nvCxnSpPr>
        <p:spPr>
          <a:xfrm>
            <a:off x="8707582" y="3059460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图片 76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732DE106-8F4B-FA96-0BA7-77E753FB6F3F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511" y="3203264"/>
            <a:ext cx="245264" cy="164632"/>
          </a:xfrm>
          <a:prstGeom prst="rect">
            <a:avLst/>
          </a:prstGeom>
        </p:spPr>
      </p:pic>
      <p:pic>
        <p:nvPicPr>
          <p:cNvPr id="78" name="图片 77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563CE00F-2F7A-89B0-B990-1FA631419C0F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167" y="721634"/>
            <a:ext cx="251987" cy="164632"/>
          </a:xfrm>
          <a:prstGeom prst="rect">
            <a:avLst/>
          </a:prstGeom>
        </p:spPr>
      </p:pic>
      <p:pic>
        <p:nvPicPr>
          <p:cNvPr id="85" name="图片 84" descr="\documentclass{article}&#10;\usepackage{amsmath}&#10;\usepackage{bm}&#10;\pagestyle{empty}&#10;\begin{document}&#10;&#10;\begin{align}&#10;\bm{\gamma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06AF60A3-5E32-3E3B-24CD-5D3035F9CA21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843" y="2465313"/>
            <a:ext cx="171349" cy="184787"/>
          </a:xfrm>
          <a:prstGeom prst="rect">
            <a:avLst/>
          </a:prstGeom>
        </p:spPr>
      </p:pic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1C30ACCD-AE05-59E0-A8B1-197F16CC9E74}"/>
              </a:ext>
            </a:extLst>
          </p:cNvPr>
          <p:cNvCxnSpPr>
            <a:cxnSpLocks/>
          </p:cNvCxnSpPr>
          <p:nvPr/>
        </p:nvCxnSpPr>
        <p:spPr>
          <a:xfrm flipH="1" flipV="1">
            <a:off x="8468101" y="2047795"/>
            <a:ext cx="235365" cy="100350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图片 101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3189BB4-1899-9754-0080-04348322313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114" y="1799172"/>
            <a:ext cx="280542" cy="248623"/>
          </a:xfrm>
          <a:prstGeom prst="rect">
            <a:avLst/>
          </a:prstGeom>
        </p:spPr>
      </p:pic>
      <p:sp>
        <p:nvSpPr>
          <p:cNvPr id="103" name="平行四边形 102">
            <a:extLst>
              <a:ext uri="{FF2B5EF4-FFF2-40B4-BE49-F238E27FC236}">
                <a16:creationId xmlns:a16="http://schemas.microsoft.com/office/drawing/2014/main" id="{484FE76A-ADDE-BDD4-2611-31F969FCCF11}"/>
              </a:ext>
            </a:extLst>
          </p:cNvPr>
          <p:cNvSpPr/>
          <p:nvPr/>
        </p:nvSpPr>
        <p:spPr>
          <a:xfrm rot="9651172">
            <a:off x="1326180" y="5252302"/>
            <a:ext cx="1530880" cy="1000422"/>
          </a:xfrm>
          <a:prstGeom prst="parallelogram">
            <a:avLst>
              <a:gd name="adj" fmla="val 12082"/>
            </a:avLst>
          </a:prstGeom>
          <a:solidFill>
            <a:srgbClr val="7030A0">
              <a:alpha val="25000"/>
            </a:srgbClr>
          </a:solidFill>
          <a:ln w="4445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4562F5F4-06BB-9649-51E7-80140BC26D5B}"/>
              </a:ext>
            </a:extLst>
          </p:cNvPr>
          <p:cNvCxnSpPr>
            <a:cxnSpLocks/>
          </p:cNvCxnSpPr>
          <p:nvPr/>
        </p:nvCxnSpPr>
        <p:spPr>
          <a:xfrm>
            <a:off x="989061" y="6469731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80DD29F2-DA2E-F1E4-F127-BA9A405BC509}"/>
              </a:ext>
            </a:extLst>
          </p:cNvPr>
          <p:cNvCxnSpPr>
            <a:cxnSpLocks/>
          </p:cNvCxnSpPr>
          <p:nvPr/>
        </p:nvCxnSpPr>
        <p:spPr>
          <a:xfrm flipV="1">
            <a:off x="1518520" y="4254373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图片 10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2FB065F8-31F6-87BC-FEA1-458D45D84FA3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748" y="6573139"/>
            <a:ext cx="193188" cy="203267"/>
          </a:xfrm>
          <a:prstGeom prst="rect">
            <a:avLst/>
          </a:prstGeom>
        </p:spPr>
      </p:pic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910204AE-2DE1-FEAB-774D-E6359BD7066B}"/>
              </a:ext>
            </a:extLst>
          </p:cNvPr>
          <p:cNvCxnSpPr/>
          <p:nvPr/>
        </p:nvCxnSpPr>
        <p:spPr>
          <a:xfrm>
            <a:off x="1517776" y="6467952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图片 10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6739903A-CE11-7F0A-DB52-7BD744A6E461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705" y="6611756"/>
            <a:ext cx="245264" cy="164632"/>
          </a:xfrm>
          <a:prstGeom prst="rect">
            <a:avLst/>
          </a:prstGeom>
        </p:spPr>
      </p:pic>
      <p:pic>
        <p:nvPicPr>
          <p:cNvPr id="109" name="图片 108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0571DD26-C5CF-D15A-80B9-270520293F19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361" y="4130126"/>
            <a:ext cx="251987" cy="164632"/>
          </a:xfrm>
          <a:prstGeom prst="rect">
            <a:avLst/>
          </a:prstGeom>
        </p:spPr>
      </p:pic>
      <p:pic>
        <p:nvPicPr>
          <p:cNvPr id="250" name="图片 249" descr="\documentclass{article}&#10;\usepackage{amsmath}&#10;\usepackage{bm}&#10;\pagestyle{empty}&#10;\begin{document}&#10;&#10;$-|A|$&#10;&#10;&#10;\end{document}" title="IguanaTex Bitmap Display">
            <a:extLst>
              <a:ext uri="{FF2B5EF4-FFF2-40B4-BE49-F238E27FC236}">
                <a16:creationId xmlns:a16="http://schemas.microsoft.com/office/drawing/2014/main" id="{040EF6CB-CA29-918B-DDBF-B4C74445D020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168" y="5656383"/>
            <a:ext cx="525813" cy="280546"/>
          </a:xfrm>
          <a:prstGeom prst="rect">
            <a:avLst/>
          </a:prstGeom>
        </p:spPr>
      </p:pic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9D8F86BA-D5B3-330A-F255-46DBD46DACB8}"/>
              </a:ext>
            </a:extLst>
          </p:cNvPr>
          <p:cNvCxnSpPr>
            <a:cxnSpLocks/>
          </p:cNvCxnSpPr>
          <p:nvPr/>
        </p:nvCxnSpPr>
        <p:spPr>
          <a:xfrm flipV="1">
            <a:off x="1504441" y="6009229"/>
            <a:ext cx="1402187" cy="454051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7067E300-BA4C-2E02-8D23-54F3C937681F}"/>
              </a:ext>
            </a:extLst>
          </p:cNvPr>
          <p:cNvCxnSpPr>
            <a:cxnSpLocks/>
          </p:cNvCxnSpPr>
          <p:nvPr/>
        </p:nvCxnSpPr>
        <p:spPr>
          <a:xfrm flipH="1" flipV="1">
            <a:off x="1290760" y="5466224"/>
            <a:ext cx="235365" cy="1003507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图片 115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14F5418A-05FD-C158-C6AB-E7A6666B69D7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796" y="6115923"/>
            <a:ext cx="280542" cy="248623"/>
          </a:xfrm>
          <a:prstGeom prst="rect">
            <a:avLst/>
          </a:prstGeom>
        </p:spPr>
      </p:pic>
      <p:pic>
        <p:nvPicPr>
          <p:cNvPr id="118" name="图片 117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286BF97E-077A-D10C-C8E4-37B4F2F8BAF2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73" y="5217602"/>
            <a:ext cx="273823" cy="248623"/>
          </a:xfrm>
          <a:prstGeom prst="rect">
            <a:avLst/>
          </a:prstGeom>
        </p:spPr>
      </p:pic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3114D71D-2F48-8C92-1A26-905FE4273971}"/>
              </a:ext>
            </a:extLst>
          </p:cNvPr>
          <p:cNvCxnSpPr>
            <a:cxnSpLocks/>
          </p:cNvCxnSpPr>
          <p:nvPr/>
        </p:nvCxnSpPr>
        <p:spPr>
          <a:xfrm>
            <a:off x="4731367" y="6465059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125B8237-4575-1492-9FF1-4804ED6DF6BC}"/>
              </a:ext>
            </a:extLst>
          </p:cNvPr>
          <p:cNvCxnSpPr>
            <a:cxnSpLocks/>
          </p:cNvCxnSpPr>
          <p:nvPr/>
        </p:nvCxnSpPr>
        <p:spPr>
          <a:xfrm flipV="1">
            <a:off x="5260826" y="4249701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图片 12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495C3DC2-0F8E-7A20-817B-3FC8A5247DBC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054" y="6568467"/>
            <a:ext cx="193188" cy="203267"/>
          </a:xfrm>
          <a:prstGeom prst="rect">
            <a:avLst/>
          </a:prstGeom>
        </p:spPr>
      </p:pic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B3AAC903-F058-824A-3BC4-0F6463F1A022}"/>
              </a:ext>
            </a:extLst>
          </p:cNvPr>
          <p:cNvCxnSpPr/>
          <p:nvPr/>
        </p:nvCxnSpPr>
        <p:spPr>
          <a:xfrm>
            <a:off x="5260082" y="6463280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图片 192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9E29947B-34E6-5384-8B05-30B2E4D88BEF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011" y="6607084"/>
            <a:ext cx="245264" cy="164632"/>
          </a:xfrm>
          <a:prstGeom prst="rect">
            <a:avLst/>
          </a:prstGeom>
        </p:spPr>
      </p:pic>
      <p:pic>
        <p:nvPicPr>
          <p:cNvPr id="194" name="图片 193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1D2BBEE3-7062-4E9B-FDE2-CDA804F9F240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667" y="4125454"/>
            <a:ext cx="251987" cy="164632"/>
          </a:xfrm>
          <a:prstGeom prst="rect">
            <a:avLst/>
          </a:prstGeom>
        </p:spPr>
      </p:pic>
      <p:pic>
        <p:nvPicPr>
          <p:cNvPr id="252" name="图片 251" descr="\documentclass{article}&#10;\usepackage{amsmath}&#10;\usepackage{bm}&#10;\pagestyle{empty}&#10;\begin{document}&#10;&#10;$2|A|$&#10;&#10;&#10;\end{document}" title="IguanaTex Bitmap Display">
            <a:extLst>
              <a:ext uri="{FF2B5EF4-FFF2-40B4-BE49-F238E27FC236}">
                <a16:creationId xmlns:a16="http://schemas.microsoft.com/office/drawing/2014/main" id="{77DFD8E7-C596-1128-9F0D-01699A21464A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904" y="5161837"/>
            <a:ext cx="456936" cy="280546"/>
          </a:xfrm>
          <a:prstGeom prst="rect">
            <a:avLst/>
          </a:prstGeom>
        </p:spPr>
      </p:pic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9CC89824-7B58-D5BD-877A-62CE271C1FF4}"/>
              </a:ext>
            </a:extLst>
          </p:cNvPr>
          <p:cNvCxnSpPr>
            <a:cxnSpLocks/>
          </p:cNvCxnSpPr>
          <p:nvPr/>
        </p:nvCxnSpPr>
        <p:spPr>
          <a:xfrm flipV="1">
            <a:off x="5246747" y="6004557"/>
            <a:ext cx="1402187" cy="454051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C4DA7856-7AE0-B3DD-CC38-2A41C08018D1}"/>
              </a:ext>
            </a:extLst>
          </p:cNvPr>
          <p:cNvCxnSpPr>
            <a:cxnSpLocks/>
          </p:cNvCxnSpPr>
          <p:nvPr/>
        </p:nvCxnSpPr>
        <p:spPr>
          <a:xfrm flipH="1" flipV="1">
            <a:off x="5033066" y="5461552"/>
            <a:ext cx="235365" cy="1003507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8" name="图片 197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4FB721A0-738E-AA3E-06D0-3B9B00FC31C1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102" y="6111250"/>
            <a:ext cx="273822" cy="248623"/>
          </a:xfrm>
          <a:prstGeom prst="rect">
            <a:avLst/>
          </a:prstGeom>
        </p:spPr>
      </p:pic>
      <p:pic>
        <p:nvPicPr>
          <p:cNvPr id="203" name="图片 202" descr="\documentclass{article}&#10;\usepackage{amsmath}&#10;\usepackage{bm}&#10;\pagestyle{empty}&#10;\begin{document}&#10;&#10;\begin{align}&#10;2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0927D2F8-BFBC-4346-F901-E2E074F47ED3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473" y="4620547"/>
            <a:ext cx="409894" cy="248623"/>
          </a:xfrm>
          <a:prstGeom prst="rect">
            <a:avLst/>
          </a:prstGeom>
        </p:spPr>
      </p:pic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31BBDD8A-F644-FE37-ACBF-C21D4DE81D5D}"/>
              </a:ext>
            </a:extLst>
          </p:cNvPr>
          <p:cNvCxnSpPr>
            <a:cxnSpLocks/>
          </p:cNvCxnSpPr>
          <p:nvPr/>
        </p:nvCxnSpPr>
        <p:spPr>
          <a:xfrm flipH="1" flipV="1">
            <a:off x="4812984" y="4516105"/>
            <a:ext cx="235365" cy="1003507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B7EBE1C4-84BB-09AB-ACA9-74115B7C1A10}"/>
              </a:ext>
            </a:extLst>
          </p:cNvPr>
          <p:cNvCxnSpPr>
            <a:cxnSpLocks/>
          </p:cNvCxnSpPr>
          <p:nvPr/>
        </p:nvCxnSpPr>
        <p:spPr>
          <a:xfrm>
            <a:off x="8176835" y="6465059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132D7CF3-1DAE-6782-AA8E-DBD06DBF3DEE}"/>
              </a:ext>
            </a:extLst>
          </p:cNvPr>
          <p:cNvCxnSpPr>
            <a:cxnSpLocks/>
          </p:cNvCxnSpPr>
          <p:nvPr/>
        </p:nvCxnSpPr>
        <p:spPr>
          <a:xfrm flipV="1">
            <a:off x="8706294" y="4249701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" name="图片 20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B6E2E4AE-9A4A-9318-DDF3-3D87AB1F361E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522" y="6568467"/>
            <a:ext cx="193188" cy="203267"/>
          </a:xfrm>
          <a:prstGeom prst="rect">
            <a:avLst/>
          </a:prstGeom>
        </p:spPr>
      </p:pic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22C64550-A91A-45D2-8E5C-1831EA7FC02D}"/>
              </a:ext>
            </a:extLst>
          </p:cNvPr>
          <p:cNvCxnSpPr/>
          <p:nvPr/>
        </p:nvCxnSpPr>
        <p:spPr>
          <a:xfrm>
            <a:off x="8705550" y="6463280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8" name="图片 20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12BEF937-6118-06AA-A038-39EA93C5D8BA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479" y="6607084"/>
            <a:ext cx="245264" cy="164632"/>
          </a:xfrm>
          <a:prstGeom prst="rect">
            <a:avLst/>
          </a:prstGeom>
        </p:spPr>
      </p:pic>
      <p:pic>
        <p:nvPicPr>
          <p:cNvPr id="209" name="图片 208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4070E642-009A-421D-F8F8-0E0141667E8B}"/>
              </a:ext>
            </a:extLst>
          </p:cNvPr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135" y="4125454"/>
            <a:ext cx="251987" cy="164632"/>
          </a:xfrm>
          <a:prstGeom prst="rect">
            <a:avLst/>
          </a:prstGeom>
        </p:spPr>
      </p:pic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1FC9A894-11D6-D589-980B-3C37138DDA74}"/>
              </a:ext>
            </a:extLst>
          </p:cNvPr>
          <p:cNvCxnSpPr>
            <a:cxnSpLocks/>
          </p:cNvCxnSpPr>
          <p:nvPr/>
        </p:nvCxnSpPr>
        <p:spPr>
          <a:xfrm flipH="1" flipV="1">
            <a:off x="8478534" y="5461552"/>
            <a:ext cx="235365" cy="1003507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3" name="图片 212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4053A33E-F076-7EC4-95C3-7AB5D6E608FD}"/>
              </a:ext>
            </a:extLst>
      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7716" y="6184700"/>
            <a:ext cx="273822" cy="248623"/>
          </a:xfrm>
          <a:prstGeom prst="rect">
            <a:avLst/>
          </a:prstGeom>
        </p:spPr>
      </p:pic>
      <p:pic>
        <p:nvPicPr>
          <p:cNvPr id="214" name="图片 213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6103223D-44D0-DA80-484F-18C8908AECC2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547" y="5212929"/>
            <a:ext cx="280542" cy="248623"/>
          </a:xfrm>
          <a:prstGeom prst="rect">
            <a:avLst/>
          </a:prstGeom>
        </p:spPr>
      </p:pic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D33A644A-15D7-5270-ED39-E810079A009F}"/>
              </a:ext>
            </a:extLst>
          </p:cNvPr>
          <p:cNvCxnSpPr>
            <a:cxnSpLocks/>
          </p:cNvCxnSpPr>
          <p:nvPr/>
        </p:nvCxnSpPr>
        <p:spPr>
          <a:xfrm flipV="1">
            <a:off x="10047031" y="4806066"/>
            <a:ext cx="1187567" cy="1216602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7" name="图片 216" descr="\documentclass{article}&#10;\usepackage{amsmath}&#10;\usepackage{bm}&#10;\pagestyle{empty}&#10;\begin{document}&#10;&#10;\begin{align}&#10;\bm{\gamma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638EC481-B189-A6DE-9CA3-3433A43B4D0D}"/>
              </a:ext>
            </a:extLst>
      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835" y="5519612"/>
            <a:ext cx="171349" cy="184787"/>
          </a:xfrm>
          <a:prstGeom prst="rect">
            <a:avLst/>
          </a:prstGeom>
        </p:spPr>
      </p:pic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1DE9F476-B456-1EF6-22DF-BBD7BF95DB68}"/>
              </a:ext>
            </a:extLst>
          </p:cNvPr>
          <p:cNvCxnSpPr>
            <a:cxnSpLocks/>
          </p:cNvCxnSpPr>
          <p:nvPr/>
        </p:nvCxnSpPr>
        <p:spPr>
          <a:xfrm flipV="1">
            <a:off x="8727234" y="4806067"/>
            <a:ext cx="2507364" cy="1652540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4" name="图片 223" descr="\documentclass{article}&#10;\usepackage{amsmath}&#10;\usepackage{bm}&#10;\pagestyle{empty}&#10;\begin{document}&#10;&#10;\begin{align}&#10;\bm{\beta}_1 + \bm{\gamma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056DC3F1-C1C6-06E1-3D4B-866BEE411AE9}"/>
              </a:ext>
            </a:extLst>
          </p:cNvPr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6335" y="4764195"/>
            <a:ext cx="819786" cy="253663"/>
          </a:xfrm>
          <a:prstGeom prst="rect">
            <a:avLst/>
          </a:prstGeom>
        </p:spPr>
      </p:pic>
      <p:pic>
        <p:nvPicPr>
          <p:cNvPr id="248" name="图片 247" descr="\documentclass{article}&#10;\usepackage{amsmath}&#10;\usepackage{bm}&#10;\pagestyle{empty}&#10;\begin{document}&#10;&#10;$|B|$&#10;&#10;&#10;\end{document}" title="IguanaTex Bitmap Display">
            <a:extLst>
              <a:ext uri="{FF2B5EF4-FFF2-40B4-BE49-F238E27FC236}">
                <a16:creationId xmlns:a16="http://schemas.microsoft.com/office/drawing/2014/main" id="{34846B58-9781-3195-1BC1-C7985FAF8480}"/>
              </a:ext>
            </a:extLst>
      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0992" y="1869595"/>
            <a:ext cx="317504" cy="280546"/>
          </a:xfrm>
          <a:prstGeom prst="rect">
            <a:avLst/>
          </a:prstGeom>
        </p:spPr>
      </p:pic>
      <p:cxnSp>
        <p:nvCxnSpPr>
          <p:cNvPr id="239" name="直接箭头连接符 238">
            <a:extLst>
              <a:ext uri="{FF2B5EF4-FFF2-40B4-BE49-F238E27FC236}">
                <a16:creationId xmlns:a16="http://schemas.microsoft.com/office/drawing/2014/main" id="{130E7179-0FA0-BC01-3D9F-D32B57388AEC}"/>
              </a:ext>
            </a:extLst>
          </p:cNvPr>
          <p:cNvCxnSpPr>
            <a:cxnSpLocks/>
          </p:cNvCxnSpPr>
          <p:nvPr/>
        </p:nvCxnSpPr>
        <p:spPr>
          <a:xfrm flipV="1">
            <a:off x="8721550" y="1832337"/>
            <a:ext cx="1187567" cy="1231253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4" name="图片 253" descr="\documentclass{article}&#10;\usepackage{amsmath}&#10;\usepackage{bm}&#10;\pagestyle{empty}&#10;\begin{document}&#10;&#10;$|A|+|B|$&#10;&#10;&#10;\end{document}" title="IguanaTex Bitmap Display">
            <a:extLst>
              <a:ext uri="{FF2B5EF4-FFF2-40B4-BE49-F238E27FC236}">
                <a16:creationId xmlns:a16="http://schemas.microsoft.com/office/drawing/2014/main" id="{C6413BBC-94E5-4242-8833-553F567B9A9D}"/>
              </a:ext>
            </a:extLst>
          </p:cNvPr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872" y="5140242"/>
            <a:ext cx="1021387" cy="28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401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C3FD5-7EE5-E66F-E973-6D79BF7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BB00A524-6B1D-C88E-3415-BE6591F739BB}"/>
              </a:ext>
            </a:extLst>
          </p:cNvPr>
          <p:cNvGrpSpPr/>
          <p:nvPr/>
        </p:nvGrpSpPr>
        <p:grpSpPr>
          <a:xfrm>
            <a:off x="1577541" y="5602289"/>
            <a:ext cx="2969976" cy="2941072"/>
            <a:chOff x="1577541" y="5602289"/>
            <a:chExt cx="2969976" cy="2941072"/>
          </a:xfrm>
        </p:grpSpPr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F2B8AC1A-10BC-21DB-DD54-C23960DAB2E5}"/>
                </a:ext>
              </a:extLst>
            </p:cNvPr>
            <p:cNvCxnSpPr>
              <a:cxnSpLocks/>
            </p:cNvCxnSpPr>
            <p:nvPr/>
          </p:nvCxnSpPr>
          <p:spPr>
            <a:xfrm>
              <a:off x="1700003" y="7941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B983D92C-ED50-B0B7-2410-3ED578079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9462" y="5726536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3F472896-A5F7-D865-3166-3699C5589322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8690" y="8045302"/>
              <a:ext cx="193188" cy="203267"/>
            </a:xfrm>
            <a:prstGeom prst="rect">
              <a:avLst/>
            </a:prstGeom>
          </p:spPr>
        </p:pic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B6992B52-BC59-E4B7-FB01-2A67BF533B58}"/>
                </a:ext>
              </a:extLst>
            </p:cNvPr>
            <p:cNvCxnSpPr/>
            <p:nvPr/>
          </p:nvCxnSpPr>
          <p:spPr>
            <a:xfrm>
              <a:off x="2228718" y="7940115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图片 27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3F3C3F20-79C5-9A71-34AA-19209D76D02C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6647" y="8083919"/>
              <a:ext cx="245264" cy="164632"/>
            </a:xfrm>
            <a:prstGeom prst="rect">
              <a:avLst/>
            </a:prstGeom>
          </p:spPr>
        </p:pic>
        <p:pic>
          <p:nvPicPr>
            <p:cNvPr id="31" name="图片 30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6974DA12-B327-2F76-EF22-2C3E5A7461F3}"/>
                </a:ext>
              </a:extLst>
            </p:cNvPr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303" y="5602289"/>
              <a:ext cx="251987" cy="164632"/>
            </a:xfrm>
            <a:prstGeom prst="rect">
              <a:avLst/>
            </a:prstGeom>
          </p:spPr>
        </p:pic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0EAACD7F-762E-A1BA-32B7-CC047F8BFE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5383" y="7481392"/>
              <a:ext cx="1402187" cy="454051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1214FC83-0F6F-AAC9-6819-23341B8B59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702" y="6938387"/>
              <a:ext cx="235365" cy="1003507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" name="图片 102" descr="\documentclass{article}&#10;\usepackage{amsmath}&#10;\usepackage{bm}&#10;\pagestyle{empty}&#10;\begin{document}&#10;&#10;\begin{align}&#10;\bm{\alph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259C51A0-407B-E349-5DCC-09C377FC9664}"/>
                </a:ext>
              </a:extLst>
            </p:cNvPr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1588" y="7611235"/>
              <a:ext cx="292301" cy="167989"/>
            </a:xfrm>
            <a:prstGeom prst="rect">
              <a:avLst/>
            </a:prstGeom>
          </p:spPr>
        </p:pic>
        <p:pic>
          <p:nvPicPr>
            <p:cNvPr id="98" name="图片 97" descr="\documentclass{article}&#10;\usepackage{amsmath}&#10;\usepackage{bm}&#10;\pagestyle{empty}&#10;\begin{document}&#10;&#10;\begin{align}&#10;\bm{\alph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B3D71470-41BD-0A3E-1B96-C9254C4CDC78}"/>
                </a:ext>
              </a:extLst>
            </p:cNvPr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7541" y="7025432"/>
              <a:ext cx="299021" cy="167989"/>
            </a:xfrm>
            <a:prstGeom prst="rect">
              <a:avLst/>
            </a:prstGeom>
          </p:spPr>
        </p:pic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F11817D1-3918-2F95-3EC5-0499617EBB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6421" y="5801403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图片 4" descr="\documentclass{article}&#10;\usepackage{amsmath}&#10;\usepackage{bm}&#10;\pagestyle{empty}&#10;\begin{document}&#10;&#10;\begin{align}&#10;\bm{\beta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77235210-0CCF-8081-2988-091D0440E446}"/>
                </a:ext>
              </a:extLst>
            </p:cNvPr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7768" y="5959945"/>
              <a:ext cx="179749" cy="248622"/>
            </a:xfrm>
            <a:prstGeom prst="rect">
              <a:avLst/>
            </a:prstGeom>
          </p:spPr>
        </p:pic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2FEA06FC-40B9-7F6F-E0E0-BE0C2613B25F}"/>
              </a:ext>
            </a:extLst>
          </p:cNvPr>
          <p:cNvGrpSpPr/>
          <p:nvPr/>
        </p:nvGrpSpPr>
        <p:grpSpPr>
          <a:xfrm>
            <a:off x="6910102" y="745835"/>
            <a:ext cx="5304514" cy="2941072"/>
            <a:chOff x="6910102" y="745835"/>
            <a:chExt cx="5304514" cy="2941072"/>
          </a:xfrm>
        </p:grpSpPr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29A5A5E0-5CA6-F8FD-9AF9-9EC352F238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46032" y="976855"/>
              <a:ext cx="305290" cy="1301639"/>
            </a:xfrm>
            <a:prstGeom prst="straightConnector1">
              <a:avLst/>
            </a:prstGeom>
            <a:ln w="44450">
              <a:solidFill>
                <a:srgbClr val="0070C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90526ACC-E350-D07A-58C3-E421DFD494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53348" y="985334"/>
              <a:ext cx="2462916" cy="797532"/>
            </a:xfrm>
            <a:prstGeom prst="straightConnector1">
              <a:avLst/>
            </a:prstGeom>
            <a:ln w="44450">
              <a:solidFill>
                <a:srgbClr val="0070C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806AE11A-ECD6-AB9A-3C52-5A560D79F112}"/>
                </a:ext>
              </a:extLst>
            </p:cNvPr>
            <p:cNvCxnSpPr>
              <a:cxnSpLocks/>
            </p:cNvCxnSpPr>
            <p:nvPr/>
          </p:nvCxnSpPr>
          <p:spPr>
            <a:xfrm>
              <a:off x="7254048" y="3085440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52C8C245-6345-BC88-AC0D-9A0DEE8B5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507" y="870082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372B3F95-C8D1-E3F1-E670-FEDDFC78177A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2735" y="3188848"/>
              <a:ext cx="193188" cy="203267"/>
            </a:xfrm>
            <a:prstGeom prst="rect">
              <a:avLst/>
            </a:prstGeom>
          </p:spPr>
        </p:pic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F783B72-E8E5-18CA-EF27-C2FC7ABB0508}"/>
                </a:ext>
              </a:extLst>
            </p:cNvPr>
            <p:cNvCxnSpPr/>
            <p:nvPr/>
          </p:nvCxnSpPr>
          <p:spPr>
            <a:xfrm>
              <a:off x="7782763" y="3083661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图片 25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1E022453-EB77-614E-6C57-9606078ECE45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0692" y="3227465"/>
              <a:ext cx="245264" cy="164632"/>
            </a:xfrm>
            <a:prstGeom prst="rect">
              <a:avLst/>
            </a:prstGeom>
          </p:spPr>
        </p:pic>
        <p:pic>
          <p:nvPicPr>
            <p:cNvPr id="27" name="图片 26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AC003ADA-0298-91E7-721D-3E35E6B7E11F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3348" y="745835"/>
              <a:ext cx="251987" cy="164632"/>
            </a:xfrm>
            <a:prstGeom prst="rect">
              <a:avLst/>
            </a:prstGeom>
          </p:spPr>
        </p:pic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90B94FC4-308C-F5E1-DD31-18F19D554E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428" y="2262204"/>
              <a:ext cx="2522373" cy="816785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" name="图片 74" descr="\documentclass{article}&#10;\usepackage{amsmath}&#10;\usepackage{bm}&#10;\pagestyle{empty}&#10;\begin{document}&#10;&#10;\begin{align}&#10;x_1 \bm{\alph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5142C7D2-1D59-BAB6-3B03-2534B3BA00C1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9840" y="2713136"/>
              <a:ext cx="581242" cy="167989"/>
            </a:xfrm>
            <a:prstGeom prst="rect">
              <a:avLst/>
            </a:prstGeom>
          </p:spPr>
        </p:pic>
        <p:pic>
          <p:nvPicPr>
            <p:cNvPr id="85" name="图片 84" descr="\documentclass{article}&#10;\usepackage{amsmath}&#10;\usepackage{bm}&#10;\pagestyle{empty}&#10;\begin{document}&#10;&#10;\begin{align}&#10;x_2 \bm{\alph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34B4C41B-FE65-821D-F010-CAA9554B8AFD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0102" y="2202701"/>
              <a:ext cx="587962" cy="167989"/>
            </a:xfrm>
            <a:prstGeom prst="rect">
              <a:avLst/>
            </a:prstGeom>
          </p:spPr>
        </p:pic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CE935F9A-D9B3-E834-8741-1D5DF2F705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0466" y="944949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图片 31" descr="\documentclass{article}&#10;\usepackage{amsmath}&#10;\usepackage{bm}&#10;\pagestyle{empty}&#10;\begin{document}&#10;&#10;\begin{align}&#10;\bm{\beta} = x_1 \bm{\alpha}_1 + x_2 \bm{\alph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A8AA4421-D340-8436-1772-02B8FDD92674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94592" y="944949"/>
              <a:ext cx="2120024" cy="248622"/>
            </a:xfrm>
            <a:prstGeom prst="rect">
              <a:avLst/>
            </a:prstGeom>
          </p:spPr>
        </p:pic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85D9C5E1-3240-D3EF-9500-4AD36E5085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55373" y="1756716"/>
              <a:ext cx="305290" cy="1301639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C8F06F9-965E-20BC-2FE1-5CF5A39944C8}"/>
              </a:ext>
            </a:extLst>
          </p:cNvPr>
          <p:cNvGrpSpPr/>
          <p:nvPr/>
        </p:nvGrpSpPr>
        <p:grpSpPr>
          <a:xfrm>
            <a:off x="6984402" y="4846556"/>
            <a:ext cx="3528047" cy="4576783"/>
            <a:chOff x="6984402" y="4846556"/>
            <a:chExt cx="3528047" cy="4576783"/>
          </a:xfrm>
        </p:grpSpPr>
        <p:sp>
          <p:nvSpPr>
            <p:cNvPr id="68" name="平行四边形 67">
              <a:extLst>
                <a:ext uri="{FF2B5EF4-FFF2-40B4-BE49-F238E27FC236}">
                  <a16:creationId xmlns:a16="http://schemas.microsoft.com/office/drawing/2014/main" id="{78130475-291B-691E-1D89-6F41A8679CB4}"/>
                </a:ext>
              </a:extLst>
            </p:cNvPr>
            <p:cNvSpPr/>
            <p:nvPr/>
          </p:nvSpPr>
          <p:spPr>
            <a:xfrm rot="9731066">
              <a:off x="7574443" y="6562761"/>
              <a:ext cx="2648005" cy="959484"/>
            </a:xfrm>
            <a:prstGeom prst="parallelogram">
              <a:avLst>
                <a:gd name="adj" fmla="val 8398"/>
              </a:avLst>
            </a:prstGeom>
            <a:solidFill>
              <a:srgbClr val="7030A0">
                <a:alpha val="25000"/>
              </a:srgbClr>
            </a:solidFill>
            <a:ln w="44450">
              <a:solidFill>
                <a:srgbClr val="7030A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596A8D08-169A-393C-732C-F4C37CD88BF7}"/>
                </a:ext>
              </a:extLst>
            </p:cNvPr>
            <p:cNvSpPr/>
            <p:nvPr/>
          </p:nvSpPr>
          <p:spPr>
            <a:xfrm rot="9692586">
              <a:off x="7579846" y="6740425"/>
              <a:ext cx="1530880" cy="1000422"/>
            </a:xfrm>
            <a:prstGeom prst="parallelogram">
              <a:avLst>
                <a:gd name="adj" fmla="val 12082"/>
              </a:avLst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平行四边形 53">
              <a:extLst>
                <a:ext uri="{FF2B5EF4-FFF2-40B4-BE49-F238E27FC236}">
                  <a16:creationId xmlns:a16="http://schemas.microsoft.com/office/drawing/2014/main" id="{5E82BACA-389C-789E-61D0-19441B1CEB70}"/>
                </a:ext>
              </a:extLst>
            </p:cNvPr>
            <p:cNvSpPr/>
            <p:nvPr/>
          </p:nvSpPr>
          <p:spPr>
            <a:xfrm rot="8138400">
              <a:off x="6984402" y="5973654"/>
              <a:ext cx="3527891" cy="840351"/>
            </a:xfrm>
            <a:prstGeom prst="parallelogram">
              <a:avLst>
                <a:gd name="adj" fmla="val 59708"/>
              </a:avLst>
            </a:prstGeom>
            <a:solidFill>
              <a:srgbClr val="7030A0">
                <a:alpha val="25000"/>
              </a:srgbClr>
            </a:solidFill>
            <a:ln w="44450">
              <a:solidFill>
                <a:srgbClr val="7030A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C3AD41D6-20AA-4618-B850-FEC7E5BA59AD}"/>
                </a:ext>
              </a:extLst>
            </p:cNvPr>
            <p:cNvCxnSpPr>
              <a:cxnSpLocks/>
            </p:cNvCxnSpPr>
            <p:nvPr/>
          </p:nvCxnSpPr>
          <p:spPr>
            <a:xfrm>
              <a:off x="7248287" y="794755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3307A705-5CCB-2D24-09CD-A5CE20904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746" y="5732196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图片 57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4BE66B59-892A-D053-DB6B-1E2CE5343648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6974" y="8050962"/>
              <a:ext cx="193188" cy="203267"/>
            </a:xfrm>
            <a:prstGeom prst="rect">
              <a:avLst/>
            </a:prstGeom>
          </p:spPr>
        </p:pic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8CE18366-23A2-E36D-9725-BBFF100C79AF}"/>
                </a:ext>
              </a:extLst>
            </p:cNvPr>
            <p:cNvCxnSpPr>
              <a:cxnSpLocks/>
            </p:cNvCxnSpPr>
            <p:nvPr/>
          </p:nvCxnSpPr>
          <p:spPr>
            <a:xfrm>
              <a:off x="7777002" y="7945775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图片 59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34D7BFC3-2C79-B8B8-8EDE-DED3D82625FD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4931" y="8089579"/>
              <a:ext cx="245264" cy="164632"/>
            </a:xfrm>
            <a:prstGeom prst="rect">
              <a:avLst/>
            </a:prstGeom>
          </p:spPr>
        </p:pic>
        <p:pic>
          <p:nvPicPr>
            <p:cNvPr id="61" name="图片 60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8F30CAC7-8FBB-8289-1611-12E48F629DE3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7587" y="5607949"/>
              <a:ext cx="251987" cy="164632"/>
            </a:xfrm>
            <a:prstGeom prst="rect">
              <a:avLst/>
            </a:prstGeom>
          </p:spPr>
        </p:pic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AFA81502-CFE2-BD34-48D0-ABB7FB60A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3667" y="7487052"/>
              <a:ext cx="1402187" cy="454051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C8758D95-A107-A3F9-50A0-6CC85C9150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49986" y="6944047"/>
              <a:ext cx="235365" cy="1003507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7" name="图片 106" descr="\documentclass{article}&#10;\usepackage{amsmath}&#10;\usepackage{bm}&#10;\pagestyle{empty}&#10;\begin{document}&#10;&#10;\begin{align}&#10;\bm{\alph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20F9F180-2068-E228-CFE3-EC8EC4991C63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9872" y="7640045"/>
              <a:ext cx="292301" cy="167989"/>
            </a:xfrm>
            <a:prstGeom prst="rect">
              <a:avLst/>
            </a:prstGeom>
          </p:spPr>
        </p:pic>
        <p:pic>
          <p:nvPicPr>
            <p:cNvPr id="111" name="图片 110" descr="\documentclass{article}&#10;\usepackage{amsmath}&#10;\usepackage{bm}&#10;\pagestyle{empty}&#10;\begin{document}&#10;&#10;\begin{align}&#10;\bm{\alph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E722DE97-28C3-C499-B11E-7E32D423E577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0551" y="6984790"/>
              <a:ext cx="299021" cy="167989"/>
            </a:xfrm>
            <a:prstGeom prst="rect">
              <a:avLst/>
            </a:prstGeom>
          </p:spPr>
        </p:pic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EAB8DEEE-442B-AD0C-89DA-A651F36090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4705" y="5807063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70A3659B-9B3D-807D-B74A-A5502CDC6C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08988" y="4846556"/>
              <a:ext cx="512970" cy="2277416"/>
            </a:xfrm>
            <a:prstGeom prst="straightConnector1">
              <a:avLst/>
            </a:prstGeom>
            <a:ln w="44450">
              <a:solidFill>
                <a:srgbClr val="7030A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6" name="图片 115" descr="\documentclass{article}&#10;\usepackage{amsmath}&#10;\usepackage{bm}&#10;\pagestyle{empty}&#10;\begin{document}&#10;&#10;\begin{align}&#10;x_1 \bm{\alph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9736669A-CA0B-50E1-AA90-38FE30031F97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1207" y="7305596"/>
              <a:ext cx="581242" cy="167989"/>
            </a:xfrm>
            <a:prstGeom prst="rect">
              <a:avLst/>
            </a:prstGeom>
          </p:spPr>
        </p:pic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E033C724-0BFF-5592-2349-6FCB1429B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365" y="7132044"/>
              <a:ext cx="2477551" cy="802271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图片 8" descr="\documentclass{article}&#10;\usepackage{amsmath}&#10;\usepackage{bm}&#10;\pagestyle{empty}&#10;\begin{document}&#10;&#10;\begin{align}&#10;\bm{\beta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2A689D34-38B2-4F52-DB64-19D7A91D799E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192" y="5697471"/>
              <a:ext cx="179749" cy="248622"/>
            </a:xfrm>
            <a:prstGeom prst="rect">
              <a:avLst/>
            </a:prstGeom>
          </p:spPr>
        </p:pic>
        <p:pic>
          <p:nvPicPr>
            <p:cNvPr id="6" name="图片 5" descr="\documentclass{article}&#10;\usepackage{amsmath}&#10;\usepackage{bm}&#10;\pagestyle{empty}&#10;\begin{document}&#10;&#10;\begin{align}&#10;x_1 = \dfrac{x_1 \| \bm{\alpha}_1 \|}{\| \bm{\alpha}_1\| }&#10;= \dfrac{\mathrm{det}(\bm{\beta}, \bm{\alpha}_2)}{\mathrm{det}(\bm{\alpha}_1, \bm{\alpha}_2)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935B0F42-06FE-B8BE-D7AD-33727FC06666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1137" y="8763144"/>
              <a:ext cx="3425297" cy="660195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E9340CF-20C9-D87E-B42A-E7FE39DBAE77}"/>
              </a:ext>
            </a:extLst>
          </p:cNvPr>
          <p:cNvGrpSpPr/>
          <p:nvPr/>
        </p:nvGrpSpPr>
        <p:grpSpPr>
          <a:xfrm>
            <a:off x="1259558" y="498959"/>
            <a:ext cx="4867931" cy="4064439"/>
            <a:chOff x="1259558" y="498959"/>
            <a:chExt cx="4867931" cy="4064439"/>
          </a:xfrm>
        </p:grpSpPr>
        <p:sp>
          <p:nvSpPr>
            <p:cNvPr id="55" name="平行四边形 54">
              <a:extLst>
                <a:ext uri="{FF2B5EF4-FFF2-40B4-BE49-F238E27FC236}">
                  <a16:creationId xmlns:a16="http://schemas.microsoft.com/office/drawing/2014/main" id="{D5BCC2A6-D4D0-BBB1-AFD2-2FE1617AFA8F}"/>
                </a:ext>
              </a:extLst>
            </p:cNvPr>
            <p:cNvSpPr/>
            <p:nvPr/>
          </p:nvSpPr>
          <p:spPr>
            <a:xfrm rot="8150059" flipV="1">
              <a:off x="1852901" y="1498698"/>
              <a:ext cx="4274588" cy="612611"/>
            </a:xfrm>
            <a:prstGeom prst="parallelogram">
              <a:avLst>
                <a:gd name="adj" fmla="val 205596"/>
              </a:avLst>
            </a:prstGeom>
            <a:solidFill>
              <a:srgbClr val="7030A0">
                <a:alpha val="25000"/>
              </a:srgbClr>
            </a:solidFill>
            <a:ln w="44450">
              <a:solidFill>
                <a:srgbClr val="7030A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D4D84E5C-01EC-D08D-EDF0-9AAF8D2F47C8}"/>
                </a:ext>
              </a:extLst>
            </p:cNvPr>
            <p:cNvCxnSpPr>
              <a:cxnSpLocks/>
            </p:cNvCxnSpPr>
            <p:nvPr/>
          </p:nvCxnSpPr>
          <p:spPr>
            <a:xfrm>
              <a:off x="1701644" y="3087613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453A0478-6F5A-5BC1-60F1-02C56BC87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1103" y="872255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2" name="图片 81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4DEC5529-F116-E032-7AE1-7AAFB40DEB05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0331" y="3191021"/>
              <a:ext cx="193188" cy="203267"/>
            </a:xfrm>
            <a:prstGeom prst="rect">
              <a:avLst/>
            </a:prstGeom>
          </p:spPr>
        </p:pic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4E7925EA-3AAC-4931-C5D0-95824D4791ED}"/>
                </a:ext>
              </a:extLst>
            </p:cNvPr>
            <p:cNvCxnSpPr/>
            <p:nvPr/>
          </p:nvCxnSpPr>
          <p:spPr>
            <a:xfrm>
              <a:off x="2230359" y="308583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4" name="图片 83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DAE75D4D-062E-11CD-C7E3-5AC5BF9D1482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8288" y="3229638"/>
              <a:ext cx="245264" cy="164632"/>
            </a:xfrm>
            <a:prstGeom prst="rect">
              <a:avLst/>
            </a:prstGeom>
          </p:spPr>
        </p:pic>
        <p:pic>
          <p:nvPicPr>
            <p:cNvPr id="86" name="图片 85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AFA37475-A1AB-A8DA-0353-5E898DE6364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0944" y="748008"/>
              <a:ext cx="251987" cy="164632"/>
            </a:xfrm>
            <a:prstGeom prst="rect">
              <a:avLst/>
            </a:prstGeom>
          </p:spPr>
        </p:pic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5FC5E383-CD99-FB14-E3C8-80305F6199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7024" y="2627111"/>
              <a:ext cx="1402187" cy="454051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图片 46" descr="\documentclass{article}&#10;\usepackage{amsmath}&#10;\usepackage{bm}&#10;\pagestyle{empty}&#10;\begin{document}&#10;&#10;\begin{align}&#10;\bm{\alph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9A61966A-39C5-09AE-B15A-1AA52DEDE86C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6379" y="2780104"/>
              <a:ext cx="292301" cy="167989"/>
            </a:xfrm>
            <a:prstGeom prst="rect">
              <a:avLst/>
            </a:prstGeom>
          </p:spPr>
        </p:pic>
        <p:pic>
          <p:nvPicPr>
            <p:cNvPr id="39" name="图片 38" descr="\documentclass{article}&#10;\usepackage{amsmath}&#10;\usepackage{bm}&#10;\pagestyle{empty}&#10;\begin{document}&#10;&#10;\begin{align}&#10;\bm{\alph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1F156222-C9E6-1ED1-C9C1-C0CE192D2E2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0858" y="2181220"/>
              <a:ext cx="299021" cy="167989"/>
            </a:xfrm>
            <a:prstGeom prst="rect">
              <a:avLst/>
            </a:prstGeom>
          </p:spPr>
        </p:pic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805BCA79-3B77-574C-A93B-F26E024510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8062" y="947122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9DE6B362-B668-37A9-18A1-DB51986DFF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4522" y="498959"/>
              <a:ext cx="3859715" cy="1261731"/>
            </a:xfrm>
            <a:prstGeom prst="straightConnector1">
              <a:avLst/>
            </a:prstGeom>
            <a:ln w="44450">
              <a:solidFill>
                <a:srgbClr val="7030A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平行四边形 94">
              <a:extLst>
                <a:ext uri="{FF2B5EF4-FFF2-40B4-BE49-F238E27FC236}">
                  <a16:creationId xmlns:a16="http://schemas.microsoft.com/office/drawing/2014/main" id="{E51C0A0F-60C1-C4A5-DA0E-9A4F9BF38CFF}"/>
                </a:ext>
              </a:extLst>
            </p:cNvPr>
            <p:cNvSpPr/>
            <p:nvPr/>
          </p:nvSpPr>
          <p:spPr>
            <a:xfrm rot="9651172">
              <a:off x="1971295" y="1523749"/>
              <a:ext cx="1581886" cy="1366376"/>
            </a:xfrm>
            <a:prstGeom prst="parallelogram">
              <a:avLst>
                <a:gd name="adj" fmla="val 12082"/>
              </a:avLst>
            </a:prstGeom>
            <a:solidFill>
              <a:srgbClr val="7030A0">
                <a:alpha val="25000"/>
              </a:srgbClr>
            </a:solidFill>
            <a:ln w="44450">
              <a:solidFill>
                <a:srgbClr val="7030A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平行四边形 78">
              <a:extLst>
                <a:ext uri="{FF2B5EF4-FFF2-40B4-BE49-F238E27FC236}">
                  <a16:creationId xmlns:a16="http://schemas.microsoft.com/office/drawing/2014/main" id="{1366502D-4E0D-D3C2-1A26-6A062E369F0E}"/>
                </a:ext>
              </a:extLst>
            </p:cNvPr>
            <p:cNvSpPr/>
            <p:nvPr/>
          </p:nvSpPr>
          <p:spPr>
            <a:xfrm rot="9651172">
              <a:off x="2035296" y="1875995"/>
              <a:ext cx="1530880" cy="1000422"/>
            </a:xfrm>
            <a:prstGeom prst="parallelogram">
              <a:avLst>
                <a:gd name="adj" fmla="val 12082"/>
              </a:avLst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6C3DBD85-92AD-99D1-BD6F-A762B7E895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3343" y="2084106"/>
              <a:ext cx="235365" cy="1003507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605E34D1-D067-642B-559B-2CAB1334A4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25669" y="1767253"/>
              <a:ext cx="310276" cy="1322900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0" name="图片 69" descr="\documentclass{article}&#10;\usepackage{amsmath}&#10;\usepackage{bm}&#10;\pagestyle{empty}&#10;\begin{document}&#10;&#10;\begin{align}&#10;x_2 \bm{\alph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D8E0A137-7C6E-F959-B3ED-B2CAD5CBC7B2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9558" y="1711171"/>
              <a:ext cx="587962" cy="167989"/>
            </a:xfrm>
            <a:prstGeom prst="rect">
              <a:avLst/>
            </a:prstGeom>
          </p:spPr>
        </p:pic>
        <p:pic>
          <p:nvPicPr>
            <p:cNvPr id="16" name="图片 15" descr="\documentclass{article}&#10;\usepackage{amsmath}&#10;\usepackage{bm}&#10;\pagestyle{empty}&#10;\begin{document}&#10;&#10;\begin{align}&#10;\bm{\beta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29E81512-4E73-3E30-70D6-BC0ED1816F8F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1438" y="1125323"/>
              <a:ext cx="179749" cy="248622"/>
            </a:xfrm>
            <a:prstGeom prst="rect">
              <a:avLst/>
            </a:prstGeom>
          </p:spPr>
        </p:pic>
        <p:pic>
          <p:nvPicPr>
            <p:cNvPr id="11" name="图片 10" descr="\documentclass{article}&#10;\usepackage{amsmath}&#10;\usepackage{bm}&#10;\pagestyle{empty}&#10;\begin{document}&#10;&#10;\begin{align}&#10;x_2 = \dfrac{x_2 \| \bm{\alpha}_2 \|}{\| \bm{\alpha}_2 \|}&#10;= \dfrac{\mathrm{det}(\bm{\alpha}_1, \bm{\beta})}{\mathrm{det}(\bm{\alpha}_1, \bm{\alpha}_2)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CC7AD733-0FEC-C5AD-D1DD-486B848EA1BF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2502" y="3903203"/>
              <a:ext cx="3425297" cy="660195"/>
            </a:xfrm>
            <a:prstGeom prst="rect">
              <a:avLst/>
            </a:prstGeom>
          </p:spPr>
        </p:pic>
      </p:grp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AD6780D8-166C-90DB-F17A-8C517A117FC9}"/>
              </a:ext>
            </a:extLst>
          </p:cNvPr>
          <p:cNvSpPr/>
          <p:nvPr/>
        </p:nvSpPr>
        <p:spPr>
          <a:xfrm rot="1097461">
            <a:off x="4379908" y="2353741"/>
            <a:ext cx="4629581" cy="6159580"/>
          </a:xfrm>
          <a:custGeom>
            <a:avLst/>
            <a:gdLst>
              <a:gd name="connsiteX0" fmla="*/ 3930712 w 4747318"/>
              <a:gd name="connsiteY0" fmla="*/ 0 h 6316227"/>
              <a:gd name="connsiteX1" fmla="*/ 4747318 w 4747318"/>
              <a:gd name="connsiteY1" fmla="*/ 1884732 h 6316227"/>
              <a:gd name="connsiteX2" fmla="*/ 4414173 w 4747318"/>
              <a:gd name="connsiteY2" fmla="*/ 1884732 h 6316227"/>
              <a:gd name="connsiteX3" fmla="*/ 4405679 w 4747318"/>
              <a:gd name="connsiteY3" fmla="*/ 1960466 h 6316227"/>
              <a:gd name="connsiteX4" fmla="*/ 2183478 w 4747318"/>
              <a:gd name="connsiteY4" fmla="*/ 5335841 h 6316227"/>
              <a:gd name="connsiteX5" fmla="*/ 128614 w 4747318"/>
              <a:gd name="connsiteY5" fmla="*/ 6288309 h 6316227"/>
              <a:gd name="connsiteX6" fmla="*/ 0 w 4747318"/>
              <a:gd name="connsiteY6" fmla="*/ 6316227 h 6316227"/>
              <a:gd name="connsiteX7" fmla="*/ 179173 w 4747318"/>
              <a:gd name="connsiteY7" fmla="*/ 6248999 h 6316227"/>
              <a:gd name="connsiteX8" fmla="*/ 1318874 w 4747318"/>
              <a:gd name="connsiteY8" fmla="*/ 5622613 h 6316227"/>
              <a:gd name="connsiteX9" fmla="*/ 3364838 w 4747318"/>
              <a:gd name="connsiteY9" fmla="*/ 2002286 h 6316227"/>
              <a:gd name="connsiteX10" fmla="*/ 3360157 w 4747318"/>
              <a:gd name="connsiteY10" fmla="*/ 1884732 h 6316227"/>
              <a:gd name="connsiteX11" fmla="*/ 3090177 w 4747318"/>
              <a:gd name="connsiteY11" fmla="*/ 1884732 h 6316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47318" h="6316227">
                <a:moveTo>
                  <a:pt x="3930712" y="0"/>
                </a:moveTo>
                <a:lnTo>
                  <a:pt x="4747318" y="1884732"/>
                </a:lnTo>
                <a:lnTo>
                  <a:pt x="4414173" y="1884732"/>
                </a:lnTo>
                <a:lnTo>
                  <a:pt x="4405679" y="1960466"/>
                </a:lnTo>
                <a:cubicBezTo>
                  <a:pt x="4227346" y="3167634"/>
                  <a:pt x="3443248" y="4431655"/>
                  <a:pt x="2183478" y="5335841"/>
                </a:cubicBezTo>
                <a:cubicBezTo>
                  <a:pt x="1529052" y="5805547"/>
                  <a:pt x="823705" y="6122566"/>
                  <a:pt x="128614" y="6288309"/>
                </a:cubicBezTo>
                <a:lnTo>
                  <a:pt x="0" y="6316227"/>
                </a:lnTo>
                <a:lnTo>
                  <a:pt x="179173" y="6248999"/>
                </a:lnTo>
                <a:cubicBezTo>
                  <a:pt x="569523" y="6093365"/>
                  <a:pt x="953604" y="5884782"/>
                  <a:pt x="1318874" y="5622613"/>
                </a:cubicBezTo>
                <a:cubicBezTo>
                  <a:pt x="2631562" y="4680447"/>
                  <a:pt x="3366332" y="3286630"/>
                  <a:pt x="3364838" y="2002286"/>
                </a:cubicBezTo>
                <a:lnTo>
                  <a:pt x="3360157" y="1884732"/>
                </a:lnTo>
                <a:lnTo>
                  <a:pt x="3090177" y="1884732"/>
                </a:lnTo>
                <a:close/>
              </a:path>
            </a:pathLst>
          </a:cu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639FB59A-3BD5-541E-A9A4-51AA0A3E2CD4}"/>
              </a:ext>
            </a:extLst>
          </p:cNvPr>
          <p:cNvSpPr/>
          <p:nvPr/>
        </p:nvSpPr>
        <p:spPr>
          <a:xfrm rot="4723049" flipH="1">
            <a:off x="2678011" y="1308831"/>
            <a:ext cx="4048373" cy="6316227"/>
          </a:xfrm>
          <a:custGeom>
            <a:avLst/>
            <a:gdLst>
              <a:gd name="connsiteX0" fmla="*/ 3930712 w 4747318"/>
              <a:gd name="connsiteY0" fmla="*/ 0 h 6316227"/>
              <a:gd name="connsiteX1" fmla="*/ 4747318 w 4747318"/>
              <a:gd name="connsiteY1" fmla="*/ 1884732 h 6316227"/>
              <a:gd name="connsiteX2" fmla="*/ 4414173 w 4747318"/>
              <a:gd name="connsiteY2" fmla="*/ 1884732 h 6316227"/>
              <a:gd name="connsiteX3" fmla="*/ 4405679 w 4747318"/>
              <a:gd name="connsiteY3" fmla="*/ 1960466 h 6316227"/>
              <a:gd name="connsiteX4" fmla="*/ 2183478 w 4747318"/>
              <a:gd name="connsiteY4" fmla="*/ 5335841 h 6316227"/>
              <a:gd name="connsiteX5" fmla="*/ 128614 w 4747318"/>
              <a:gd name="connsiteY5" fmla="*/ 6288309 h 6316227"/>
              <a:gd name="connsiteX6" fmla="*/ 0 w 4747318"/>
              <a:gd name="connsiteY6" fmla="*/ 6316227 h 6316227"/>
              <a:gd name="connsiteX7" fmla="*/ 179173 w 4747318"/>
              <a:gd name="connsiteY7" fmla="*/ 6248999 h 6316227"/>
              <a:gd name="connsiteX8" fmla="*/ 1318874 w 4747318"/>
              <a:gd name="connsiteY8" fmla="*/ 5622613 h 6316227"/>
              <a:gd name="connsiteX9" fmla="*/ 3364838 w 4747318"/>
              <a:gd name="connsiteY9" fmla="*/ 2002286 h 6316227"/>
              <a:gd name="connsiteX10" fmla="*/ 3360157 w 4747318"/>
              <a:gd name="connsiteY10" fmla="*/ 1884732 h 6316227"/>
              <a:gd name="connsiteX11" fmla="*/ 3090177 w 4747318"/>
              <a:gd name="connsiteY11" fmla="*/ 1884732 h 6316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47318" h="6316227">
                <a:moveTo>
                  <a:pt x="3930712" y="0"/>
                </a:moveTo>
                <a:lnTo>
                  <a:pt x="4747318" y="1884732"/>
                </a:lnTo>
                <a:lnTo>
                  <a:pt x="4414173" y="1884732"/>
                </a:lnTo>
                <a:lnTo>
                  <a:pt x="4405679" y="1960466"/>
                </a:lnTo>
                <a:cubicBezTo>
                  <a:pt x="4227346" y="3167634"/>
                  <a:pt x="3443248" y="4431655"/>
                  <a:pt x="2183478" y="5335841"/>
                </a:cubicBezTo>
                <a:cubicBezTo>
                  <a:pt x="1529052" y="5805547"/>
                  <a:pt x="823705" y="6122566"/>
                  <a:pt x="128614" y="6288309"/>
                </a:cubicBezTo>
                <a:lnTo>
                  <a:pt x="0" y="6316227"/>
                </a:lnTo>
                <a:lnTo>
                  <a:pt x="179173" y="6248999"/>
                </a:lnTo>
                <a:cubicBezTo>
                  <a:pt x="569523" y="6093365"/>
                  <a:pt x="953604" y="5884782"/>
                  <a:pt x="1318874" y="5622613"/>
                </a:cubicBezTo>
                <a:cubicBezTo>
                  <a:pt x="2631562" y="4680447"/>
                  <a:pt x="3366332" y="3286630"/>
                  <a:pt x="3364838" y="2002286"/>
                </a:cubicBezTo>
                <a:lnTo>
                  <a:pt x="3360157" y="1884732"/>
                </a:lnTo>
                <a:lnTo>
                  <a:pt x="3090177" y="1884732"/>
                </a:lnTo>
                <a:close/>
              </a:path>
            </a:pathLst>
          </a:cu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6989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F3250-A94E-55CF-0824-E8DA6B83C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图片 316">
            <a:extLst>
              <a:ext uri="{FF2B5EF4-FFF2-40B4-BE49-F238E27FC236}">
                <a16:creationId xmlns:a16="http://schemas.microsoft.com/office/drawing/2014/main" id="{FB4A57D9-A370-908A-88A0-57F60770961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9627" y="2133462"/>
            <a:ext cx="3377026" cy="246460"/>
          </a:xfrm>
          <a:prstGeom prst="rect">
            <a:avLst/>
          </a:prstGeom>
        </p:spPr>
      </p:pic>
      <p:pic>
        <p:nvPicPr>
          <p:cNvPr id="357" name="图片 356">
            <a:extLst>
              <a:ext uri="{FF2B5EF4-FFF2-40B4-BE49-F238E27FC236}">
                <a16:creationId xmlns:a16="http://schemas.microsoft.com/office/drawing/2014/main" id="{E0E9194F-5D0E-E789-6E03-AF314159AE7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4744" y="384647"/>
            <a:ext cx="3377023" cy="3497631"/>
          </a:xfrm>
          <a:prstGeom prst="rect">
            <a:avLst/>
          </a:prstGeom>
        </p:spPr>
      </p:pic>
      <p:pic>
        <p:nvPicPr>
          <p:cNvPr id="382" name="图片 381">
            <a:extLst>
              <a:ext uri="{FF2B5EF4-FFF2-40B4-BE49-F238E27FC236}">
                <a16:creationId xmlns:a16="http://schemas.microsoft.com/office/drawing/2014/main" id="{64C39FB9-CA23-5F3E-BE19-2A06B5749F9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1287" y="308447"/>
            <a:ext cx="4908221" cy="3801773"/>
          </a:xfrm>
          <a:prstGeom prst="rect">
            <a:avLst/>
          </a:prstGeom>
        </p:spPr>
      </p:pic>
      <p:pic>
        <p:nvPicPr>
          <p:cNvPr id="2" name="图片 1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57C80D2D-C0DB-02C0-F49B-123DE4EE41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275" y="2418557"/>
            <a:ext cx="245264" cy="164632"/>
          </a:xfrm>
          <a:prstGeom prst="rect">
            <a:avLst/>
          </a:prstGeom>
        </p:spPr>
      </p:pic>
      <p:pic>
        <p:nvPicPr>
          <p:cNvPr id="3" name="图片 2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49778482-DBC7-651F-D578-88787B314BC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766" y="2379922"/>
            <a:ext cx="193188" cy="203267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2A40AF91-4240-2BF9-91AA-087F73F5142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094" y="2418557"/>
            <a:ext cx="245264" cy="164632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8581FCCD-2294-CD3C-81ED-F627D03BDC1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865" y="2379922"/>
            <a:ext cx="193188" cy="203267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C63B6AF2-5D2C-4136-7068-358579C0C0B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38" y="3575883"/>
            <a:ext cx="245264" cy="164632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5495E471-29BA-AE82-27CE-6F66737AC5B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617" y="2316923"/>
            <a:ext cx="193188" cy="20326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8BDA0174-3FB5-8F2E-18F3-7F7DA271D33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6663" y="2399239"/>
            <a:ext cx="251984" cy="164632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C9873507-B1DB-4049-7224-1F2977C3B12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543" y="456844"/>
            <a:ext cx="251984" cy="164632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B6B9F006-EF83-1F91-7A3E-E4C45A1DCE1B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971" y="456844"/>
            <a:ext cx="253667" cy="167992"/>
          </a:xfrm>
          <a:prstGeom prst="rect">
            <a:avLst/>
          </a:prstGeom>
        </p:spPr>
      </p:pic>
      <p:pic>
        <p:nvPicPr>
          <p:cNvPr id="38" name="图片 37" descr="\documentclass{article}&#10;\usepackage{amsmath}&#10;\usepackage{amsfonts}&#10;\pagestyle{empty}&#10;\begin{document}&#10;&#10;$\mathbb{R}$&#10;&#10;&#10;\end{document}" title="IguanaTex Bitmap Display">
            <a:extLst>
              <a:ext uri="{FF2B5EF4-FFF2-40B4-BE49-F238E27FC236}">
                <a16:creationId xmlns:a16="http://schemas.microsoft.com/office/drawing/2014/main" id="{D2836A8C-949C-12F0-47B3-A3FEB28CB1D5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207" y="3137015"/>
            <a:ext cx="306666" cy="304000"/>
          </a:xfrm>
          <a:prstGeom prst="rect">
            <a:avLst/>
          </a:prstGeom>
        </p:spPr>
      </p:pic>
      <p:pic>
        <p:nvPicPr>
          <p:cNvPr id="40" name="图片 39" descr="\documentclass{article}&#10;\usepackage{amsmath}&#10;\usepackage{amsfonts}&#10;\pagestyle{empty}&#10;\begin{document}&#10;&#10;$\mathbb{R}^2$&#10;&#10;&#10;\end{document}" title="IguanaTex Bitmap Display">
            <a:extLst>
              <a:ext uri="{FF2B5EF4-FFF2-40B4-BE49-F238E27FC236}">
                <a16:creationId xmlns:a16="http://schemas.microsoft.com/office/drawing/2014/main" id="{95573608-8FD9-F914-530B-1A54FF639F74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242" y="3075683"/>
            <a:ext cx="471999" cy="365333"/>
          </a:xfrm>
          <a:prstGeom prst="rect">
            <a:avLst/>
          </a:prstGeom>
        </p:spPr>
      </p:pic>
      <p:pic>
        <p:nvPicPr>
          <p:cNvPr id="43" name="图片 42" descr="\documentclass{article}&#10;\usepackage{amsmath}&#10;\usepackage{amsfonts}&#10;\pagestyle{empty}&#10;\begin{document}&#10;&#10;$\mathbb{R}^3$&#10;&#10;&#10;\end{document}" title="IguanaTex Bitmap Display">
            <a:extLst>
              <a:ext uri="{FF2B5EF4-FFF2-40B4-BE49-F238E27FC236}">
                <a16:creationId xmlns:a16="http://schemas.microsoft.com/office/drawing/2014/main" id="{5C74A0B2-FB8E-649E-E572-441115E05D20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8782" y="3075682"/>
            <a:ext cx="474667" cy="36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91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267F-D3C6-49DD-8B95-81E1B6CB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A9C60E13-8F18-6415-2A65-1F0CD772B07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585" y="2693844"/>
            <a:ext cx="251984" cy="164632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CAE6E6E2-CC2E-202A-EFE0-0F9DFC592C3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464" y="307424"/>
            <a:ext cx="253667" cy="167992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4DAEF677-A306-93DA-E741-C8622B12BDF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33" y="3987061"/>
            <a:ext cx="245264" cy="164632"/>
          </a:xfrm>
          <a:prstGeom prst="rect">
            <a:avLst/>
          </a:prstGeom>
        </p:spPr>
      </p:pic>
      <p:cxnSp>
        <p:nvCxnSpPr>
          <p:cNvPr id="385" name="直接连接符 384">
            <a:extLst>
              <a:ext uri="{FF2B5EF4-FFF2-40B4-BE49-F238E27FC236}">
                <a16:creationId xmlns:a16="http://schemas.microsoft.com/office/drawing/2014/main" id="{6132C8BA-914C-5D4D-9B8D-1D5180D1F1E5}"/>
              </a:ext>
            </a:extLst>
          </p:cNvPr>
          <p:cNvCxnSpPr>
            <a:cxnSpLocks/>
          </p:cNvCxnSpPr>
          <p:nvPr/>
        </p:nvCxnSpPr>
        <p:spPr>
          <a:xfrm flipV="1">
            <a:off x="971006" y="1697958"/>
            <a:ext cx="4146888" cy="2006280"/>
          </a:xfrm>
          <a:prstGeom prst="line">
            <a:avLst/>
          </a:prstGeom>
          <a:ln w="44450">
            <a:solidFill>
              <a:srgbClr val="0070C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7CAA46A8-9428-C94B-9373-591D7D56EAFF}"/>
              </a:ext>
            </a:extLst>
          </p:cNvPr>
          <p:cNvGrpSpPr/>
          <p:nvPr/>
        </p:nvGrpSpPr>
        <p:grpSpPr>
          <a:xfrm>
            <a:off x="334742" y="431671"/>
            <a:ext cx="5685497" cy="4284416"/>
            <a:chOff x="6738634" y="419711"/>
            <a:chExt cx="5685497" cy="428441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85682B1-DB63-B99C-F0B2-126BEE40CDAF}"/>
                </a:ext>
              </a:extLst>
            </p:cNvPr>
            <p:cNvGrpSpPr/>
            <p:nvPr/>
          </p:nvGrpSpPr>
          <p:grpSpPr>
            <a:xfrm>
              <a:off x="6738634" y="1515227"/>
              <a:ext cx="5685497" cy="2369946"/>
              <a:chOff x="5568856" y="6730766"/>
              <a:chExt cx="5685497" cy="2369946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8C01C721-AA8C-6508-8C0F-B14DB51051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C511C1A-1D6E-E074-AA46-5835CEFABF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84407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CF9CEB1-D7E7-17CF-E82F-65F8D8F6D3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23DFFBB6-5F68-2615-EE7C-D75EB57CF8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8CB832C8-C32A-544F-5F14-F6D5EAC4D9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0105024E-7D44-4E5A-307D-4A5B00655B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606AA7FF-F789-0C79-F1BE-B576A5D220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0D8A185A-4569-D95D-7545-334AD614ED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648F9E86-D1F7-44AE-364B-4404A7558E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D2D10590-4536-6290-E66D-150963E5D48B}"/>
                </a:ext>
              </a:extLst>
            </p:cNvPr>
            <p:cNvGrpSpPr/>
            <p:nvPr/>
          </p:nvGrpSpPr>
          <p:grpSpPr>
            <a:xfrm rot="8104358" flipH="1">
              <a:off x="6971105" y="1515227"/>
              <a:ext cx="5271054" cy="2369946"/>
              <a:chOff x="5568856" y="6730766"/>
              <a:chExt cx="5271054" cy="2369946"/>
            </a:xfrm>
          </p:grpSpPr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8A92EB58-EB28-7FBF-691C-9316D28C11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E0956FA0-8FCA-5380-2272-534A575CD3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9AF81090-547D-79ED-FE93-DC51055F11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98F040C6-1966-5C3B-1063-67E3CC35EC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D14A7567-5E02-7D6D-2869-7EEDA8631E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6E7A5BFC-80E9-69BA-CEF6-FD897CB8C4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E2A6222D-99EB-6A7B-EE38-252C1A3889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2C1F2DCF-DA72-AFE4-B301-BA8D226AE4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03013ABA-46DD-CCBC-5E09-B38A67E1AE11}"/>
                </a:ext>
              </a:extLst>
            </p:cNvPr>
            <p:cNvCxnSpPr>
              <a:cxnSpLocks/>
            </p:cNvCxnSpPr>
            <p:nvPr/>
          </p:nvCxnSpPr>
          <p:spPr>
            <a:xfrm>
              <a:off x="7601494" y="2556645"/>
              <a:ext cx="4344344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7201D0E0-8BE4-3820-B40F-5FBFF0A915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8515" y="419711"/>
              <a:ext cx="0" cy="4284416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B6A4E60-273A-3096-C989-B7F7E2A04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58220" y="1222542"/>
              <a:ext cx="2900945" cy="2900947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6" name="直接连接符 385">
            <a:extLst>
              <a:ext uri="{FF2B5EF4-FFF2-40B4-BE49-F238E27FC236}">
                <a16:creationId xmlns:a16="http://schemas.microsoft.com/office/drawing/2014/main" id="{640198CC-C3AF-ACEF-5E0A-DBC6002FBE38}"/>
              </a:ext>
            </a:extLst>
          </p:cNvPr>
          <p:cNvCxnSpPr>
            <a:cxnSpLocks/>
          </p:cNvCxnSpPr>
          <p:nvPr/>
        </p:nvCxnSpPr>
        <p:spPr>
          <a:xfrm flipH="1">
            <a:off x="3297605" y="1421333"/>
            <a:ext cx="2371964" cy="1155552"/>
          </a:xfrm>
          <a:prstGeom prst="line">
            <a:avLst/>
          </a:prstGeom>
          <a:ln w="4445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椭圆 388">
            <a:extLst>
              <a:ext uri="{FF2B5EF4-FFF2-40B4-BE49-F238E27FC236}">
                <a16:creationId xmlns:a16="http://schemas.microsoft.com/office/drawing/2014/main" id="{2388422A-686D-E0E5-4EC4-511D1DA6A6B8}"/>
              </a:ext>
            </a:extLst>
          </p:cNvPr>
          <p:cNvSpPr/>
          <p:nvPr/>
        </p:nvSpPr>
        <p:spPr>
          <a:xfrm>
            <a:off x="3226953" y="2504859"/>
            <a:ext cx="137158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B333AE8E-B0AB-84EA-2960-3CCD9F90BE6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145" y="2639217"/>
            <a:ext cx="193188" cy="203267"/>
          </a:xfrm>
          <a:prstGeom prst="rect">
            <a:avLst/>
          </a:prstGeom>
        </p:spPr>
      </p:pic>
      <p:pic>
        <p:nvPicPr>
          <p:cNvPr id="2" name="图片 1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E9007E5A-A520-BBD1-8E74-E7F6C18AFFD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358" y="2696850"/>
            <a:ext cx="251984" cy="164632"/>
          </a:xfrm>
          <a:prstGeom prst="rect">
            <a:avLst/>
          </a:prstGeom>
        </p:spPr>
      </p:pic>
      <p:pic>
        <p:nvPicPr>
          <p:cNvPr id="3" name="图片 2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217A04A2-70EC-8A79-9039-C385E6A0941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237" y="310430"/>
            <a:ext cx="253667" cy="167992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61ADF7BA-D174-D3CF-08CC-C091E41F1E3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206" y="3990067"/>
            <a:ext cx="245264" cy="164632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25BD6575-EAB6-5053-F754-FCAD4AA701D7}"/>
              </a:ext>
            </a:extLst>
          </p:cNvPr>
          <p:cNvGrpSpPr/>
          <p:nvPr/>
        </p:nvGrpSpPr>
        <p:grpSpPr>
          <a:xfrm>
            <a:off x="6353515" y="434677"/>
            <a:ext cx="5685497" cy="4284416"/>
            <a:chOff x="6738634" y="419711"/>
            <a:chExt cx="5685497" cy="4284416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660FDA93-C16E-19AF-9DA1-58C3EB949D0C}"/>
                </a:ext>
              </a:extLst>
            </p:cNvPr>
            <p:cNvGrpSpPr/>
            <p:nvPr/>
          </p:nvGrpSpPr>
          <p:grpSpPr>
            <a:xfrm>
              <a:off x="6738634" y="1515227"/>
              <a:ext cx="5685497" cy="2369946"/>
              <a:chOff x="5568856" y="6730766"/>
              <a:chExt cx="5685497" cy="2369946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23968A5-C98F-8088-A09D-D302C696A4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4677901F-3E91-09BF-4089-E48258EE8C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84407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378D20C8-CC6D-012F-23A4-64452900E5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2F80DE2E-D89A-E8C9-6A0E-DBAAFA3716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BEA9D38-FCE5-5704-4110-0009E6B4B9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6911B1A0-4124-2430-D3D2-51EDDCE5AD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47B2D7EC-1890-C915-C722-448D63AA52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83FB4EE8-14D2-EBFF-345F-EBF2E5CF11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C736C32C-788E-1A24-AD4A-00DD4B87CE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B169C66-C603-0FA1-BF4E-CCC645EB88D4}"/>
                </a:ext>
              </a:extLst>
            </p:cNvPr>
            <p:cNvGrpSpPr/>
            <p:nvPr/>
          </p:nvGrpSpPr>
          <p:grpSpPr>
            <a:xfrm rot="8104358" flipH="1">
              <a:off x="6971105" y="1515227"/>
              <a:ext cx="5271054" cy="2369946"/>
              <a:chOff x="5568856" y="6730766"/>
              <a:chExt cx="5271054" cy="2369946"/>
            </a:xfrm>
          </p:grpSpPr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C98BF347-EAE1-AE36-1B22-FA7D807FFD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2C7425B9-4A21-EE5B-9CA7-6FE0918CAC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086907EB-A15E-5BDE-8B2E-2425E5C6D2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A6901DDF-B487-608D-83CA-D26B6F7B68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061912A1-8F5D-20F4-3BC4-D2A12F7342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C4DA782F-0330-81A0-C027-D1483ABA47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0A646994-AF52-0C9D-FE87-750A87C4B6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AA50144B-FAD4-D10B-C9C8-11224F3DCE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9ABE241E-165E-348C-7004-67ED7E6A7386}"/>
                </a:ext>
              </a:extLst>
            </p:cNvPr>
            <p:cNvCxnSpPr>
              <a:cxnSpLocks/>
            </p:cNvCxnSpPr>
            <p:nvPr/>
          </p:nvCxnSpPr>
          <p:spPr>
            <a:xfrm>
              <a:off x="7601494" y="2556645"/>
              <a:ext cx="4344344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ABD491AE-E183-30B4-0D9E-6115FB3CD1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8515" y="419711"/>
              <a:ext cx="0" cy="4284416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E9BC0735-4EEA-35D7-FA5E-204485C294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58220" y="1222542"/>
              <a:ext cx="2900945" cy="2900947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椭圆 42">
            <a:extLst>
              <a:ext uri="{FF2B5EF4-FFF2-40B4-BE49-F238E27FC236}">
                <a16:creationId xmlns:a16="http://schemas.microsoft.com/office/drawing/2014/main" id="{92895432-0525-7210-3CCB-5D52F1802CD2}"/>
              </a:ext>
            </a:extLst>
          </p:cNvPr>
          <p:cNvSpPr/>
          <p:nvPr/>
        </p:nvSpPr>
        <p:spPr>
          <a:xfrm>
            <a:off x="9245726" y="2507865"/>
            <a:ext cx="137158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0898704F-DF26-C957-D733-35D8DAAAFEE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918" y="2642223"/>
            <a:ext cx="193188" cy="203267"/>
          </a:xfrm>
          <a:prstGeom prst="rect">
            <a:avLst/>
          </a:prstGeom>
        </p:spPr>
      </p:pic>
      <p:sp>
        <p:nvSpPr>
          <p:cNvPr id="59" name="平行四边形 58">
            <a:extLst>
              <a:ext uri="{FF2B5EF4-FFF2-40B4-BE49-F238E27FC236}">
                <a16:creationId xmlns:a16="http://schemas.microsoft.com/office/drawing/2014/main" id="{82465B01-C2BF-68D0-9A97-DAB58721B961}"/>
              </a:ext>
            </a:extLst>
          </p:cNvPr>
          <p:cNvSpPr/>
          <p:nvPr/>
        </p:nvSpPr>
        <p:spPr>
          <a:xfrm rot="16200000">
            <a:off x="7868572" y="603694"/>
            <a:ext cx="2984614" cy="2163203"/>
          </a:xfrm>
          <a:prstGeom prst="parallelogram">
            <a:avLst>
              <a:gd name="adj" fmla="val 54592"/>
            </a:avLst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平行四边形 59">
            <a:extLst>
              <a:ext uri="{FF2B5EF4-FFF2-40B4-BE49-F238E27FC236}">
                <a16:creationId xmlns:a16="http://schemas.microsoft.com/office/drawing/2014/main" id="{8F671E71-2DB7-A0E6-07D2-BDE423A19E71}"/>
              </a:ext>
            </a:extLst>
          </p:cNvPr>
          <p:cNvSpPr/>
          <p:nvPr/>
        </p:nvSpPr>
        <p:spPr>
          <a:xfrm rot="16200000">
            <a:off x="7870019" y="2402352"/>
            <a:ext cx="2984614" cy="2163203"/>
          </a:xfrm>
          <a:prstGeom prst="parallelogram">
            <a:avLst>
              <a:gd name="adj" fmla="val 54592"/>
            </a:avLst>
          </a:prstGeom>
          <a:solidFill>
            <a:srgbClr val="0070C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CCE116B-BBD9-CEDB-CC6A-D8C597639A77}"/>
              </a:ext>
            </a:extLst>
          </p:cNvPr>
          <p:cNvCxnSpPr>
            <a:cxnSpLocks/>
          </p:cNvCxnSpPr>
          <p:nvPr/>
        </p:nvCxnSpPr>
        <p:spPr>
          <a:xfrm flipV="1">
            <a:off x="3285549" y="2263979"/>
            <a:ext cx="646582" cy="311148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F739C7D6-C448-392D-083F-535DDCC3EF29}"/>
              </a:ext>
            </a:extLst>
          </p:cNvPr>
          <p:cNvCxnSpPr>
            <a:cxnSpLocks/>
          </p:cNvCxnSpPr>
          <p:nvPr/>
        </p:nvCxnSpPr>
        <p:spPr>
          <a:xfrm flipV="1">
            <a:off x="9300574" y="2255373"/>
            <a:ext cx="639589" cy="32496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E844B943-BEA4-AC73-C72B-6821AD7E8A5A}"/>
              </a:ext>
            </a:extLst>
          </p:cNvPr>
          <p:cNvCxnSpPr>
            <a:cxnSpLocks/>
          </p:cNvCxnSpPr>
          <p:nvPr/>
        </p:nvCxnSpPr>
        <p:spPr>
          <a:xfrm flipV="1">
            <a:off x="9313396" y="2158621"/>
            <a:ext cx="0" cy="41481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D07C086-1507-6C07-5E5C-5FC4585152F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186" y="2301226"/>
            <a:ext cx="292301" cy="167989"/>
          </a:xfrm>
          <a:prstGeom prst="rect">
            <a:avLst/>
          </a:prstGeom>
        </p:spPr>
      </p:pic>
      <p:pic>
        <p:nvPicPr>
          <p:cNvPr id="48" name="图片 47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12EE11F0-FD18-D494-CEBA-7AB3629D6D17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890" y="2303863"/>
            <a:ext cx="292301" cy="167989"/>
          </a:xfrm>
          <a:prstGeom prst="rect">
            <a:avLst/>
          </a:prstGeom>
        </p:spPr>
      </p:pic>
      <p:pic>
        <p:nvPicPr>
          <p:cNvPr id="53" name="图片 52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3BD3200C-CC36-4CB1-5784-865F9B4B887F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670" y="2058157"/>
            <a:ext cx="299020" cy="167989"/>
          </a:xfrm>
          <a:prstGeom prst="rect">
            <a:avLst/>
          </a:prstGeom>
        </p:spPr>
      </p:pic>
      <p:pic>
        <p:nvPicPr>
          <p:cNvPr id="89" name="图片 88" descr="\documentclass{article}&#10;\usepackage{amsmath}&#10;\usepackage{amsfonts}&#10;\usepackage{bm}&#10;\pagestyle{empty}&#10;\begin{document}&#10;&#10;\begin{align}&#10;V_1 \subset \mathbb{R}^3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8B603CD9-04DF-C305-CCD1-853CB8CF8C09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238" y="660974"/>
            <a:ext cx="947461" cy="287260"/>
          </a:xfrm>
          <a:prstGeom prst="rect">
            <a:avLst/>
          </a:prstGeom>
        </p:spPr>
      </p:pic>
      <p:pic>
        <p:nvPicPr>
          <p:cNvPr id="94" name="图片 93" descr="\documentclass{article}&#10;\usepackage{amsmath}&#10;\usepackage{amsfonts}&#10;\usepackage{bm}&#10;\pagestyle{empty}&#10;\begin{document}&#10;&#10;\begin{align}&#10;V_2 \subset \mathbb{R}^3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0E6CF50D-4073-21E5-FB9D-64AE97362604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905" y="662575"/>
            <a:ext cx="947461" cy="287260"/>
          </a:xfrm>
          <a:prstGeom prst="rect">
            <a:avLst/>
          </a:prstGeom>
        </p:spPr>
      </p:pic>
      <p:pic>
        <p:nvPicPr>
          <p:cNvPr id="51" name="图片 50" descr="\documentclass{article}&#10;\usepackage{amsmath}&#10;\usepackage{amsfonts}&#10;\usepackage{bm}&#10;\pagestyle{empty}&#10;\begin{document}&#10;&#10;\begin{align}&#10;\text{dim}V_1 = 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76E4FB84-5A65-1CFD-9306-40F500FF3926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225" y="1101257"/>
            <a:ext cx="1233044" cy="235184"/>
          </a:xfrm>
          <a:prstGeom prst="rect">
            <a:avLst/>
          </a:prstGeom>
        </p:spPr>
      </p:pic>
      <p:pic>
        <p:nvPicPr>
          <p:cNvPr id="54" name="图片 53" descr="\documentclass{article}&#10;\usepackage{amsmath}&#10;\usepackage{amsfonts}&#10;\usepackage{bm}&#10;\pagestyle{empty}&#10;\begin{document}&#10;&#10;\begin{align}&#10;\text{dim}V_2 = 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3AE064E-CB68-577B-B4F7-1CDEF2630B00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899" y="1100699"/>
            <a:ext cx="1241443" cy="23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07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C2938-772D-7040-710B-117CE1DB8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平行四边形 57">
            <a:extLst>
              <a:ext uri="{FF2B5EF4-FFF2-40B4-BE49-F238E27FC236}">
                <a16:creationId xmlns:a16="http://schemas.microsoft.com/office/drawing/2014/main" id="{9359208F-FB6D-7387-FA00-8CB9AEBED9D6}"/>
              </a:ext>
            </a:extLst>
          </p:cNvPr>
          <p:cNvSpPr/>
          <p:nvPr/>
        </p:nvSpPr>
        <p:spPr>
          <a:xfrm>
            <a:off x="6606719" y="2420923"/>
            <a:ext cx="5750233" cy="2197752"/>
          </a:xfrm>
          <a:prstGeom prst="parallelogram">
            <a:avLst>
              <a:gd name="adj" fmla="val 99258"/>
            </a:avLst>
          </a:prstGeom>
          <a:solidFill>
            <a:srgbClr val="00B0F0">
              <a:alpha val="25000"/>
            </a:srgb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平行四边形 56">
            <a:extLst>
              <a:ext uri="{FF2B5EF4-FFF2-40B4-BE49-F238E27FC236}">
                <a16:creationId xmlns:a16="http://schemas.microsoft.com/office/drawing/2014/main" id="{BFDF4BD5-A733-9D33-A664-83766FFA07AB}"/>
              </a:ext>
            </a:extLst>
          </p:cNvPr>
          <p:cNvSpPr/>
          <p:nvPr/>
        </p:nvSpPr>
        <p:spPr>
          <a:xfrm>
            <a:off x="6617082" y="2004206"/>
            <a:ext cx="5750233" cy="2197752"/>
          </a:xfrm>
          <a:prstGeom prst="parallelogram">
            <a:avLst>
              <a:gd name="adj" fmla="val 99258"/>
            </a:avLst>
          </a:prstGeom>
          <a:solidFill>
            <a:srgbClr val="00B0F0">
              <a:alpha val="25000"/>
            </a:srgb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3AD69AF-4C1B-559E-18A1-976B535C00E7}"/>
              </a:ext>
            </a:extLst>
          </p:cNvPr>
          <p:cNvGrpSpPr/>
          <p:nvPr/>
        </p:nvGrpSpPr>
        <p:grpSpPr>
          <a:xfrm>
            <a:off x="6591091" y="445095"/>
            <a:ext cx="5685497" cy="4284416"/>
            <a:chOff x="6738634" y="419711"/>
            <a:chExt cx="5685497" cy="4284416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6982278D-72CC-8B00-1827-73A8DF8DF294}"/>
                </a:ext>
              </a:extLst>
            </p:cNvPr>
            <p:cNvGrpSpPr/>
            <p:nvPr/>
          </p:nvGrpSpPr>
          <p:grpSpPr>
            <a:xfrm>
              <a:off x="6738634" y="1515227"/>
              <a:ext cx="5685497" cy="2369946"/>
              <a:chOff x="5568856" y="6730766"/>
              <a:chExt cx="5685497" cy="2369946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6FC0936D-30CE-0D44-E1A9-CCEA43DA46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7EE471F8-E141-C268-DD64-B5A2C0DAA5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84407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AD155875-09F7-91D5-ADBD-646823F632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D6FA919F-2986-E33A-0446-F1B94DBC86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4F62C8CA-879B-C6C6-E4F2-40E2DA22FC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114A1754-D8C5-3B57-9A66-9298DC3D26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845034B0-E122-267F-6B5F-5450C0CE9E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4185E525-0B71-3506-8EF5-662D42E0B9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9436FB22-9171-9894-4A34-9D101EAFBB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8F7B544B-F75F-015D-0A16-7BD86C374E10}"/>
                </a:ext>
              </a:extLst>
            </p:cNvPr>
            <p:cNvGrpSpPr/>
            <p:nvPr/>
          </p:nvGrpSpPr>
          <p:grpSpPr>
            <a:xfrm rot="8104358" flipH="1">
              <a:off x="6971105" y="1515227"/>
              <a:ext cx="5271054" cy="2369946"/>
              <a:chOff x="5568856" y="6730766"/>
              <a:chExt cx="5271054" cy="2369946"/>
            </a:xfrm>
          </p:grpSpPr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1FB244E-709A-B3B6-4ABD-F0E090AE28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BF9D6D5A-4120-51D4-1FFE-26607FE9BA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F887BC31-6CD4-84C8-24FD-96A049A1FE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1FFB1668-2C7C-88DD-9152-2DD21CA919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D024A77-80F5-FCF8-8815-63B3C148CF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E4150955-19D6-FA81-8FF9-9058270E44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25EAB52E-7E58-A24C-FFB7-B3144607FC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F88CC85A-98EB-0237-9FB6-933CD13711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3CF98BE-9941-9634-FC21-DF21143020CD}"/>
                </a:ext>
              </a:extLst>
            </p:cNvPr>
            <p:cNvCxnSpPr>
              <a:cxnSpLocks/>
            </p:cNvCxnSpPr>
            <p:nvPr/>
          </p:nvCxnSpPr>
          <p:spPr>
            <a:xfrm>
              <a:off x="7601494" y="2556645"/>
              <a:ext cx="4344344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5F1E5DE-9EE6-E6DF-612A-8B32B7AF15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8515" y="419711"/>
              <a:ext cx="0" cy="4284416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B4747777-D09B-6DDE-2BE3-EAD9BBF3BA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58220" y="1222542"/>
              <a:ext cx="2900945" cy="2900947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平行四边形 53">
            <a:extLst>
              <a:ext uri="{FF2B5EF4-FFF2-40B4-BE49-F238E27FC236}">
                <a16:creationId xmlns:a16="http://schemas.microsoft.com/office/drawing/2014/main" id="{7BB8ABBD-6937-E799-A2D7-4BF8394D7A86}"/>
              </a:ext>
            </a:extLst>
          </p:cNvPr>
          <p:cNvSpPr/>
          <p:nvPr/>
        </p:nvSpPr>
        <p:spPr>
          <a:xfrm>
            <a:off x="6599363" y="1605128"/>
            <a:ext cx="5750233" cy="2197752"/>
          </a:xfrm>
          <a:prstGeom prst="parallelogram">
            <a:avLst>
              <a:gd name="adj" fmla="val 99258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0712E46-D84A-349A-4275-1E981E5AA86E}"/>
              </a:ext>
            </a:extLst>
          </p:cNvPr>
          <p:cNvCxnSpPr>
            <a:cxnSpLocks/>
          </p:cNvCxnSpPr>
          <p:nvPr/>
        </p:nvCxnSpPr>
        <p:spPr>
          <a:xfrm>
            <a:off x="764299" y="2897376"/>
            <a:ext cx="439991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A8B4358-8927-38EE-0CF5-C4C53A2453E3}"/>
              </a:ext>
            </a:extLst>
          </p:cNvPr>
          <p:cNvCxnSpPr>
            <a:cxnSpLocks/>
          </p:cNvCxnSpPr>
          <p:nvPr/>
        </p:nvCxnSpPr>
        <p:spPr>
          <a:xfrm flipV="1">
            <a:off x="2930007" y="682029"/>
            <a:ext cx="0" cy="3820523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3260707-5B88-6A9F-5187-6C81296D47C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235" y="3000783"/>
            <a:ext cx="193188" cy="203267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71D3E0B7-56D9-BAF5-B1F1-93536CA1339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578" y="3029375"/>
            <a:ext cx="245264" cy="164632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096FACC7-A192-931A-2009-7082E688552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668" y="598870"/>
            <a:ext cx="251987" cy="164632"/>
          </a:xfrm>
          <a:prstGeom prst="rect">
            <a:avLst/>
          </a:prstGeom>
        </p:spPr>
      </p:pic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B26AD2B-2E1D-3DBB-72C0-CC446C797A09}"/>
              </a:ext>
            </a:extLst>
          </p:cNvPr>
          <p:cNvCxnSpPr>
            <a:cxnSpLocks/>
          </p:cNvCxnSpPr>
          <p:nvPr/>
        </p:nvCxnSpPr>
        <p:spPr>
          <a:xfrm>
            <a:off x="2038282" y="869481"/>
            <a:ext cx="1580791" cy="3561413"/>
          </a:xfrm>
          <a:prstGeom prst="straightConnector1">
            <a:avLst/>
          </a:prstGeom>
          <a:ln w="4445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弧形 21">
            <a:extLst>
              <a:ext uri="{FF2B5EF4-FFF2-40B4-BE49-F238E27FC236}">
                <a16:creationId xmlns:a16="http://schemas.microsoft.com/office/drawing/2014/main" id="{C79487CC-64BA-EC15-D87D-35DD4FE8E023}"/>
              </a:ext>
            </a:extLst>
          </p:cNvPr>
          <p:cNvSpPr/>
          <p:nvPr/>
        </p:nvSpPr>
        <p:spPr>
          <a:xfrm rot="21192649" flipH="1">
            <a:off x="2681537" y="2627187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BA3DC348-E2B3-66F0-83DB-39EAF656933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547" y="2586330"/>
            <a:ext cx="117594" cy="199907"/>
          </a:xfrm>
          <a:prstGeom prst="rect">
            <a:avLst/>
          </a:prstGeom>
        </p:spPr>
      </p:pic>
      <p:pic>
        <p:nvPicPr>
          <p:cNvPr id="14" name="图片 13" descr="\documentclass{article}&#10;\usepackage{amsmath}&#10;\usepackage{amsfonts}&#10;\usepackage{bm}&#10;\pagestyle{empty}&#10;\begin{document}&#10;&#10;\begin{align}&#10;\text{Ker}A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0A47905-7677-C68C-B8E4-E626A2C7D74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501" y="4592630"/>
            <a:ext cx="643401" cy="203266"/>
          </a:xfrm>
          <a:prstGeom prst="rect">
            <a:avLst/>
          </a:prstGeom>
        </p:spPr>
      </p:pic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F2D1C6D-9910-C9BB-A153-F146D6B2B557}"/>
              </a:ext>
            </a:extLst>
          </p:cNvPr>
          <p:cNvCxnSpPr>
            <a:cxnSpLocks/>
          </p:cNvCxnSpPr>
          <p:nvPr/>
        </p:nvCxnSpPr>
        <p:spPr>
          <a:xfrm>
            <a:off x="1512514" y="869481"/>
            <a:ext cx="1581027" cy="356194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1DC4EDE-3E4A-BD89-3A7C-17EE437E7FF0}"/>
              </a:ext>
            </a:extLst>
          </p:cNvPr>
          <p:cNvCxnSpPr>
            <a:cxnSpLocks/>
          </p:cNvCxnSpPr>
          <p:nvPr/>
        </p:nvCxnSpPr>
        <p:spPr>
          <a:xfrm>
            <a:off x="986746" y="869481"/>
            <a:ext cx="1581027" cy="356194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184C11B-C801-4988-486C-2E6BAB4AF252}"/>
              </a:ext>
            </a:extLst>
          </p:cNvPr>
          <p:cNvCxnSpPr>
            <a:cxnSpLocks/>
          </p:cNvCxnSpPr>
          <p:nvPr/>
        </p:nvCxnSpPr>
        <p:spPr>
          <a:xfrm>
            <a:off x="460978" y="869481"/>
            <a:ext cx="1581027" cy="356194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2327A6F-1355-864E-49BA-E034F77A0B24}"/>
              </a:ext>
            </a:extLst>
          </p:cNvPr>
          <p:cNvCxnSpPr>
            <a:cxnSpLocks/>
          </p:cNvCxnSpPr>
          <p:nvPr/>
        </p:nvCxnSpPr>
        <p:spPr>
          <a:xfrm>
            <a:off x="2563814" y="869481"/>
            <a:ext cx="1581027" cy="356194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6693BF2-FC27-3AC0-DAF6-2C8BA47B2203}"/>
              </a:ext>
            </a:extLst>
          </p:cNvPr>
          <p:cNvCxnSpPr>
            <a:cxnSpLocks/>
          </p:cNvCxnSpPr>
          <p:nvPr/>
        </p:nvCxnSpPr>
        <p:spPr>
          <a:xfrm>
            <a:off x="3615349" y="869481"/>
            <a:ext cx="1581027" cy="356194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6661AE8-9DB1-2F78-29D9-4B0AB07DED28}"/>
              </a:ext>
            </a:extLst>
          </p:cNvPr>
          <p:cNvCxnSpPr>
            <a:cxnSpLocks/>
          </p:cNvCxnSpPr>
          <p:nvPr/>
        </p:nvCxnSpPr>
        <p:spPr>
          <a:xfrm>
            <a:off x="3089582" y="869481"/>
            <a:ext cx="1581027" cy="356194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1082C70A-B069-DD5B-3111-6CB8414394D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7494" y="2652641"/>
            <a:ext cx="193188" cy="203267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70514320-D4DB-1539-A574-A2CADEAF15F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3934" y="2707268"/>
            <a:ext cx="251984" cy="164632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3A234A5E-5FBD-18F1-0572-06B9E62F487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813" y="320848"/>
            <a:ext cx="253667" cy="167992"/>
          </a:xfrm>
          <a:prstGeom prst="rect">
            <a:avLst/>
          </a:prstGeom>
        </p:spPr>
      </p:pic>
      <p:pic>
        <p:nvPicPr>
          <p:cNvPr id="53" name="图片 52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C4513F69-AD0A-D9EB-9F41-27EDF2F21071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782" y="4000485"/>
            <a:ext cx="245264" cy="164632"/>
          </a:xfrm>
          <a:prstGeom prst="rect">
            <a:avLst/>
          </a:prstGeom>
        </p:spPr>
      </p:pic>
      <p:sp>
        <p:nvSpPr>
          <p:cNvPr id="55" name="平行四边形 54">
            <a:extLst>
              <a:ext uri="{FF2B5EF4-FFF2-40B4-BE49-F238E27FC236}">
                <a16:creationId xmlns:a16="http://schemas.microsoft.com/office/drawing/2014/main" id="{DB5F3011-AA8B-0815-0816-50810F5D3730}"/>
              </a:ext>
            </a:extLst>
          </p:cNvPr>
          <p:cNvSpPr/>
          <p:nvPr/>
        </p:nvSpPr>
        <p:spPr>
          <a:xfrm>
            <a:off x="6586032" y="1202889"/>
            <a:ext cx="5750233" cy="2197752"/>
          </a:xfrm>
          <a:prstGeom prst="parallelogram">
            <a:avLst>
              <a:gd name="adj" fmla="val 99258"/>
            </a:avLst>
          </a:prstGeom>
          <a:solidFill>
            <a:srgbClr val="00B0F0">
              <a:alpha val="25000"/>
            </a:srgb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平行四边形 55">
            <a:extLst>
              <a:ext uri="{FF2B5EF4-FFF2-40B4-BE49-F238E27FC236}">
                <a16:creationId xmlns:a16="http://schemas.microsoft.com/office/drawing/2014/main" id="{0677A68B-70F9-D8FB-5459-888489B0C8F2}"/>
              </a:ext>
            </a:extLst>
          </p:cNvPr>
          <p:cNvSpPr/>
          <p:nvPr/>
        </p:nvSpPr>
        <p:spPr>
          <a:xfrm>
            <a:off x="6572976" y="769742"/>
            <a:ext cx="5750233" cy="2197752"/>
          </a:xfrm>
          <a:prstGeom prst="parallelogram">
            <a:avLst>
              <a:gd name="adj" fmla="val 99258"/>
            </a:avLst>
          </a:prstGeom>
          <a:solidFill>
            <a:srgbClr val="00B0F0">
              <a:alpha val="25000"/>
            </a:srgb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A41C7C82-2F20-3267-3902-1549470527B1}"/>
              </a:ext>
            </a:extLst>
          </p:cNvPr>
          <p:cNvCxnSpPr>
            <a:cxnSpLocks/>
          </p:cNvCxnSpPr>
          <p:nvPr/>
        </p:nvCxnSpPr>
        <p:spPr>
          <a:xfrm flipV="1">
            <a:off x="9550972" y="478191"/>
            <a:ext cx="0" cy="2103838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>
            <a:extLst>
              <a:ext uri="{FF2B5EF4-FFF2-40B4-BE49-F238E27FC236}">
                <a16:creationId xmlns:a16="http://schemas.microsoft.com/office/drawing/2014/main" id="{81CD1F9A-A1BC-C728-9A94-C935950E3948}"/>
              </a:ext>
            </a:extLst>
          </p:cNvPr>
          <p:cNvSpPr/>
          <p:nvPr/>
        </p:nvSpPr>
        <p:spPr>
          <a:xfrm>
            <a:off x="2860639" y="2823238"/>
            <a:ext cx="137158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352887FD-8A46-D912-9D8D-CCA28A66AD5C}"/>
              </a:ext>
            </a:extLst>
          </p:cNvPr>
          <p:cNvSpPr/>
          <p:nvPr/>
        </p:nvSpPr>
        <p:spPr>
          <a:xfrm>
            <a:off x="9478878" y="2510034"/>
            <a:ext cx="137158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6" name="图片 65" descr="\documentclass{article}&#10;\usepackage{amsmath}&#10;\usepackage{amsfonts}&#10;\usepackage{bm}&#10;\pagestyle{empty}&#10;\begin{document}&#10;&#10;\begin{align}&#10;\text{Ker}A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7EC5ED9-E782-CE54-9609-DBFEE2DF5A0F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6534" y="3524929"/>
            <a:ext cx="643401" cy="203266"/>
          </a:xfrm>
          <a:prstGeom prst="rect">
            <a:avLst/>
          </a:prstGeom>
        </p:spPr>
      </p:pic>
      <p:pic>
        <p:nvPicPr>
          <p:cNvPr id="8" name="图片 7" descr="\documentclass{article}&#10;\usepackage{amsmath}&#10;\usepackage{bm}&#10;\pagestyle{empty}&#10;\begin{document}&#10;&#10;\begin{align}&#10;A = &#10;\begin{pmatrix}&#10;1 &amp; \cot \theta \\[4pt]&#10;0 &amp; 0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6EF531A9-0C67-C95E-5566-5598F4CB49CC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428" y="5425783"/>
            <a:ext cx="1925157" cy="836593"/>
          </a:xfrm>
          <a:prstGeom prst="rect">
            <a:avLst/>
          </a:prstGeom>
        </p:spPr>
      </p:pic>
      <p:pic>
        <p:nvPicPr>
          <p:cNvPr id="24" name="图片 23" descr="\documentclass{article}&#10;\usepackage{amsmath}&#10;\usepackage{bm}&#10;\pagestyle{empty}&#10;\begin{document}&#10;&#10;\begin{align}&#10;A = &#10;\begin{pmatrix}&#10;0 &amp; 0 &amp; 1  \\[4pt]&#10;0 &amp; 0 &amp; 2  \\[4pt]&#10;0 &amp; 0 &amp; 3 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1E6AB6B-8538-C27B-C356-FD5E9AF0C68D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738" y="5146228"/>
            <a:ext cx="1955395" cy="117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23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43382-E2E4-777E-4C38-53C492F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1FAD994A-4A0D-0F02-67CD-F0B2FEA875F5}"/>
              </a:ext>
            </a:extLst>
          </p:cNvPr>
          <p:cNvGrpSpPr/>
          <p:nvPr/>
        </p:nvGrpSpPr>
        <p:grpSpPr>
          <a:xfrm>
            <a:off x="1129361" y="3465622"/>
            <a:ext cx="3545840" cy="1421130"/>
            <a:chOff x="642620" y="4461044"/>
            <a:chExt cx="3545840" cy="1421130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667668CE-C60A-E468-36B7-4BAE9C941015}"/>
                </a:ext>
              </a:extLst>
            </p:cNvPr>
            <p:cNvGrpSpPr/>
            <p:nvPr/>
          </p:nvGrpSpPr>
          <p:grpSpPr>
            <a:xfrm>
              <a:off x="1338580" y="4461044"/>
              <a:ext cx="2849880" cy="716280"/>
              <a:chOff x="1280160" y="2956560"/>
              <a:chExt cx="2849880" cy="716280"/>
            </a:xfrm>
          </p:grpSpPr>
          <p:sp>
            <p:nvSpPr>
              <p:cNvPr id="5" name="立方体 4">
                <a:extLst>
                  <a:ext uri="{FF2B5EF4-FFF2-40B4-BE49-F238E27FC236}">
                    <a16:creationId xmlns:a16="http://schemas.microsoft.com/office/drawing/2014/main" id="{BDF1FB7B-BE54-42AC-9D5C-319EA19731DC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立方体 6">
                <a:extLst>
                  <a:ext uri="{FF2B5EF4-FFF2-40B4-BE49-F238E27FC236}">
                    <a16:creationId xmlns:a16="http://schemas.microsoft.com/office/drawing/2014/main" id="{C66BD0EF-1B7D-9F5A-2777-6211171BCF13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立方体 11">
                <a:extLst>
                  <a:ext uri="{FF2B5EF4-FFF2-40B4-BE49-F238E27FC236}">
                    <a16:creationId xmlns:a16="http://schemas.microsoft.com/office/drawing/2014/main" id="{5194E41E-2D4E-7305-3D16-E83869103DFA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立方体 12">
                <a:extLst>
                  <a:ext uri="{FF2B5EF4-FFF2-40B4-BE49-F238E27FC236}">
                    <a16:creationId xmlns:a16="http://schemas.microsoft.com/office/drawing/2014/main" id="{4BB0C52A-1CE0-BA4B-C5EA-E79FC0EDFCFE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立方体 27">
                <a:extLst>
                  <a:ext uri="{FF2B5EF4-FFF2-40B4-BE49-F238E27FC236}">
                    <a16:creationId xmlns:a16="http://schemas.microsoft.com/office/drawing/2014/main" id="{F01A89E6-CFE3-7280-D1DE-464AB3386703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E96DB55E-191D-F494-DBDC-AF0104EC6FDC}"/>
                </a:ext>
              </a:extLst>
            </p:cNvPr>
            <p:cNvGrpSpPr/>
            <p:nvPr/>
          </p:nvGrpSpPr>
          <p:grpSpPr>
            <a:xfrm>
              <a:off x="1164590" y="4637257"/>
              <a:ext cx="2849880" cy="716280"/>
              <a:chOff x="1280160" y="2956560"/>
              <a:chExt cx="2849880" cy="716280"/>
            </a:xfrm>
          </p:grpSpPr>
          <p:sp>
            <p:nvSpPr>
              <p:cNvPr id="44" name="立方体 43">
                <a:extLst>
                  <a:ext uri="{FF2B5EF4-FFF2-40B4-BE49-F238E27FC236}">
                    <a16:creationId xmlns:a16="http://schemas.microsoft.com/office/drawing/2014/main" id="{9293B57B-BAAF-FC9D-5298-229718C2ECD2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立方体 59">
                <a:extLst>
                  <a:ext uri="{FF2B5EF4-FFF2-40B4-BE49-F238E27FC236}">
                    <a16:creationId xmlns:a16="http://schemas.microsoft.com/office/drawing/2014/main" id="{CA086A78-0B4E-DA43-4DCC-86E5E3D01780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立方体 60">
                <a:extLst>
                  <a:ext uri="{FF2B5EF4-FFF2-40B4-BE49-F238E27FC236}">
                    <a16:creationId xmlns:a16="http://schemas.microsoft.com/office/drawing/2014/main" id="{A4958363-FA31-7A38-69C8-0F12117FEFA7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立方体 61">
                <a:extLst>
                  <a:ext uri="{FF2B5EF4-FFF2-40B4-BE49-F238E27FC236}">
                    <a16:creationId xmlns:a16="http://schemas.microsoft.com/office/drawing/2014/main" id="{7C7C4390-B8DC-71F7-8A31-B0A5CF5A5A60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立方体 62">
                <a:extLst>
                  <a:ext uri="{FF2B5EF4-FFF2-40B4-BE49-F238E27FC236}">
                    <a16:creationId xmlns:a16="http://schemas.microsoft.com/office/drawing/2014/main" id="{044DD53B-8536-1A13-52AD-C1DCC72B7659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266D2D4C-8137-5DAD-63ED-BCEDA9A7DE97}"/>
                </a:ext>
              </a:extLst>
            </p:cNvPr>
            <p:cNvGrpSpPr/>
            <p:nvPr/>
          </p:nvGrpSpPr>
          <p:grpSpPr>
            <a:xfrm>
              <a:off x="987425" y="4813470"/>
              <a:ext cx="2849880" cy="716280"/>
              <a:chOff x="1280160" y="2956560"/>
              <a:chExt cx="2849880" cy="716280"/>
            </a:xfrm>
          </p:grpSpPr>
          <p:sp>
            <p:nvSpPr>
              <p:cNvPr id="68" name="立方体 67">
                <a:extLst>
                  <a:ext uri="{FF2B5EF4-FFF2-40B4-BE49-F238E27FC236}">
                    <a16:creationId xmlns:a16="http://schemas.microsoft.com/office/drawing/2014/main" id="{6D358944-6837-CF98-3372-E713D2151615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立方体 68">
                <a:extLst>
                  <a:ext uri="{FF2B5EF4-FFF2-40B4-BE49-F238E27FC236}">
                    <a16:creationId xmlns:a16="http://schemas.microsoft.com/office/drawing/2014/main" id="{E45A9EB1-C79F-E522-D4D6-3F18B61F479E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立方体 69">
                <a:extLst>
                  <a:ext uri="{FF2B5EF4-FFF2-40B4-BE49-F238E27FC236}">
                    <a16:creationId xmlns:a16="http://schemas.microsoft.com/office/drawing/2014/main" id="{70D68F6F-0D3F-9F10-7BE8-B7E2FF6D89C3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立方体 70">
                <a:extLst>
                  <a:ext uri="{FF2B5EF4-FFF2-40B4-BE49-F238E27FC236}">
                    <a16:creationId xmlns:a16="http://schemas.microsoft.com/office/drawing/2014/main" id="{8E75988E-FC6E-9997-3B3E-659D9F2043CF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立方体 71">
                <a:extLst>
                  <a:ext uri="{FF2B5EF4-FFF2-40B4-BE49-F238E27FC236}">
                    <a16:creationId xmlns:a16="http://schemas.microsoft.com/office/drawing/2014/main" id="{B8BDF7C5-03C5-E5EC-5AB7-574015D29CF6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54E3055F-AE07-740F-22A2-204163A17C9C}"/>
                </a:ext>
              </a:extLst>
            </p:cNvPr>
            <p:cNvGrpSpPr/>
            <p:nvPr/>
          </p:nvGrpSpPr>
          <p:grpSpPr>
            <a:xfrm>
              <a:off x="818515" y="4989683"/>
              <a:ext cx="2849880" cy="716280"/>
              <a:chOff x="1280160" y="2956560"/>
              <a:chExt cx="2849880" cy="716280"/>
            </a:xfrm>
          </p:grpSpPr>
          <p:sp>
            <p:nvSpPr>
              <p:cNvPr id="74" name="立方体 73">
                <a:extLst>
                  <a:ext uri="{FF2B5EF4-FFF2-40B4-BE49-F238E27FC236}">
                    <a16:creationId xmlns:a16="http://schemas.microsoft.com/office/drawing/2014/main" id="{142FD265-6A80-7062-4D53-EB23AAC893BF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立方体 74">
                <a:extLst>
                  <a:ext uri="{FF2B5EF4-FFF2-40B4-BE49-F238E27FC236}">
                    <a16:creationId xmlns:a16="http://schemas.microsoft.com/office/drawing/2014/main" id="{48713C68-0793-B570-5078-DDA8D0180758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立方体 75">
                <a:extLst>
                  <a:ext uri="{FF2B5EF4-FFF2-40B4-BE49-F238E27FC236}">
                    <a16:creationId xmlns:a16="http://schemas.microsoft.com/office/drawing/2014/main" id="{AB28BC51-DF5D-090D-1BC6-6BB34311CFCE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立方体 76">
                <a:extLst>
                  <a:ext uri="{FF2B5EF4-FFF2-40B4-BE49-F238E27FC236}">
                    <a16:creationId xmlns:a16="http://schemas.microsoft.com/office/drawing/2014/main" id="{173033E7-2133-98F2-9F18-2A7B6B3C8E5B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立方体 77">
                <a:extLst>
                  <a:ext uri="{FF2B5EF4-FFF2-40B4-BE49-F238E27FC236}">
                    <a16:creationId xmlns:a16="http://schemas.microsoft.com/office/drawing/2014/main" id="{0CA55A49-3797-ACCA-ECE5-23E37DBF4C06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A9789325-2AFE-839A-83E8-3833BC82D72C}"/>
                </a:ext>
              </a:extLst>
            </p:cNvPr>
            <p:cNvGrpSpPr/>
            <p:nvPr/>
          </p:nvGrpSpPr>
          <p:grpSpPr>
            <a:xfrm>
              <a:off x="642620" y="5165894"/>
              <a:ext cx="2849880" cy="716280"/>
              <a:chOff x="1280160" y="2956560"/>
              <a:chExt cx="2849880" cy="716280"/>
            </a:xfrm>
          </p:grpSpPr>
          <p:sp>
            <p:nvSpPr>
              <p:cNvPr id="80" name="立方体 79">
                <a:extLst>
                  <a:ext uri="{FF2B5EF4-FFF2-40B4-BE49-F238E27FC236}">
                    <a16:creationId xmlns:a16="http://schemas.microsoft.com/office/drawing/2014/main" id="{331E4528-9B74-EA76-4639-CDF7A4F3402A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立方体 80">
                <a:extLst>
                  <a:ext uri="{FF2B5EF4-FFF2-40B4-BE49-F238E27FC236}">
                    <a16:creationId xmlns:a16="http://schemas.microsoft.com/office/drawing/2014/main" id="{8F095FAC-B85E-0F7C-7E28-02D9492675DC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立方体 81">
                <a:extLst>
                  <a:ext uri="{FF2B5EF4-FFF2-40B4-BE49-F238E27FC236}">
                    <a16:creationId xmlns:a16="http://schemas.microsoft.com/office/drawing/2014/main" id="{6D9573FA-80D3-548C-D21C-8D1FA31F8B82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立方体 82">
                <a:extLst>
                  <a:ext uri="{FF2B5EF4-FFF2-40B4-BE49-F238E27FC236}">
                    <a16:creationId xmlns:a16="http://schemas.microsoft.com/office/drawing/2014/main" id="{98B28B3F-C3B9-7E5F-4D4C-241E71F1EF8A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立方体 83">
                <a:extLst>
                  <a:ext uri="{FF2B5EF4-FFF2-40B4-BE49-F238E27FC236}">
                    <a16:creationId xmlns:a16="http://schemas.microsoft.com/office/drawing/2014/main" id="{6315F870-8349-41A2-4392-598A0BCC4C88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A90656F7-8B1D-9883-4405-04B6AE7EFBCD}"/>
              </a:ext>
            </a:extLst>
          </p:cNvPr>
          <p:cNvGrpSpPr/>
          <p:nvPr/>
        </p:nvGrpSpPr>
        <p:grpSpPr>
          <a:xfrm>
            <a:off x="1129361" y="2756379"/>
            <a:ext cx="3545840" cy="1421130"/>
            <a:chOff x="642620" y="4461044"/>
            <a:chExt cx="3545840" cy="1421130"/>
          </a:xfrm>
        </p:grpSpPr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6F662604-1115-B3B2-FAA7-2DBFAA9B99D3}"/>
                </a:ext>
              </a:extLst>
            </p:cNvPr>
            <p:cNvGrpSpPr/>
            <p:nvPr/>
          </p:nvGrpSpPr>
          <p:grpSpPr>
            <a:xfrm>
              <a:off x="1338580" y="4461044"/>
              <a:ext cx="2849880" cy="716280"/>
              <a:chOff x="1280160" y="2956560"/>
              <a:chExt cx="2849880" cy="716280"/>
            </a:xfrm>
          </p:grpSpPr>
          <p:sp>
            <p:nvSpPr>
              <p:cNvPr id="142" name="立方体 141">
                <a:extLst>
                  <a:ext uri="{FF2B5EF4-FFF2-40B4-BE49-F238E27FC236}">
                    <a16:creationId xmlns:a16="http://schemas.microsoft.com/office/drawing/2014/main" id="{9FAEA4FE-A346-B5C5-530A-8B63583253CE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立方体 142">
                <a:extLst>
                  <a:ext uri="{FF2B5EF4-FFF2-40B4-BE49-F238E27FC236}">
                    <a16:creationId xmlns:a16="http://schemas.microsoft.com/office/drawing/2014/main" id="{FB7ACDEC-FDA8-5BB8-2DFB-CEF7B126B53D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立方体 143">
                <a:extLst>
                  <a:ext uri="{FF2B5EF4-FFF2-40B4-BE49-F238E27FC236}">
                    <a16:creationId xmlns:a16="http://schemas.microsoft.com/office/drawing/2014/main" id="{93F08BD5-C7DD-A50C-579E-B69CADAE0FA0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立方体 144">
                <a:extLst>
                  <a:ext uri="{FF2B5EF4-FFF2-40B4-BE49-F238E27FC236}">
                    <a16:creationId xmlns:a16="http://schemas.microsoft.com/office/drawing/2014/main" id="{93810BC3-187E-60E3-706E-C4F8D63D63CB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立方体 145">
                <a:extLst>
                  <a:ext uri="{FF2B5EF4-FFF2-40B4-BE49-F238E27FC236}">
                    <a16:creationId xmlns:a16="http://schemas.microsoft.com/office/drawing/2014/main" id="{F481DC26-9D0D-2B57-9FA0-9D301B6AC26F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70171F27-6435-3A04-2C99-99DC1C103169}"/>
                </a:ext>
              </a:extLst>
            </p:cNvPr>
            <p:cNvGrpSpPr/>
            <p:nvPr/>
          </p:nvGrpSpPr>
          <p:grpSpPr>
            <a:xfrm>
              <a:off x="1164590" y="4637257"/>
              <a:ext cx="2849880" cy="716280"/>
              <a:chOff x="1280160" y="2956560"/>
              <a:chExt cx="2849880" cy="716280"/>
            </a:xfrm>
          </p:grpSpPr>
          <p:sp>
            <p:nvSpPr>
              <p:cNvPr id="137" name="立方体 136">
                <a:extLst>
                  <a:ext uri="{FF2B5EF4-FFF2-40B4-BE49-F238E27FC236}">
                    <a16:creationId xmlns:a16="http://schemas.microsoft.com/office/drawing/2014/main" id="{02E6BCE6-861F-7AE3-4421-38C1F7564D38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立方体 137">
                <a:extLst>
                  <a:ext uri="{FF2B5EF4-FFF2-40B4-BE49-F238E27FC236}">
                    <a16:creationId xmlns:a16="http://schemas.microsoft.com/office/drawing/2014/main" id="{0899D40A-3714-7BE9-6811-E809DD5BC34D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立方体 138">
                <a:extLst>
                  <a:ext uri="{FF2B5EF4-FFF2-40B4-BE49-F238E27FC236}">
                    <a16:creationId xmlns:a16="http://schemas.microsoft.com/office/drawing/2014/main" id="{8E6CE18C-565B-4016-CAE4-B8721359088F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立方体 139">
                <a:extLst>
                  <a:ext uri="{FF2B5EF4-FFF2-40B4-BE49-F238E27FC236}">
                    <a16:creationId xmlns:a16="http://schemas.microsoft.com/office/drawing/2014/main" id="{83040D43-84AD-8EF1-32DF-BA3A6297C0B1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立方体 140">
                <a:extLst>
                  <a:ext uri="{FF2B5EF4-FFF2-40B4-BE49-F238E27FC236}">
                    <a16:creationId xmlns:a16="http://schemas.microsoft.com/office/drawing/2014/main" id="{EF35A709-6770-903D-3651-61D77B27483E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5CB69DCA-D83E-0B91-B4F1-91755191E3B5}"/>
                </a:ext>
              </a:extLst>
            </p:cNvPr>
            <p:cNvGrpSpPr/>
            <p:nvPr/>
          </p:nvGrpSpPr>
          <p:grpSpPr>
            <a:xfrm>
              <a:off x="987425" y="4813470"/>
              <a:ext cx="2849880" cy="716280"/>
              <a:chOff x="1280160" y="2956560"/>
              <a:chExt cx="2849880" cy="716280"/>
            </a:xfrm>
          </p:grpSpPr>
          <p:sp>
            <p:nvSpPr>
              <p:cNvPr id="132" name="立方体 131">
                <a:extLst>
                  <a:ext uri="{FF2B5EF4-FFF2-40B4-BE49-F238E27FC236}">
                    <a16:creationId xmlns:a16="http://schemas.microsoft.com/office/drawing/2014/main" id="{A7F17BA5-D570-232F-7C0D-EC48E2797A3F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立方体 132">
                <a:extLst>
                  <a:ext uri="{FF2B5EF4-FFF2-40B4-BE49-F238E27FC236}">
                    <a16:creationId xmlns:a16="http://schemas.microsoft.com/office/drawing/2014/main" id="{26BAEAC9-E51C-9DE4-BFCB-3F47D0068D8A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立方体 133">
                <a:extLst>
                  <a:ext uri="{FF2B5EF4-FFF2-40B4-BE49-F238E27FC236}">
                    <a16:creationId xmlns:a16="http://schemas.microsoft.com/office/drawing/2014/main" id="{62520871-E58C-855D-C5C3-B0076D1F17ED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立方体 134">
                <a:extLst>
                  <a:ext uri="{FF2B5EF4-FFF2-40B4-BE49-F238E27FC236}">
                    <a16:creationId xmlns:a16="http://schemas.microsoft.com/office/drawing/2014/main" id="{C77B2E40-F5E8-3383-EAE0-342709EBDFFB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立方体 135">
                <a:extLst>
                  <a:ext uri="{FF2B5EF4-FFF2-40B4-BE49-F238E27FC236}">
                    <a16:creationId xmlns:a16="http://schemas.microsoft.com/office/drawing/2014/main" id="{35D19EB8-5DFC-56A0-7C7A-2A5F428AF734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22F8A105-9039-9D98-8595-DE2F7E47D6DE}"/>
                </a:ext>
              </a:extLst>
            </p:cNvPr>
            <p:cNvGrpSpPr/>
            <p:nvPr/>
          </p:nvGrpSpPr>
          <p:grpSpPr>
            <a:xfrm>
              <a:off x="818515" y="4989683"/>
              <a:ext cx="2849880" cy="716280"/>
              <a:chOff x="1280160" y="2956560"/>
              <a:chExt cx="2849880" cy="716280"/>
            </a:xfrm>
          </p:grpSpPr>
          <p:sp>
            <p:nvSpPr>
              <p:cNvPr id="127" name="立方体 126">
                <a:extLst>
                  <a:ext uri="{FF2B5EF4-FFF2-40B4-BE49-F238E27FC236}">
                    <a16:creationId xmlns:a16="http://schemas.microsoft.com/office/drawing/2014/main" id="{BC90233A-7AA7-BD21-2F1E-5DA972D125F8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立方体 127">
                <a:extLst>
                  <a:ext uri="{FF2B5EF4-FFF2-40B4-BE49-F238E27FC236}">
                    <a16:creationId xmlns:a16="http://schemas.microsoft.com/office/drawing/2014/main" id="{27CA382E-971B-7C1B-C1A5-7B253E137118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立方体 128">
                <a:extLst>
                  <a:ext uri="{FF2B5EF4-FFF2-40B4-BE49-F238E27FC236}">
                    <a16:creationId xmlns:a16="http://schemas.microsoft.com/office/drawing/2014/main" id="{EEB2556E-541F-8C5D-9F45-1ED0706A5A6D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立方体 129">
                <a:extLst>
                  <a:ext uri="{FF2B5EF4-FFF2-40B4-BE49-F238E27FC236}">
                    <a16:creationId xmlns:a16="http://schemas.microsoft.com/office/drawing/2014/main" id="{72B9A184-B1AC-F864-B13C-195CBB4418B4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立方体 130">
                <a:extLst>
                  <a:ext uri="{FF2B5EF4-FFF2-40B4-BE49-F238E27FC236}">
                    <a16:creationId xmlns:a16="http://schemas.microsoft.com/office/drawing/2014/main" id="{D6D716D8-484F-A0C1-8E12-C362CE094219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02DA265B-9E01-82BD-8102-0CFCBA73727A}"/>
                </a:ext>
              </a:extLst>
            </p:cNvPr>
            <p:cNvGrpSpPr/>
            <p:nvPr/>
          </p:nvGrpSpPr>
          <p:grpSpPr>
            <a:xfrm>
              <a:off x="642620" y="5165894"/>
              <a:ext cx="2849880" cy="716280"/>
              <a:chOff x="1280160" y="2956560"/>
              <a:chExt cx="2849880" cy="716280"/>
            </a:xfrm>
          </p:grpSpPr>
          <p:sp>
            <p:nvSpPr>
              <p:cNvPr id="122" name="立方体 121">
                <a:extLst>
                  <a:ext uri="{FF2B5EF4-FFF2-40B4-BE49-F238E27FC236}">
                    <a16:creationId xmlns:a16="http://schemas.microsoft.com/office/drawing/2014/main" id="{0D127A84-1C2F-24D3-4570-055AC075D9DA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立方体 122">
                <a:extLst>
                  <a:ext uri="{FF2B5EF4-FFF2-40B4-BE49-F238E27FC236}">
                    <a16:creationId xmlns:a16="http://schemas.microsoft.com/office/drawing/2014/main" id="{A1F7EA3F-AD78-9717-2C91-953D2DF0329F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立方体 123">
                <a:extLst>
                  <a:ext uri="{FF2B5EF4-FFF2-40B4-BE49-F238E27FC236}">
                    <a16:creationId xmlns:a16="http://schemas.microsoft.com/office/drawing/2014/main" id="{759FDA00-AEE0-E06B-AE5A-C622B3409824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立方体 124">
                <a:extLst>
                  <a:ext uri="{FF2B5EF4-FFF2-40B4-BE49-F238E27FC236}">
                    <a16:creationId xmlns:a16="http://schemas.microsoft.com/office/drawing/2014/main" id="{D547B466-CA04-DE85-6FCC-6FE938E8D63E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立方体 125">
                <a:extLst>
                  <a:ext uri="{FF2B5EF4-FFF2-40B4-BE49-F238E27FC236}">
                    <a16:creationId xmlns:a16="http://schemas.microsoft.com/office/drawing/2014/main" id="{8439591E-334A-F75E-2CDB-1923AEDE4381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41C3CEC2-993E-7146-396D-721D2AA5EBB1}"/>
              </a:ext>
            </a:extLst>
          </p:cNvPr>
          <p:cNvGrpSpPr/>
          <p:nvPr/>
        </p:nvGrpSpPr>
        <p:grpSpPr>
          <a:xfrm>
            <a:off x="1129361" y="2047136"/>
            <a:ext cx="3545840" cy="1421130"/>
            <a:chOff x="642620" y="4461044"/>
            <a:chExt cx="3545840" cy="1421130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148" name="组合 147">
              <a:extLst>
                <a:ext uri="{FF2B5EF4-FFF2-40B4-BE49-F238E27FC236}">
                  <a16:creationId xmlns:a16="http://schemas.microsoft.com/office/drawing/2014/main" id="{067C24C6-449F-EE50-7453-9E06044E1FCA}"/>
                </a:ext>
              </a:extLst>
            </p:cNvPr>
            <p:cNvGrpSpPr/>
            <p:nvPr/>
          </p:nvGrpSpPr>
          <p:grpSpPr>
            <a:xfrm>
              <a:off x="1338580" y="4461044"/>
              <a:ext cx="2849880" cy="716280"/>
              <a:chOff x="1280160" y="2956560"/>
              <a:chExt cx="2849880" cy="716280"/>
            </a:xfrm>
            <a:grpFill/>
          </p:grpSpPr>
          <p:sp>
            <p:nvSpPr>
              <p:cNvPr id="173" name="立方体 172">
                <a:extLst>
                  <a:ext uri="{FF2B5EF4-FFF2-40B4-BE49-F238E27FC236}">
                    <a16:creationId xmlns:a16="http://schemas.microsoft.com/office/drawing/2014/main" id="{CBC4294E-61A5-7A7D-0948-9CDABA741D51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立方体 173">
                <a:extLst>
                  <a:ext uri="{FF2B5EF4-FFF2-40B4-BE49-F238E27FC236}">
                    <a16:creationId xmlns:a16="http://schemas.microsoft.com/office/drawing/2014/main" id="{23888D6D-9CFD-1E8B-BB64-29ECFC232D36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立方体 174">
                <a:extLst>
                  <a:ext uri="{FF2B5EF4-FFF2-40B4-BE49-F238E27FC236}">
                    <a16:creationId xmlns:a16="http://schemas.microsoft.com/office/drawing/2014/main" id="{81A5BBD4-C37C-EA89-762D-654FDE0E4D0F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立方体 175">
                <a:extLst>
                  <a:ext uri="{FF2B5EF4-FFF2-40B4-BE49-F238E27FC236}">
                    <a16:creationId xmlns:a16="http://schemas.microsoft.com/office/drawing/2014/main" id="{871E5C4A-D2AE-4613-4BC1-484953E62A3D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立方体 176">
                <a:extLst>
                  <a:ext uri="{FF2B5EF4-FFF2-40B4-BE49-F238E27FC236}">
                    <a16:creationId xmlns:a16="http://schemas.microsoft.com/office/drawing/2014/main" id="{BCDBDA8F-1591-4490-BB64-C9F5858189B2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358AD6A4-DE60-B42E-2415-8C0C6C614A61}"/>
                </a:ext>
              </a:extLst>
            </p:cNvPr>
            <p:cNvGrpSpPr/>
            <p:nvPr/>
          </p:nvGrpSpPr>
          <p:grpSpPr>
            <a:xfrm>
              <a:off x="1164590" y="4637257"/>
              <a:ext cx="2849880" cy="716280"/>
              <a:chOff x="1280160" y="2956560"/>
              <a:chExt cx="2849880" cy="716280"/>
            </a:xfrm>
            <a:grpFill/>
          </p:grpSpPr>
          <p:sp>
            <p:nvSpPr>
              <p:cNvPr id="168" name="立方体 167">
                <a:extLst>
                  <a:ext uri="{FF2B5EF4-FFF2-40B4-BE49-F238E27FC236}">
                    <a16:creationId xmlns:a16="http://schemas.microsoft.com/office/drawing/2014/main" id="{AB9559C7-6BC1-C7E9-27C8-352029C01A98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立方体 168">
                <a:extLst>
                  <a:ext uri="{FF2B5EF4-FFF2-40B4-BE49-F238E27FC236}">
                    <a16:creationId xmlns:a16="http://schemas.microsoft.com/office/drawing/2014/main" id="{B61297E5-C4ED-7131-5F3B-63B78E1A9E41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立方体 169">
                <a:extLst>
                  <a:ext uri="{FF2B5EF4-FFF2-40B4-BE49-F238E27FC236}">
                    <a16:creationId xmlns:a16="http://schemas.microsoft.com/office/drawing/2014/main" id="{D8FC085D-866E-A60B-C432-5B6AAE07BBAA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立方体 170">
                <a:extLst>
                  <a:ext uri="{FF2B5EF4-FFF2-40B4-BE49-F238E27FC236}">
                    <a16:creationId xmlns:a16="http://schemas.microsoft.com/office/drawing/2014/main" id="{9F26BE47-F636-A343-384B-8DBEACC65180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立方体 171">
                <a:extLst>
                  <a:ext uri="{FF2B5EF4-FFF2-40B4-BE49-F238E27FC236}">
                    <a16:creationId xmlns:a16="http://schemas.microsoft.com/office/drawing/2014/main" id="{D0642FA2-67EF-E5BA-1811-832CC6FB3B69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1CE47C9A-11DB-A792-11D7-8788B745CC0F}"/>
                </a:ext>
              </a:extLst>
            </p:cNvPr>
            <p:cNvGrpSpPr/>
            <p:nvPr/>
          </p:nvGrpSpPr>
          <p:grpSpPr>
            <a:xfrm>
              <a:off x="987425" y="4813470"/>
              <a:ext cx="2849880" cy="716280"/>
              <a:chOff x="1280160" y="2956560"/>
              <a:chExt cx="2849880" cy="716280"/>
            </a:xfrm>
            <a:grpFill/>
          </p:grpSpPr>
          <p:sp>
            <p:nvSpPr>
              <p:cNvPr id="163" name="立方体 162">
                <a:extLst>
                  <a:ext uri="{FF2B5EF4-FFF2-40B4-BE49-F238E27FC236}">
                    <a16:creationId xmlns:a16="http://schemas.microsoft.com/office/drawing/2014/main" id="{3D978BF5-E5CA-B343-416D-745F20FFEA5B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立方体 163">
                <a:extLst>
                  <a:ext uri="{FF2B5EF4-FFF2-40B4-BE49-F238E27FC236}">
                    <a16:creationId xmlns:a16="http://schemas.microsoft.com/office/drawing/2014/main" id="{23608AEA-A1FA-0782-DF0A-4A437CA1A057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立方体 164">
                <a:extLst>
                  <a:ext uri="{FF2B5EF4-FFF2-40B4-BE49-F238E27FC236}">
                    <a16:creationId xmlns:a16="http://schemas.microsoft.com/office/drawing/2014/main" id="{8010C3AE-F5C6-66E5-1838-B32165AE33A4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立方体 165">
                <a:extLst>
                  <a:ext uri="{FF2B5EF4-FFF2-40B4-BE49-F238E27FC236}">
                    <a16:creationId xmlns:a16="http://schemas.microsoft.com/office/drawing/2014/main" id="{92D493AB-61E6-E591-9CE1-78CF4793E05D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立方体 166">
                <a:extLst>
                  <a:ext uri="{FF2B5EF4-FFF2-40B4-BE49-F238E27FC236}">
                    <a16:creationId xmlns:a16="http://schemas.microsoft.com/office/drawing/2014/main" id="{C0FBB728-E3C8-328B-5910-E5B59C0F17D4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264CE924-0697-5AE7-BF92-37CAD2A89148}"/>
                </a:ext>
              </a:extLst>
            </p:cNvPr>
            <p:cNvGrpSpPr/>
            <p:nvPr/>
          </p:nvGrpSpPr>
          <p:grpSpPr>
            <a:xfrm>
              <a:off x="818515" y="4989683"/>
              <a:ext cx="2849880" cy="716280"/>
              <a:chOff x="1280160" y="2956560"/>
              <a:chExt cx="2849880" cy="716280"/>
            </a:xfrm>
            <a:grpFill/>
          </p:grpSpPr>
          <p:sp>
            <p:nvSpPr>
              <p:cNvPr id="158" name="立方体 157">
                <a:extLst>
                  <a:ext uri="{FF2B5EF4-FFF2-40B4-BE49-F238E27FC236}">
                    <a16:creationId xmlns:a16="http://schemas.microsoft.com/office/drawing/2014/main" id="{F496A963-4C2D-24EA-932D-6E0331BF1ED4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立方体 158">
                <a:extLst>
                  <a:ext uri="{FF2B5EF4-FFF2-40B4-BE49-F238E27FC236}">
                    <a16:creationId xmlns:a16="http://schemas.microsoft.com/office/drawing/2014/main" id="{056DD45A-6D5D-47B7-22C6-1257999A8D4A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立方体 159">
                <a:extLst>
                  <a:ext uri="{FF2B5EF4-FFF2-40B4-BE49-F238E27FC236}">
                    <a16:creationId xmlns:a16="http://schemas.microsoft.com/office/drawing/2014/main" id="{42F7E34E-B17B-574B-B1C1-1845C5456C40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立方体 160">
                <a:extLst>
                  <a:ext uri="{FF2B5EF4-FFF2-40B4-BE49-F238E27FC236}">
                    <a16:creationId xmlns:a16="http://schemas.microsoft.com/office/drawing/2014/main" id="{87E5A3AF-2C3D-8905-6DC1-32AF9F82D8FA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立方体 161">
                <a:extLst>
                  <a:ext uri="{FF2B5EF4-FFF2-40B4-BE49-F238E27FC236}">
                    <a16:creationId xmlns:a16="http://schemas.microsoft.com/office/drawing/2014/main" id="{B0A3C660-317A-59CE-0505-1B65964C4131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BFA970A5-7401-34A7-3AC0-599151BA1C0C}"/>
                </a:ext>
              </a:extLst>
            </p:cNvPr>
            <p:cNvGrpSpPr/>
            <p:nvPr/>
          </p:nvGrpSpPr>
          <p:grpSpPr>
            <a:xfrm>
              <a:off x="642620" y="5165894"/>
              <a:ext cx="2849880" cy="716280"/>
              <a:chOff x="1280160" y="2956560"/>
              <a:chExt cx="2849880" cy="716280"/>
            </a:xfrm>
            <a:grpFill/>
          </p:grpSpPr>
          <p:sp>
            <p:nvSpPr>
              <p:cNvPr id="153" name="立方体 152">
                <a:extLst>
                  <a:ext uri="{FF2B5EF4-FFF2-40B4-BE49-F238E27FC236}">
                    <a16:creationId xmlns:a16="http://schemas.microsoft.com/office/drawing/2014/main" id="{E3AD5FF4-844F-13EB-B7BA-818A29F454AF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立方体 153">
                <a:extLst>
                  <a:ext uri="{FF2B5EF4-FFF2-40B4-BE49-F238E27FC236}">
                    <a16:creationId xmlns:a16="http://schemas.microsoft.com/office/drawing/2014/main" id="{CACF257B-6D38-70F6-F1A0-511EE7738D75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立方体 154">
                <a:extLst>
                  <a:ext uri="{FF2B5EF4-FFF2-40B4-BE49-F238E27FC236}">
                    <a16:creationId xmlns:a16="http://schemas.microsoft.com/office/drawing/2014/main" id="{7F561FA1-9007-BADD-400A-581163E9313E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立方体 155">
                <a:extLst>
                  <a:ext uri="{FF2B5EF4-FFF2-40B4-BE49-F238E27FC236}">
                    <a16:creationId xmlns:a16="http://schemas.microsoft.com/office/drawing/2014/main" id="{E2B6BB7B-A583-BC58-6A92-84943764ACA8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立方体 156">
                <a:extLst>
                  <a:ext uri="{FF2B5EF4-FFF2-40B4-BE49-F238E27FC236}">
                    <a16:creationId xmlns:a16="http://schemas.microsoft.com/office/drawing/2014/main" id="{4F33A468-4954-13D0-74D0-9190C45EF1ED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09F9FC0C-7D7B-EC9A-AC29-04077098CE28}"/>
              </a:ext>
            </a:extLst>
          </p:cNvPr>
          <p:cNvGrpSpPr/>
          <p:nvPr/>
        </p:nvGrpSpPr>
        <p:grpSpPr>
          <a:xfrm>
            <a:off x="1129361" y="1337893"/>
            <a:ext cx="3545840" cy="1421130"/>
            <a:chOff x="642620" y="4461044"/>
            <a:chExt cx="3545840" cy="1421130"/>
          </a:xfrm>
        </p:grpSpPr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BE3F35D7-41E1-7A34-A4C9-753BB7E5AC2F}"/>
                </a:ext>
              </a:extLst>
            </p:cNvPr>
            <p:cNvGrpSpPr/>
            <p:nvPr/>
          </p:nvGrpSpPr>
          <p:grpSpPr>
            <a:xfrm>
              <a:off x="1338580" y="4461044"/>
              <a:ext cx="2849880" cy="716280"/>
              <a:chOff x="1280160" y="2956560"/>
              <a:chExt cx="2849880" cy="716280"/>
            </a:xfrm>
          </p:grpSpPr>
          <p:sp>
            <p:nvSpPr>
              <p:cNvPr id="204" name="立方体 203">
                <a:extLst>
                  <a:ext uri="{FF2B5EF4-FFF2-40B4-BE49-F238E27FC236}">
                    <a16:creationId xmlns:a16="http://schemas.microsoft.com/office/drawing/2014/main" id="{79F4DAA1-9D32-17F5-CC40-A8403509470E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立方体 204">
                <a:extLst>
                  <a:ext uri="{FF2B5EF4-FFF2-40B4-BE49-F238E27FC236}">
                    <a16:creationId xmlns:a16="http://schemas.microsoft.com/office/drawing/2014/main" id="{C04C934F-AF5E-9FB1-63F3-D6620946FF0E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立方体 205">
                <a:extLst>
                  <a:ext uri="{FF2B5EF4-FFF2-40B4-BE49-F238E27FC236}">
                    <a16:creationId xmlns:a16="http://schemas.microsoft.com/office/drawing/2014/main" id="{46354C35-BDD1-AF99-ADEA-2A6D702AA15B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立方体 206">
                <a:extLst>
                  <a:ext uri="{FF2B5EF4-FFF2-40B4-BE49-F238E27FC236}">
                    <a16:creationId xmlns:a16="http://schemas.microsoft.com/office/drawing/2014/main" id="{782EA27B-7F10-F01E-3FD6-6E67A48B9DF7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立方体 207">
                <a:extLst>
                  <a:ext uri="{FF2B5EF4-FFF2-40B4-BE49-F238E27FC236}">
                    <a16:creationId xmlns:a16="http://schemas.microsoft.com/office/drawing/2014/main" id="{289E4CA5-C827-61F9-BFE4-C4CFD06EA14C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0" name="组合 179">
              <a:extLst>
                <a:ext uri="{FF2B5EF4-FFF2-40B4-BE49-F238E27FC236}">
                  <a16:creationId xmlns:a16="http://schemas.microsoft.com/office/drawing/2014/main" id="{03F8D36B-926E-729C-6DD1-8A86D37CF61C}"/>
                </a:ext>
              </a:extLst>
            </p:cNvPr>
            <p:cNvGrpSpPr/>
            <p:nvPr/>
          </p:nvGrpSpPr>
          <p:grpSpPr>
            <a:xfrm>
              <a:off x="1164590" y="4637257"/>
              <a:ext cx="2849880" cy="716280"/>
              <a:chOff x="1280160" y="2956560"/>
              <a:chExt cx="2849880" cy="716280"/>
            </a:xfrm>
          </p:grpSpPr>
          <p:sp>
            <p:nvSpPr>
              <p:cNvPr id="199" name="立方体 198">
                <a:extLst>
                  <a:ext uri="{FF2B5EF4-FFF2-40B4-BE49-F238E27FC236}">
                    <a16:creationId xmlns:a16="http://schemas.microsoft.com/office/drawing/2014/main" id="{D63ADE94-18B8-0014-8C0C-A3918BF4921B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立方体 199">
                <a:extLst>
                  <a:ext uri="{FF2B5EF4-FFF2-40B4-BE49-F238E27FC236}">
                    <a16:creationId xmlns:a16="http://schemas.microsoft.com/office/drawing/2014/main" id="{02ADA393-247A-A5CE-4B6C-245EE804DE67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立方体 200">
                <a:extLst>
                  <a:ext uri="{FF2B5EF4-FFF2-40B4-BE49-F238E27FC236}">
                    <a16:creationId xmlns:a16="http://schemas.microsoft.com/office/drawing/2014/main" id="{B7A6DCB8-FB94-68B9-E075-5F2F70B55220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立方体 201">
                <a:extLst>
                  <a:ext uri="{FF2B5EF4-FFF2-40B4-BE49-F238E27FC236}">
                    <a16:creationId xmlns:a16="http://schemas.microsoft.com/office/drawing/2014/main" id="{4F967EAB-E88C-5007-D6D0-D434A17FA624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立方体 202">
                <a:extLst>
                  <a:ext uri="{FF2B5EF4-FFF2-40B4-BE49-F238E27FC236}">
                    <a16:creationId xmlns:a16="http://schemas.microsoft.com/office/drawing/2014/main" id="{E52B99C8-73C8-A852-5221-E7247FB32BCC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6E29413A-E866-5899-8F3C-324119085DD7}"/>
                </a:ext>
              </a:extLst>
            </p:cNvPr>
            <p:cNvGrpSpPr/>
            <p:nvPr/>
          </p:nvGrpSpPr>
          <p:grpSpPr>
            <a:xfrm>
              <a:off x="987425" y="4813470"/>
              <a:ext cx="2849880" cy="716280"/>
              <a:chOff x="1280160" y="2956560"/>
              <a:chExt cx="2849880" cy="716280"/>
            </a:xfrm>
          </p:grpSpPr>
          <p:sp>
            <p:nvSpPr>
              <p:cNvPr id="194" name="立方体 193">
                <a:extLst>
                  <a:ext uri="{FF2B5EF4-FFF2-40B4-BE49-F238E27FC236}">
                    <a16:creationId xmlns:a16="http://schemas.microsoft.com/office/drawing/2014/main" id="{0AB6B354-8DE2-CBF5-4835-7855F172DBC2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立方体 194">
                <a:extLst>
                  <a:ext uri="{FF2B5EF4-FFF2-40B4-BE49-F238E27FC236}">
                    <a16:creationId xmlns:a16="http://schemas.microsoft.com/office/drawing/2014/main" id="{4430022E-D06A-F779-1DDC-1495B94CFE29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立方体 195">
                <a:extLst>
                  <a:ext uri="{FF2B5EF4-FFF2-40B4-BE49-F238E27FC236}">
                    <a16:creationId xmlns:a16="http://schemas.microsoft.com/office/drawing/2014/main" id="{68635C13-76DB-3065-468D-678ADF9D8F7C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立方体 196">
                <a:extLst>
                  <a:ext uri="{FF2B5EF4-FFF2-40B4-BE49-F238E27FC236}">
                    <a16:creationId xmlns:a16="http://schemas.microsoft.com/office/drawing/2014/main" id="{19700EE9-C6CC-47DB-F232-953490A515DC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立方体 197">
                <a:extLst>
                  <a:ext uri="{FF2B5EF4-FFF2-40B4-BE49-F238E27FC236}">
                    <a16:creationId xmlns:a16="http://schemas.microsoft.com/office/drawing/2014/main" id="{49AEDFF4-D8CE-4EB1-9B3A-7BCB99C0E921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2" name="组合 181">
              <a:extLst>
                <a:ext uri="{FF2B5EF4-FFF2-40B4-BE49-F238E27FC236}">
                  <a16:creationId xmlns:a16="http://schemas.microsoft.com/office/drawing/2014/main" id="{527E1B67-FBBC-BDFB-4CFD-7CB596F7496B}"/>
                </a:ext>
              </a:extLst>
            </p:cNvPr>
            <p:cNvGrpSpPr/>
            <p:nvPr/>
          </p:nvGrpSpPr>
          <p:grpSpPr>
            <a:xfrm>
              <a:off x="818515" y="4989683"/>
              <a:ext cx="2849880" cy="716280"/>
              <a:chOff x="1280160" y="2956560"/>
              <a:chExt cx="2849880" cy="716280"/>
            </a:xfrm>
          </p:grpSpPr>
          <p:sp>
            <p:nvSpPr>
              <p:cNvPr id="189" name="立方体 188">
                <a:extLst>
                  <a:ext uri="{FF2B5EF4-FFF2-40B4-BE49-F238E27FC236}">
                    <a16:creationId xmlns:a16="http://schemas.microsoft.com/office/drawing/2014/main" id="{762BC840-705F-FE09-A856-B885E0C6DC15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立方体 189">
                <a:extLst>
                  <a:ext uri="{FF2B5EF4-FFF2-40B4-BE49-F238E27FC236}">
                    <a16:creationId xmlns:a16="http://schemas.microsoft.com/office/drawing/2014/main" id="{2E2CDAA4-3247-0A9D-E7B7-F4131EA959F1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立方体 190">
                <a:extLst>
                  <a:ext uri="{FF2B5EF4-FFF2-40B4-BE49-F238E27FC236}">
                    <a16:creationId xmlns:a16="http://schemas.microsoft.com/office/drawing/2014/main" id="{09647819-4E0B-036B-420B-40A6BC04F19F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立方体 191">
                <a:extLst>
                  <a:ext uri="{FF2B5EF4-FFF2-40B4-BE49-F238E27FC236}">
                    <a16:creationId xmlns:a16="http://schemas.microsoft.com/office/drawing/2014/main" id="{D0DA2AB5-6CD5-9981-3D49-8205285F2721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立方体 192">
                <a:extLst>
                  <a:ext uri="{FF2B5EF4-FFF2-40B4-BE49-F238E27FC236}">
                    <a16:creationId xmlns:a16="http://schemas.microsoft.com/office/drawing/2014/main" id="{FA3F165F-00D8-6635-EEE8-0E13D69761DB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3" name="组合 182">
              <a:extLst>
                <a:ext uri="{FF2B5EF4-FFF2-40B4-BE49-F238E27FC236}">
                  <a16:creationId xmlns:a16="http://schemas.microsoft.com/office/drawing/2014/main" id="{464AC310-BB05-A210-42BF-214EE47AF47C}"/>
                </a:ext>
              </a:extLst>
            </p:cNvPr>
            <p:cNvGrpSpPr/>
            <p:nvPr/>
          </p:nvGrpSpPr>
          <p:grpSpPr>
            <a:xfrm>
              <a:off x="642620" y="5165894"/>
              <a:ext cx="2849880" cy="716280"/>
              <a:chOff x="1280160" y="2956560"/>
              <a:chExt cx="2849880" cy="716280"/>
            </a:xfrm>
          </p:grpSpPr>
          <p:sp>
            <p:nvSpPr>
              <p:cNvPr id="184" name="立方体 183">
                <a:extLst>
                  <a:ext uri="{FF2B5EF4-FFF2-40B4-BE49-F238E27FC236}">
                    <a16:creationId xmlns:a16="http://schemas.microsoft.com/office/drawing/2014/main" id="{74AA3D59-C05B-F396-8E5A-28931EA933FA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立方体 184">
                <a:extLst>
                  <a:ext uri="{FF2B5EF4-FFF2-40B4-BE49-F238E27FC236}">
                    <a16:creationId xmlns:a16="http://schemas.microsoft.com/office/drawing/2014/main" id="{108871E7-9280-167F-D676-A51B6A8FC487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立方体 185">
                <a:extLst>
                  <a:ext uri="{FF2B5EF4-FFF2-40B4-BE49-F238E27FC236}">
                    <a16:creationId xmlns:a16="http://schemas.microsoft.com/office/drawing/2014/main" id="{26CCD7FA-2437-BF4B-8F03-FD04082C9169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立方体 186">
                <a:extLst>
                  <a:ext uri="{FF2B5EF4-FFF2-40B4-BE49-F238E27FC236}">
                    <a16:creationId xmlns:a16="http://schemas.microsoft.com/office/drawing/2014/main" id="{4C771C86-8148-4431-DDBF-D70EECBA86F4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立方体 187">
                <a:extLst>
                  <a:ext uri="{FF2B5EF4-FFF2-40B4-BE49-F238E27FC236}">
                    <a16:creationId xmlns:a16="http://schemas.microsoft.com/office/drawing/2014/main" id="{CC77578C-4649-2DB7-F6AA-C154FCD988ED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197C6668-43F7-AC09-5404-22861A494B9D}"/>
              </a:ext>
            </a:extLst>
          </p:cNvPr>
          <p:cNvGrpSpPr/>
          <p:nvPr/>
        </p:nvGrpSpPr>
        <p:grpSpPr>
          <a:xfrm>
            <a:off x="1129361" y="628650"/>
            <a:ext cx="3545840" cy="1421130"/>
            <a:chOff x="642620" y="4461044"/>
            <a:chExt cx="3545840" cy="1421130"/>
          </a:xfrm>
        </p:grpSpPr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CB8CED4C-430C-1A21-410F-70F85499587D}"/>
                </a:ext>
              </a:extLst>
            </p:cNvPr>
            <p:cNvGrpSpPr/>
            <p:nvPr/>
          </p:nvGrpSpPr>
          <p:grpSpPr>
            <a:xfrm>
              <a:off x="1338580" y="4461044"/>
              <a:ext cx="2849880" cy="716280"/>
              <a:chOff x="1280160" y="2956560"/>
              <a:chExt cx="2849880" cy="716280"/>
            </a:xfrm>
          </p:grpSpPr>
          <p:sp>
            <p:nvSpPr>
              <p:cNvPr id="235" name="立方体 234">
                <a:extLst>
                  <a:ext uri="{FF2B5EF4-FFF2-40B4-BE49-F238E27FC236}">
                    <a16:creationId xmlns:a16="http://schemas.microsoft.com/office/drawing/2014/main" id="{5030DB68-849D-0CB7-6B8A-5559AFC2ACC8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立方体 235">
                <a:extLst>
                  <a:ext uri="{FF2B5EF4-FFF2-40B4-BE49-F238E27FC236}">
                    <a16:creationId xmlns:a16="http://schemas.microsoft.com/office/drawing/2014/main" id="{E30DD377-42E0-0AF2-348F-0F9CA1005DAF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立方体 236">
                <a:extLst>
                  <a:ext uri="{FF2B5EF4-FFF2-40B4-BE49-F238E27FC236}">
                    <a16:creationId xmlns:a16="http://schemas.microsoft.com/office/drawing/2014/main" id="{C915D1E1-FF0C-7E43-EB1D-BE53162256A1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立方体 237">
                <a:extLst>
                  <a:ext uri="{FF2B5EF4-FFF2-40B4-BE49-F238E27FC236}">
                    <a16:creationId xmlns:a16="http://schemas.microsoft.com/office/drawing/2014/main" id="{725E05CE-369E-5C64-2F60-46ECD39FF51C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" name="立方体 238">
                <a:extLst>
                  <a:ext uri="{FF2B5EF4-FFF2-40B4-BE49-F238E27FC236}">
                    <a16:creationId xmlns:a16="http://schemas.microsoft.com/office/drawing/2014/main" id="{3F5253A1-D2B3-A6B1-BEBE-737BB51DFD02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8B35D9FB-8A57-648C-F9BE-A6F48E94D5EE}"/>
                </a:ext>
              </a:extLst>
            </p:cNvPr>
            <p:cNvGrpSpPr/>
            <p:nvPr/>
          </p:nvGrpSpPr>
          <p:grpSpPr>
            <a:xfrm>
              <a:off x="1164590" y="4637257"/>
              <a:ext cx="2849880" cy="716280"/>
              <a:chOff x="1280160" y="2956560"/>
              <a:chExt cx="2849880" cy="716280"/>
            </a:xfrm>
          </p:grpSpPr>
          <p:sp>
            <p:nvSpPr>
              <p:cNvPr id="230" name="立方体 229">
                <a:extLst>
                  <a:ext uri="{FF2B5EF4-FFF2-40B4-BE49-F238E27FC236}">
                    <a16:creationId xmlns:a16="http://schemas.microsoft.com/office/drawing/2014/main" id="{A888B45F-90BF-B825-56ED-8581466CAAE6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" name="立方体 230">
                <a:extLst>
                  <a:ext uri="{FF2B5EF4-FFF2-40B4-BE49-F238E27FC236}">
                    <a16:creationId xmlns:a16="http://schemas.microsoft.com/office/drawing/2014/main" id="{0F17342A-FB34-96BF-2C7F-1217E73EF08E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立方体 231">
                <a:extLst>
                  <a:ext uri="{FF2B5EF4-FFF2-40B4-BE49-F238E27FC236}">
                    <a16:creationId xmlns:a16="http://schemas.microsoft.com/office/drawing/2014/main" id="{6AB5EAA1-1EAB-7D62-6354-888DE65FC623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立方体 232">
                <a:extLst>
                  <a:ext uri="{FF2B5EF4-FFF2-40B4-BE49-F238E27FC236}">
                    <a16:creationId xmlns:a16="http://schemas.microsoft.com/office/drawing/2014/main" id="{E49CEBEC-03E0-B0E9-8648-F1EFB2661C60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立方体 233">
                <a:extLst>
                  <a:ext uri="{FF2B5EF4-FFF2-40B4-BE49-F238E27FC236}">
                    <a16:creationId xmlns:a16="http://schemas.microsoft.com/office/drawing/2014/main" id="{23D2EBC2-E653-AF99-396D-A278C6C8D0CA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57CE870B-D7BB-9514-5FF9-A2086330BF4B}"/>
                </a:ext>
              </a:extLst>
            </p:cNvPr>
            <p:cNvGrpSpPr/>
            <p:nvPr/>
          </p:nvGrpSpPr>
          <p:grpSpPr>
            <a:xfrm>
              <a:off x="987425" y="4813470"/>
              <a:ext cx="2849880" cy="716280"/>
              <a:chOff x="1280160" y="2956560"/>
              <a:chExt cx="2849880" cy="716280"/>
            </a:xfrm>
          </p:grpSpPr>
          <p:sp>
            <p:nvSpPr>
              <p:cNvPr id="225" name="立方体 224">
                <a:extLst>
                  <a:ext uri="{FF2B5EF4-FFF2-40B4-BE49-F238E27FC236}">
                    <a16:creationId xmlns:a16="http://schemas.microsoft.com/office/drawing/2014/main" id="{A66A2CF3-B63C-1112-B0AC-23ED89E7DDED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立方体 225">
                <a:extLst>
                  <a:ext uri="{FF2B5EF4-FFF2-40B4-BE49-F238E27FC236}">
                    <a16:creationId xmlns:a16="http://schemas.microsoft.com/office/drawing/2014/main" id="{F5B6FE00-375D-2B9C-2F9E-A5C0F4F5CA2A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" name="立方体 226">
                <a:extLst>
                  <a:ext uri="{FF2B5EF4-FFF2-40B4-BE49-F238E27FC236}">
                    <a16:creationId xmlns:a16="http://schemas.microsoft.com/office/drawing/2014/main" id="{5A48D8C9-C8F5-5E91-A14F-169095FB6B1E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" name="立方体 227">
                <a:extLst>
                  <a:ext uri="{FF2B5EF4-FFF2-40B4-BE49-F238E27FC236}">
                    <a16:creationId xmlns:a16="http://schemas.microsoft.com/office/drawing/2014/main" id="{FD577550-423F-D52B-44A0-03CA229308C6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立方体 228">
                <a:extLst>
                  <a:ext uri="{FF2B5EF4-FFF2-40B4-BE49-F238E27FC236}">
                    <a16:creationId xmlns:a16="http://schemas.microsoft.com/office/drawing/2014/main" id="{76BEDE82-3730-5ED9-4702-5ACC52D6A26D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3" name="组合 212">
              <a:extLst>
                <a:ext uri="{FF2B5EF4-FFF2-40B4-BE49-F238E27FC236}">
                  <a16:creationId xmlns:a16="http://schemas.microsoft.com/office/drawing/2014/main" id="{CC11A1D7-64B3-E90D-E6BD-642DEE35E136}"/>
                </a:ext>
              </a:extLst>
            </p:cNvPr>
            <p:cNvGrpSpPr/>
            <p:nvPr/>
          </p:nvGrpSpPr>
          <p:grpSpPr>
            <a:xfrm>
              <a:off x="818515" y="4989683"/>
              <a:ext cx="2849880" cy="716280"/>
              <a:chOff x="1280160" y="2956560"/>
              <a:chExt cx="2849880" cy="716280"/>
            </a:xfrm>
          </p:grpSpPr>
          <p:sp>
            <p:nvSpPr>
              <p:cNvPr id="220" name="立方体 219">
                <a:extLst>
                  <a:ext uri="{FF2B5EF4-FFF2-40B4-BE49-F238E27FC236}">
                    <a16:creationId xmlns:a16="http://schemas.microsoft.com/office/drawing/2014/main" id="{816E79DC-1940-BCC1-E0C8-5928D1847CC5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" name="立方体 220">
                <a:extLst>
                  <a:ext uri="{FF2B5EF4-FFF2-40B4-BE49-F238E27FC236}">
                    <a16:creationId xmlns:a16="http://schemas.microsoft.com/office/drawing/2014/main" id="{14B0CA11-9801-B3E1-3B0B-45A275702FAB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立方体 221">
                <a:extLst>
                  <a:ext uri="{FF2B5EF4-FFF2-40B4-BE49-F238E27FC236}">
                    <a16:creationId xmlns:a16="http://schemas.microsoft.com/office/drawing/2014/main" id="{2027DF31-F4C7-D003-BBDE-7879AC546CA2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立方体 222">
                <a:extLst>
                  <a:ext uri="{FF2B5EF4-FFF2-40B4-BE49-F238E27FC236}">
                    <a16:creationId xmlns:a16="http://schemas.microsoft.com/office/drawing/2014/main" id="{C73F1E3E-0591-F89C-399B-23E9F83D3A3C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立方体 223">
                <a:extLst>
                  <a:ext uri="{FF2B5EF4-FFF2-40B4-BE49-F238E27FC236}">
                    <a16:creationId xmlns:a16="http://schemas.microsoft.com/office/drawing/2014/main" id="{B902C7E5-FCA3-CFF9-8D96-FFCDFD5707C4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4" name="组合 213">
              <a:extLst>
                <a:ext uri="{FF2B5EF4-FFF2-40B4-BE49-F238E27FC236}">
                  <a16:creationId xmlns:a16="http://schemas.microsoft.com/office/drawing/2014/main" id="{73EA0ECD-1FE5-FF3D-B46A-20ADAB011B83}"/>
                </a:ext>
              </a:extLst>
            </p:cNvPr>
            <p:cNvGrpSpPr/>
            <p:nvPr/>
          </p:nvGrpSpPr>
          <p:grpSpPr>
            <a:xfrm>
              <a:off x="642620" y="5165894"/>
              <a:ext cx="2849880" cy="716280"/>
              <a:chOff x="1280160" y="2956560"/>
              <a:chExt cx="2849880" cy="716280"/>
            </a:xfrm>
          </p:grpSpPr>
          <p:sp>
            <p:nvSpPr>
              <p:cNvPr id="215" name="立方体 214">
                <a:extLst>
                  <a:ext uri="{FF2B5EF4-FFF2-40B4-BE49-F238E27FC236}">
                    <a16:creationId xmlns:a16="http://schemas.microsoft.com/office/drawing/2014/main" id="{5F2EC045-C5F3-7829-BC3F-05F566E9C957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立方体 215">
                <a:extLst>
                  <a:ext uri="{FF2B5EF4-FFF2-40B4-BE49-F238E27FC236}">
                    <a16:creationId xmlns:a16="http://schemas.microsoft.com/office/drawing/2014/main" id="{150403DB-D3C8-DB83-BC87-54352744F1FF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立方体 216">
                <a:extLst>
                  <a:ext uri="{FF2B5EF4-FFF2-40B4-BE49-F238E27FC236}">
                    <a16:creationId xmlns:a16="http://schemas.microsoft.com/office/drawing/2014/main" id="{A1DD001B-3D9F-E726-FF73-F41CF8C18AB9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立方体 217">
                <a:extLst>
                  <a:ext uri="{FF2B5EF4-FFF2-40B4-BE49-F238E27FC236}">
                    <a16:creationId xmlns:a16="http://schemas.microsoft.com/office/drawing/2014/main" id="{5B460932-3319-44B8-8852-DC3040D4B579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" name="立方体 218">
                <a:extLst>
                  <a:ext uri="{FF2B5EF4-FFF2-40B4-BE49-F238E27FC236}">
                    <a16:creationId xmlns:a16="http://schemas.microsoft.com/office/drawing/2014/main" id="{5212416D-70AA-B863-AA7C-86B81C86D063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664E4D4A-ABF6-0D51-C732-5E88F48FCB9D}"/>
              </a:ext>
            </a:extLst>
          </p:cNvPr>
          <p:cNvGrpSpPr/>
          <p:nvPr/>
        </p:nvGrpSpPr>
        <p:grpSpPr>
          <a:xfrm>
            <a:off x="6283021" y="2050418"/>
            <a:ext cx="3545840" cy="1421130"/>
            <a:chOff x="642620" y="4461044"/>
            <a:chExt cx="3545840" cy="1421130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241" name="组合 240">
              <a:extLst>
                <a:ext uri="{FF2B5EF4-FFF2-40B4-BE49-F238E27FC236}">
                  <a16:creationId xmlns:a16="http://schemas.microsoft.com/office/drawing/2014/main" id="{BC47EC52-3E2D-3FCD-BC5E-1FAC4EF40E22}"/>
                </a:ext>
              </a:extLst>
            </p:cNvPr>
            <p:cNvGrpSpPr/>
            <p:nvPr/>
          </p:nvGrpSpPr>
          <p:grpSpPr>
            <a:xfrm>
              <a:off x="1338580" y="4461044"/>
              <a:ext cx="2849880" cy="716280"/>
              <a:chOff x="1280160" y="2956560"/>
              <a:chExt cx="2849880" cy="716280"/>
            </a:xfrm>
            <a:grpFill/>
          </p:grpSpPr>
          <p:sp>
            <p:nvSpPr>
              <p:cNvPr id="266" name="立方体 265">
                <a:extLst>
                  <a:ext uri="{FF2B5EF4-FFF2-40B4-BE49-F238E27FC236}">
                    <a16:creationId xmlns:a16="http://schemas.microsoft.com/office/drawing/2014/main" id="{CC8FE120-E2A9-6E5B-57F2-8574888C3199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" name="立方体 266">
                <a:extLst>
                  <a:ext uri="{FF2B5EF4-FFF2-40B4-BE49-F238E27FC236}">
                    <a16:creationId xmlns:a16="http://schemas.microsoft.com/office/drawing/2014/main" id="{4C7DE0AB-EB6F-B5B7-B6E7-113155B1DD87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" name="立方体 267">
                <a:extLst>
                  <a:ext uri="{FF2B5EF4-FFF2-40B4-BE49-F238E27FC236}">
                    <a16:creationId xmlns:a16="http://schemas.microsoft.com/office/drawing/2014/main" id="{F5B68700-ED36-69C1-9BE6-4F28B5D2F52D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9" name="立方体 268">
                <a:extLst>
                  <a:ext uri="{FF2B5EF4-FFF2-40B4-BE49-F238E27FC236}">
                    <a16:creationId xmlns:a16="http://schemas.microsoft.com/office/drawing/2014/main" id="{7B0E996D-7803-21DA-D0C5-B560F40CBA8C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" name="立方体 269">
                <a:extLst>
                  <a:ext uri="{FF2B5EF4-FFF2-40B4-BE49-F238E27FC236}">
                    <a16:creationId xmlns:a16="http://schemas.microsoft.com/office/drawing/2014/main" id="{E2A15559-E519-9FC8-9A38-207E61255E25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2" name="组合 241">
              <a:extLst>
                <a:ext uri="{FF2B5EF4-FFF2-40B4-BE49-F238E27FC236}">
                  <a16:creationId xmlns:a16="http://schemas.microsoft.com/office/drawing/2014/main" id="{7DBC8FB4-2209-3682-592C-E03816897830}"/>
                </a:ext>
              </a:extLst>
            </p:cNvPr>
            <p:cNvGrpSpPr/>
            <p:nvPr/>
          </p:nvGrpSpPr>
          <p:grpSpPr>
            <a:xfrm>
              <a:off x="1164590" y="4637257"/>
              <a:ext cx="2849880" cy="716280"/>
              <a:chOff x="1280160" y="2956560"/>
              <a:chExt cx="2849880" cy="716280"/>
            </a:xfrm>
            <a:grpFill/>
          </p:grpSpPr>
          <p:sp>
            <p:nvSpPr>
              <p:cNvPr id="261" name="立方体 260">
                <a:extLst>
                  <a:ext uri="{FF2B5EF4-FFF2-40B4-BE49-F238E27FC236}">
                    <a16:creationId xmlns:a16="http://schemas.microsoft.com/office/drawing/2014/main" id="{4DD411DB-9E08-4FE0-0C83-662FC55040B1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" name="立方体 261">
                <a:extLst>
                  <a:ext uri="{FF2B5EF4-FFF2-40B4-BE49-F238E27FC236}">
                    <a16:creationId xmlns:a16="http://schemas.microsoft.com/office/drawing/2014/main" id="{20CB6B07-3046-9B0A-F7E3-7083F77C88DC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3" name="立方体 262">
                <a:extLst>
                  <a:ext uri="{FF2B5EF4-FFF2-40B4-BE49-F238E27FC236}">
                    <a16:creationId xmlns:a16="http://schemas.microsoft.com/office/drawing/2014/main" id="{70FC08C1-81D0-F435-A17A-49B0A5E9B168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" name="立方体 263">
                <a:extLst>
                  <a:ext uri="{FF2B5EF4-FFF2-40B4-BE49-F238E27FC236}">
                    <a16:creationId xmlns:a16="http://schemas.microsoft.com/office/drawing/2014/main" id="{5EE9D226-7201-AB18-5C04-07CB1D651D78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" name="立方体 264">
                <a:extLst>
                  <a:ext uri="{FF2B5EF4-FFF2-40B4-BE49-F238E27FC236}">
                    <a16:creationId xmlns:a16="http://schemas.microsoft.com/office/drawing/2014/main" id="{378CDC5E-A124-D374-E326-A3685D081783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8C874BE7-7977-2879-6E9B-7160485348B3}"/>
                </a:ext>
              </a:extLst>
            </p:cNvPr>
            <p:cNvGrpSpPr/>
            <p:nvPr/>
          </p:nvGrpSpPr>
          <p:grpSpPr>
            <a:xfrm>
              <a:off x="987425" y="4813470"/>
              <a:ext cx="2849880" cy="716280"/>
              <a:chOff x="1280160" y="2956560"/>
              <a:chExt cx="2849880" cy="716280"/>
            </a:xfrm>
            <a:grpFill/>
          </p:grpSpPr>
          <p:sp>
            <p:nvSpPr>
              <p:cNvPr id="256" name="立方体 255">
                <a:extLst>
                  <a:ext uri="{FF2B5EF4-FFF2-40B4-BE49-F238E27FC236}">
                    <a16:creationId xmlns:a16="http://schemas.microsoft.com/office/drawing/2014/main" id="{92E7B31B-E5D5-2F32-A607-5E10E0953A52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" name="立方体 256">
                <a:extLst>
                  <a:ext uri="{FF2B5EF4-FFF2-40B4-BE49-F238E27FC236}">
                    <a16:creationId xmlns:a16="http://schemas.microsoft.com/office/drawing/2014/main" id="{88D69CDC-A5DF-6DEC-D6E8-7DF863A3783D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" name="立方体 257">
                <a:extLst>
                  <a:ext uri="{FF2B5EF4-FFF2-40B4-BE49-F238E27FC236}">
                    <a16:creationId xmlns:a16="http://schemas.microsoft.com/office/drawing/2014/main" id="{F6334042-2B95-9368-A3BD-22221130AB5A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" name="立方体 258">
                <a:extLst>
                  <a:ext uri="{FF2B5EF4-FFF2-40B4-BE49-F238E27FC236}">
                    <a16:creationId xmlns:a16="http://schemas.microsoft.com/office/drawing/2014/main" id="{F0478E1C-800E-E3DC-EE84-44BA8C5C31EE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" name="立方体 259">
                <a:extLst>
                  <a:ext uri="{FF2B5EF4-FFF2-40B4-BE49-F238E27FC236}">
                    <a16:creationId xmlns:a16="http://schemas.microsoft.com/office/drawing/2014/main" id="{E7B1F53C-D16B-E8F3-85F9-E762CAF4A210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58960F40-D0F3-A871-EDE9-186451AE60CE}"/>
                </a:ext>
              </a:extLst>
            </p:cNvPr>
            <p:cNvGrpSpPr/>
            <p:nvPr/>
          </p:nvGrpSpPr>
          <p:grpSpPr>
            <a:xfrm>
              <a:off x="818515" y="4989683"/>
              <a:ext cx="2849880" cy="716280"/>
              <a:chOff x="1280160" y="2956560"/>
              <a:chExt cx="2849880" cy="716280"/>
            </a:xfrm>
            <a:grpFill/>
          </p:grpSpPr>
          <p:sp>
            <p:nvSpPr>
              <p:cNvPr id="251" name="立方体 250">
                <a:extLst>
                  <a:ext uri="{FF2B5EF4-FFF2-40B4-BE49-F238E27FC236}">
                    <a16:creationId xmlns:a16="http://schemas.microsoft.com/office/drawing/2014/main" id="{274D84F7-4FBA-BC61-5921-3C1B3BBE31F2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" name="立方体 251">
                <a:extLst>
                  <a:ext uri="{FF2B5EF4-FFF2-40B4-BE49-F238E27FC236}">
                    <a16:creationId xmlns:a16="http://schemas.microsoft.com/office/drawing/2014/main" id="{9FCFA024-3D36-1E46-8F4A-4D9362330784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" name="立方体 252">
                <a:extLst>
                  <a:ext uri="{FF2B5EF4-FFF2-40B4-BE49-F238E27FC236}">
                    <a16:creationId xmlns:a16="http://schemas.microsoft.com/office/drawing/2014/main" id="{1E7ED6C3-5B58-F91F-607D-24ACC489E426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" name="立方体 253">
                <a:extLst>
                  <a:ext uri="{FF2B5EF4-FFF2-40B4-BE49-F238E27FC236}">
                    <a16:creationId xmlns:a16="http://schemas.microsoft.com/office/drawing/2014/main" id="{DEC2D933-2963-FE18-DF47-52301B44F2E5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立方体 254">
                <a:extLst>
                  <a:ext uri="{FF2B5EF4-FFF2-40B4-BE49-F238E27FC236}">
                    <a16:creationId xmlns:a16="http://schemas.microsoft.com/office/drawing/2014/main" id="{0C2FE42D-7555-B38F-4609-46035341FFCB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C5745C0A-3757-0445-7E4E-C8847C613758}"/>
                </a:ext>
              </a:extLst>
            </p:cNvPr>
            <p:cNvGrpSpPr/>
            <p:nvPr/>
          </p:nvGrpSpPr>
          <p:grpSpPr>
            <a:xfrm>
              <a:off x="642620" y="5165894"/>
              <a:ext cx="2849880" cy="716280"/>
              <a:chOff x="1280160" y="2956560"/>
              <a:chExt cx="2849880" cy="716280"/>
            </a:xfrm>
            <a:grpFill/>
          </p:grpSpPr>
          <p:sp>
            <p:nvSpPr>
              <p:cNvPr id="246" name="立方体 245">
                <a:extLst>
                  <a:ext uri="{FF2B5EF4-FFF2-40B4-BE49-F238E27FC236}">
                    <a16:creationId xmlns:a16="http://schemas.microsoft.com/office/drawing/2014/main" id="{3C545CC5-9CBB-A292-4CCC-1F29075BBEC9}"/>
                  </a:ext>
                </a:extLst>
              </p:cNvPr>
              <p:cNvSpPr/>
              <p:nvPr/>
            </p:nvSpPr>
            <p:spPr>
              <a:xfrm>
                <a:off x="12801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" name="立方体 246">
                <a:extLst>
                  <a:ext uri="{FF2B5EF4-FFF2-40B4-BE49-F238E27FC236}">
                    <a16:creationId xmlns:a16="http://schemas.microsoft.com/office/drawing/2014/main" id="{98931B77-32B8-B032-AA83-07DB79A07A80}"/>
                  </a:ext>
                </a:extLst>
              </p:cNvPr>
              <p:cNvSpPr/>
              <p:nvPr/>
            </p:nvSpPr>
            <p:spPr>
              <a:xfrm>
                <a:off x="18135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" name="立方体 247">
                <a:extLst>
                  <a:ext uri="{FF2B5EF4-FFF2-40B4-BE49-F238E27FC236}">
                    <a16:creationId xmlns:a16="http://schemas.microsoft.com/office/drawing/2014/main" id="{AF795E8E-95FD-D2B2-CE09-F9F681BCC622}"/>
                  </a:ext>
                </a:extLst>
              </p:cNvPr>
              <p:cNvSpPr/>
              <p:nvPr/>
            </p:nvSpPr>
            <p:spPr>
              <a:xfrm>
                <a:off x="23469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立方体 248">
                <a:extLst>
                  <a:ext uri="{FF2B5EF4-FFF2-40B4-BE49-F238E27FC236}">
                    <a16:creationId xmlns:a16="http://schemas.microsoft.com/office/drawing/2014/main" id="{1E459DD2-33B5-F0B0-D250-D714AF481581}"/>
                  </a:ext>
                </a:extLst>
              </p:cNvPr>
              <p:cNvSpPr/>
              <p:nvPr/>
            </p:nvSpPr>
            <p:spPr>
              <a:xfrm>
                <a:off x="28803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" name="立方体 249">
                <a:extLst>
                  <a:ext uri="{FF2B5EF4-FFF2-40B4-BE49-F238E27FC236}">
                    <a16:creationId xmlns:a16="http://schemas.microsoft.com/office/drawing/2014/main" id="{B8687222-7E40-FBA1-A104-69947A221A2A}"/>
                  </a:ext>
                </a:extLst>
              </p:cNvPr>
              <p:cNvSpPr/>
              <p:nvPr/>
            </p:nvSpPr>
            <p:spPr>
              <a:xfrm>
                <a:off x="3413760" y="2956560"/>
                <a:ext cx="716280" cy="716280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76" name="组合 275">
            <a:extLst>
              <a:ext uri="{FF2B5EF4-FFF2-40B4-BE49-F238E27FC236}">
                <a16:creationId xmlns:a16="http://schemas.microsoft.com/office/drawing/2014/main" id="{B1284EDC-6A72-55A2-D8AA-2B0D801B08FC}"/>
              </a:ext>
            </a:extLst>
          </p:cNvPr>
          <p:cNvGrpSpPr/>
          <p:nvPr/>
        </p:nvGrpSpPr>
        <p:grpSpPr>
          <a:xfrm rot="16200000">
            <a:off x="10002309" y="2283061"/>
            <a:ext cx="2849880" cy="716280"/>
            <a:chOff x="1280160" y="2956560"/>
            <a:chExt cx="2849880" cy="71628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77" name="立方体 276">
              <a:extLst>
                <a:ext uri="{FF2B5EF4-FFF2-40B4-BE49-F238E27FC236}">
                  <a16:creationId xmlns:a16="http://schemas.microsoft.com/office/drawing/2014/main" id="{0ACF2593-C062-657F-E6A5-6745995D5853}"/>
                </a:ext>
              </a:extLst>
            </p:cNvPr>
            <p:cNvSpPr/>
            <p:nvPr/>
          </p:nvSpPr>
          <p:spPr>
            <a:xfrm rot="5400000">
              <a:off x="1280160" y="2956560"/>
              <a:ext cx="716280" cy="716280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立方体 277">
              <a:extLst>
                <a:ext uri="{FF2B5EF4-FFF2-40B4-BE49-F238E27FC236}">
                  <a16:creationId xmlns:a16="http://schemas.microsoft.com/office/drawing/2014/main" id="{26A90DF9-2D1B-8848-FA13-6605D929FD9A}"/>
                </a:ext>
              </a:extLst>
            </p:cNvPr>
            <p:cNvSpPr/>
            <p:nvPr/>
          </p:nvSpPr>
          <p:spPr>
            <a:xfrm rot="5400000">
              <a:off x="1813560" y="2956560"/>
              <a:ext cx="716280" cy="716280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9" name="立方体 278">
              <a:extLst>
                <a:ext uri="{FF2B5EF4-FFF2-40B4-BE49-F238E27FC236}">
                  <a16:creationId xmlns:a16="http://schemas.microsoft.com/office/drawing/2014/main" id="{BDA5BF67-B7DE-0BB5-9A70-496E76EB9E0F}"/>
                </a:ext>
              </a:extLst>
            </p:cNvPr>
            <p:cNvSpPr/>
            <p:nvPr/>
          </p:nvSpPr>
          <p:spPr>
            <a:xfrm rot="5400000">
              <a:off x="2346960" y="2956560"/>
              <a:ext cx="716280" cy="716280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立方体 279">
              <a:extLst>
                <a:ext uri="{FF2B5EF4-FFF2-40B4-BE49-F238E27FC236}">
                  <a16:creationId xmlns:a16="http://schemas.microsoft.com/office/drawing/2014/main" id="{16A929F8-5520-A9CA-2C79-A67443357929}"/>
                </a:ext>
              </a:extLst>
            </p:cNvPr>
            <p:cNvSpPr/>
            <p:nvPr/>
          </p:nvSpPr>
          <p:spPr>
            <a:xfrm rot="5400000">
              <a:off x="2880360" y="2956560"/>
              <a:ext cx="716280" cy="716280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立方体 280">
              <a:extLst>
                <a:ext uri="{FF2B5EF4-FFF2-40B4-BE49-F238E27FC236}">
                  <a16:creationId xmlns:a16="http://schemas.microsoft.com/office/drawing/2014/main" id="{A2A8B8A7-EE32-EE1D-E082-FD8D45FFF263}"/>
                </a:ext>
              </a:extLst>
            </p:cNvPr>
            <p:cNvSpPr/>
            <p:nvPr/>
          </p:nvSpPr>
          <p:spPr>
            <a:xfrm rot="5400000">
              <a:off x="3413760" y="2956560"/>
              <a:ext cx="716280" cy="716280"/>
            </a:xfrm>
            <a:prstGeom prst="cub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08" name="图片 307" descr="\documentclass{article}&#10;\usepackage{amsmath}&#10;\pagestyle{empty}&#10;\begin{document}&#10;&#10;&#10;$\times$&#10;&#10;\end{document}" title="IguanaTex Bitmap Display">
            <a:extLst>
              <a:ext uri="{FF2B5EF4-FFF2-40B4-BE49-F238E27FC236}">
                <a16:creationId xmlns:a16="http://schemas.microsoft.com/office/drawing/2014/main" id="{39A11470-571C-3528-F848-C39E60BF672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493" y="2687042"/>
            <a:ext cx="370286" cy="370286"/>
          </a:xfrm>
          <a:prstGeom prst="rect">
            <a:avLst/>
          </a:prstGeom>
        </p:spPr>
      </p:pic>
      <p:pic>
        <p:nvPicPr>
          <p:cNvPr id="383" name="图片 382">
            <a:extLst>
              <a:ext uri="{FF2B5EF4-FFF2-40B4-BE49-F238E27FC236}">
                <a16:creationId xmlns:a16="http://schemas.microsoft.com/office/drawing/2014/main" id="{26C5C167-C41F-5834-39E8-C19F91050F2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1771" y="7279646"/>
            <a:ext cx="4521229" cy="3500764"/>
          </a:xfrm>
          <a:prstGeom prst="rect">
            <a:avLst/>
          </a:prstGeom>
        </p:spPr>
      </p:pic>
      <p:sp>
        <p:nvSpPr>
          <p:cNvPr id="384" name="平行四边形 383">
            <a:extLst>
              <a:ext uri="{FF2B5EF4-FFF2-40B4-BE49-F238E27FC236}">
                <a16:creationId xmlns:a16="http://schemas.microsoft.com/office/drawing/2014/main" id="{4463E2FE-0276-8AFD-E551-CAEAFC6AB617}"/>
              </a:ext>
            </a:extLst>
          </p:cNvPr>
          <p:cNvSpPr/>
          <p:nvPr/>
        </p:nvSpPr>
        <p:spPr>
          <a:xfrm>
            <a:off x="5842356" y="8191481"/>
            <a:ext cx="4441137" cy="1697413"/>
          </a:xfrm>
          <a:prstGeom prst="parallelogram">
            <a:avLst>
              <a:gd name="adj" fmla="val 99258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5" name="图片 384" descr="\documentclass{article}&#10;\usepackage{amsmath}&#10;\pagestyle{empty}&#10;\begin{document}&#10;&#10;&#10;$=$&#10;&#10;\end{document}" title="IguanaTex Bitmap Display">
            <a:extLst>
              <a:ext uri="{FF2B5EF4-FFF2-40B4-BE49-F238E27FC236}">
                <a16:creationId xmlns:a16="http://schemas.microsoft.com/office/drawing/2014/main" id="{E7AFA9B3-2000-4BDB-59A7-DC48D9490A7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926" y="2783042"/>
            <a:ext cx="507429" cy="178286"/>
          </a:xfrm>
          <a:prstGeom prst="rect">
            <a:avLst/>
          </a:prstGeom>
        </p:spPr>
      </p:pic>
      <p:pic>
        <p:nvPicPr>
          <p:cNvPr id="386" name="图片 385" descr="\documentclass{article}&#10;\usepackage{amsmath}&#10;\pagestyle{empty}&#10;\begin{document}&#10;&#10;&#10;$=$&#10;&#10;\end{document}" title="IguanaTex Bitmap Display">
            <a:extLst>
              <a:ext uri="{FF2B5EF4-FFF2-40B4-BE49-F238E27FC236}">
                <a16:creationId xmlns:a16="http://schemas.microsoft.com/office/drawing/2014/main" id="{E4849DC2-9C55-E620-AF5D-A61DBF3B682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926" y="9052488"/>
            <a:ext cx="507429" cy="178286"/>
          </a:xfrm>
          <a:prstGeom prst="rect">
            <a:avLst/>
          </a:prstGeom>
        </p:spPr>
      </p:pic>
      <p:pic>
        <p:nvPicPr>
          <p:cNvPr id="387" name="图片 386" descr="\documentclass{article}&#10;\usepackage{amsmath}&#10;\pagestyle{empty}&#10;\begin{document}&#10;&#10;&#10;$\times$&#10;&#10;\end{document}" title="IguanaTex Bitmap Display">
            <a:extLst>
              <a:ext uri="{FF2B5EF4-FFF2-40B4-BE49-F238E27FC236}">
                <a16:creationId xmlns:a16="http://schemas.microsoft.com/office/drawing/2014/main" id="{C812E5D2-7531-A66D-AB55-23CCBE3595B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493" y="8956488"/>
            <a:ext cx="370286" cy="370286"/>
          </a:xfrm>
          <a:prstGeom prst="rect">
            <a:avLst/>
          </a:prstGeom>
        </p:spPr>
      </p:pic>
      <p:cxnSp>
        <p:nvCxnSpPr>
          <p:cNvPr id="388" name="直接箭头连接符 387">
            <a:extLst>
              <a:ext uri="{FF2B5EF4-FFF2-40B4-BE49-F238E27FC236}">
                <a16:creationId xmlns:a16="http://schemas.microsoft.com/office/drawing/2014/main" id="{E0288C84-B12E-5148-5409-B68A7DC75E1D}"/>
              </a:ext>
            </a:extLst>
          </p:cNvPr>
          <p:cNvCxnSpPr>
            <a:cxnSpLocks/>
          </p:cNvCxnSpPr>
          <p:nvPr/>
        </p:nvCxnSpPr>
        <p:spPr>
          <a:xfrm flipV="1">
            <a:off x="11418752" y="7279646"/>
            <a:ext cx="0" cy="3424564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3" name="图片 402" descr="\documentclass{article}&#10;\usepackage{amsmath}&#10;\pagestyle{empty}&#10;\begin{document}&#10;&#10;$\boxed{\text{log}_{5}125 = 3}$&#10;&#10;&#10;\end{document}" title="IguanaTex Bitmap Display">
            <a:extLst>
              <a:ext uri="{FF2B5EF4-FFF2-40B4-BE49-F238E27FC236}">
                <a16:creationId xmlns:a16="http://schemas.microsoft.com/office/drawing/2014/main" id="{5ACC4A34-377B-861E-4B74-DBB5D2E5547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100" y="5371097"/>
            <a:ext cx="2178285" cy="617143"/>
          </a:xfrm>
          <a:prstGeom prst="rect">
            <a:avLst/>
          </a:prstGeom>
        </p:spPr>
      </p:pic>
      <p:pic>
        <p:nvPicPr>
          <p:cNvPr id="405" name="图片 404" descr="\documentclass{article}&#10;\usepackage{amsmath}&#10;\pagestyle{empty}&#10;\begin{document}&#10;&#10;$\boxed{\text{log}_{5}25 = 2}$&#10;&#10;&#10;\end{document}" title="IguanaTex Bitmap Display">
            <a:extLst>
              <a:ext uri="{FF2B5EF4-FFF2-40B4-BE49-F238E27FC236}">
                <a16:creationId xmlns:a16="http://schemas.microsoft.com/office/drawing/2014/main" id="{F089282B-7697-EFB3-72F9-20CF09B4C67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635" y="5371097"/>
            <a:ext cx="1988571" cy="617143"/>
          </a:xfrm>
          <a:prstGeom prst="rect">
            <a:avLst/>
          </a:prstGeom>
        </p:spPr>
      </p:pic>
      <p:pic>
        <p:nvPicPr>
          <p:cNvPr id="407" name="图片 406" descr="\documentclass{article}&#10;\usepackage{amsmath}&#10;\pagestyle{empty}&#10;\begin{document}&#10;&#10;$\boxed{\text{log}_{5}5 = 1}$&#10;&#10;&#10;\end{document}" title="IguanaTex Bitmap Display">
            <a:extLst>
              <a:ext uri="{FF2B5EF4-FFF2-40B4-BE49-F238E27FC236}">
                <a16:creationId xmlns:a16="http://schemas.microsoft.com/office/drawing/2014/main" id="{C5CA3397-3E6C-56AA-47E3-183D71A7865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493" y="5364322"/>
            <a:ext cx="1798856" cy="617143"/>
          </a:xfrm>
          <a:prstGeom prst="rect">
            <a:avLst/>
          </a:prstGeom>
        </p:spPr>
      </p:pic>
      <p:pic>
        <p:nvPicPr>
          <p:cNvPr id="408" name="图片 407" descr="\documentclass{article}&#10;\usepackage{amsmath}&#10;\pagestyle{empty}&#10;\begin{document}&#10;&#10;&#10;$=$&#10;&#10;\end{document}" title="IguanaTex Bitmap Display">
            <a:extLst>
              <a:ext uri="{FF2B5EF4-FFF2-40B4-BE49-F238E27FC236}">
                <a16:creationId xmlns:a16="http://schemas.microsoft.com/office/drawing/2014/main" id="{1192C928-0E4D-87F7-F39F-F5967F89ED4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926" y="5532119"/>
            <a:ext cx="507429" cy="178286"/>
          </a:xfrm>
          <a:prstGeom prst="rect">
            <a:avLst/>
          </a:prstGeom>
        </p:spPr>
      </p:pic>
      <p:pic>
        <p:nvPicPr>
          <p:cNvPr id="411" name="图片 410" descr="\documentclass{article}&#10;\usepackage{amsmath}&#10;\pagestyle{empty}&#10;\begin{document}&#10;&#10;&#10;$+$&#10;&#10;\end{document}" title="IguanaTex Bitmap Display">
            <a:extLst>
              <a:ext uri="{FF2B5EF4-FFF2-40B4-BE49-F238E27FC236}">
                <a16:creationId xmlns:a16="http://schemas.microsoft.com/office/drawing/2014/main" id="{A4C66E64-38F9-C4D9-8B4C-A653000141BD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209" y="5370421"/>
            <a:ext cx="507429" cy="507429"/>
          </a:xfrm>
          <a:prstGeom prst="rect">
            <a:avLst/>
          </a:prstGeom>
        </p:spPr>
      </p:pic>
      <p:pic>
        <p:nvPicPr>
          <p:cNvPr id="414" name="图片 413" descr="\documentclass{article}&#10;\usepackage{amsmath}&#10;\usepackage{amsfonts}&#10;\pagestyle{empty}&#10;\begin{document}&#10;&#10;$\boxed{\text{dim} \mathbb{R}^3 = 3}$&#10;&#10;&#10;\end{document}" title="IguanaTex Bitmap Display">
            <a:extLst>
              <a:ext uri="{FF2B5EF4-FFF2-40B4-BE49-F238E27FC236}">
                <a16:creationId xmlns:a16="http://schemas.microsoft.com/office/drawing/2014/main" id="{9CE75E2F-E66A-E75E-F8C7-20ECF4C398F9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100" y="11074742"/>
            <a:ext cx="2032000" cy="587429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\boxed{\text{dim}~\text{Ker}A = 2}$&#10;&#10;&#10;\end{document}" title="IguanaTex Bitmap Display">
            <a:extLst>
              <a:ext uri="{FF2B5EF4-FFF2-40B4-BE49-F238E27FC236}">
                <a16:creationId xmlns:a16="http://schemas.microsoft.com/office/drawing/2014/main" id="{403E7744-63B6-D2A7-FE74-5E6A25E92DA6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048" y="11066662"/>
            <a:ext cx="2610285" cy="523429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\boxed{\text{dim}~\text{Im}A = 1}$&#10;&#10;&#10;\end{document}" title="IguanaTex Bitmap Display">
            <a:extLst>
              <a:ext uri="{FF2B5EF4-FFF2-40B4-BE49-F238E27FC236}">
                <a16:creationId xmlns:a16="http://schemas.microsoft.com/office/drawing/2014/main" id="{F539327B-3A64-B374-68DF-38030ABCF0BD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905" y="11059887"/>
            <a:ext cx="2452570" cy="523429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&#10;$=$&#10;&#10;\end{document}" title="IguanaTex Bitmap Display">
            <a:extLst>
              <a:ext uri="{FF2B5EF4-FFF2-40B4-BE49-F238E27FC236}">
                <a16:creationId xmlns:a16="http://schemas.microsoft.com/office/drawing/2014/main" id="{F120E2EF-690C-30FF-83C9-BB4D945F6EBA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926" y="11227683"/>
            <a:ext cx="507429" cy="178286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&#10;$+$&#10;&#10;\end{document}" title="IguanaTex Bitmap Display">
            <a:extLst>
              <a:ext uri="{FF2B5EF4-FFF2-40B4-BE49-F238E27FC236}">
                <a16:creationId xmlns:a16="http://schemas.microsoft.com/office/drawing/2014/main" id="{71CCAE3A-FE09-7537-E525-838D74243772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494" y="11065985"/>
            <a:ext cx="507429" cy="50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76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BE0A-C1CB-3238-617C-25DDE1A6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01931E02-9696-D5EA-0787-AFCB39E11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037" y="2627257"/>
            <a:ext cx="193188" cy="203267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776B1245-EF71-9600-EEDE-FDA1D0D1405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1477" y="2681884"/>
            <a:ext cx="251984" cy="164632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D30B0348-B742-6517-3A3A-3DA40A06D28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356" y="295464"/>
            <a:ext cx="253667" cy="167992"/>
          </a:xfrm>
          <a:prstGeom prst="rect">
            <a:avLst/>
          </a:prstGeom>
        </p:spPr>
      </p:pic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79C17910-9D5B-8B43-BF6D-86742180C13A}"/>
              </a:ext>
            </a:extLst>
          </p:cNvPr>
          <p:cNvGrpSpPr/>
          <p:nvPr/>
        </p:nvGrpSpPr>
        <p:grpSpPr>
          <a:xfrm>
            <a:off x="6738634" y="419711"/>
            <a:ext cx="5685497" cy="4284416"/>
            <a:chOff x="6738634" y="419711"/>
            <a:chExt cx="5685497" cy="428441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0ACCA059-779B-E310-1043-1E08A2F5C37C}"/>
                </a:ext>
              </a:extLst>
            </p:cNvPr>
            <p:cNvGrpSpPr/>
            <p:nvPr/>
          </p:nvGrpSpPr>
          <p:grpSpPr>
            <a:xfrm>
              <a:off x="6738634" y="1515227"/>
              <a:ext cx="5685497" cy="2369946"/>
              <a:chOff x="5568856" y="6730766"/>
              <a:chExt cx="5685497" cy="2369946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1694BD00-C981-D678-1688-EC04CD362C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EB95FBEF-4535-940E-A0D9-1003C395E8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84407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6B563B5-3AE7-295B-96E6-84AB33EAD2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B395A762-2EFB-B982-E6AD-C17F86F206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36B97C1D-E9A9-E691-642E-04C2858D9D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4EFD5B3D-50B5-C98D-D71B-E5D665A297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65999B5E-FA09-07F3-657D-6285BD2DB1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F5DFA03A-0C24-95C6-15CC-9BF133B583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5841C042-9D58-890A-9C28-56E523D2AD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7A1584ED-6ADC-7461-A899-3C2BF919AF30}"/>
                </a:ext>
              </a:extLst>
            </p:cNvPr>
            <p:cNvGrpSpPr/>
            <p:nvPr/>
          </p:nvGrpSpPr>
          <p:grpSpPr>
            <a:xfrm rot="8104358" flipH="1">
              <a:off x="6971105" y="1515227"/>
              <a:ext cx="5271054" cy="2369946"/>
              <a:chOff x="5568856" y="6730766"/>
              <a:chExt cx="5271054" cy="2369946"/>
            </a:xfrm>
          </p:grpSpPr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F62DD969-6B13-34D0-F5C4-B499DAD725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851DC3FA-CA73-B6A8-09AA-B4125D7D48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2F7898EA-965D-9AB4-C042-E934FABB86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B44A736D-9B37-AD2E-BD18-A966227973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F3EC60FB-BC17-D51C-BA02-292310C186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E9DC4CC4-92C9-1D96-EF1B-0EF235967D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CDF2F01D-1613-EB4D-84C1-8D9278E8BC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BCEFC9CD-9E4B-B893-CEC2-90DC9D867D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A6D339C3-129C-8EA7-2E22-D73660A99FCB}"/>
                </a:ext>
              </a:extLst>
            </p:cNvPr>
            <p:cNvCxnSpPr>
              <a:cxnSpLocks/>
            </p:cNvCxnSpPr>
            <p:nvPr/>
          </p:nvCxnSpPr>
          <p:spPr>
            <a:xfrm>
              <a:off x="7601494" y="2556645"/>
              <a:ext cx="4344344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F442FD78-949D-C1C8-94EF-AC68FAAB4F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8515" y="419711"/>
              <a:ext cx="0" cy="4284416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AEEC7C8-A4D3-41CA-48E7-0DC94A1595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58220" y="1222542"/>
              <a:ext cx="2900945" cy="2900947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图片 1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2F2CF58E-3291-A123-5D35-DFA135AFFAE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25" y="3975101"/>
            <a:ext cx="245264" cy="164632"/>
          </a:xfrm>
          <a:prstGeom prst="rect">
            <a:avLst/>
          </a:prstGeom>
        </p:spPr>
      </p:pic>
      <p:grpSp>
        <p:nvGrpSpPr>
          <p:cNvPr id="318" name="组合 317">
            <a:extLst>
              <a:ext uri="{FF2B5EF4-FFF2-40B4-BE49-F238E27FC236}">
                <a16:creationId xmlns:a16="http://schemas.microsoft.com/office/drawing/2014/main" id="{FE12A74C-4796-A217-48CB-7935A9C323E4}"/>
              </a:ext>
            </a:extLst>
          </p:cNvPr>
          <p:cNvGrpSpPr/>
          <p:nvPr/>
        </p:nvGrpSpPr>
        <p:grpSpPr>
          <a:xfrm>
            <a:off x="1950720" y="1056640"/>
            <a:ext cx="3789680" cy="3931920"/>
            <a:chOff x="1950720" y="1056640"/>
            <a:chExt cx="3789680" cy="3931920"/>
          </a:xfrm>
        </p:grpSpPr>
        <p:grpSp>
          <p:nvGrpSpPr>
            <p:cNvPr id="251" name="组合 250">
              <a:extLst>
                <a:ext uri="{FF2B5EF4-FFF2-40B4-BE49-F238E27FC236}">
                  <a16:creationId xmlns:a16="http://schemas.microsoft.com/office/drawing/2014/main" id="{6B3E4A27-5C02-BB10-8436-CB51D89D485A}"/>
                </a:ext>
              </a:extLst>
            </p:cNvPr>
            <p:cNvGrpSpPr/>
            <p:nvPr/>
          </p:nvGrpSpPr>
          <p:grpSpPr>
            <a:xfrm>
              <a:off x="2653283" y="1463423"/>
              <a:ext cx="2380100" cy="3240704"/>
              <a:chOff x="1242643" y="610711"/>
              <a:chExt cx="1741854" cy="2503863"/>
            </a:xfrm>
          </p:grpSpPr>
          <p:cxnSp>
            <p:nvCxnSpPr>
              <p:cNvPr id="252" name="直接连接符 251">
                <a:extLst>
                  <a:ext uri="{FF2B5EF4-FFF2-40B4-BE49-F238E27FC236}">
                    <a16:creationId xmlns:a16="http://schemas.microsoft.com/office/drawing/2014/main" id="{93894D18-B411-ECBC-D0F3-39F7BE1FCAE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9289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>
                <a:extLst>
                  <a:ext uri="{FF2B5EF4-FFF2-40B4-BE49-F238E27FC236}">
                    <a16:creationId xmlns:a16="http://schemas.microsoft.com/office/drawing/2014/main" id="{6E5A7543-76BD-6987-E52A-42666C34E31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732565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>
                <a:extLst>
                  <a:ext uri="{FF2B5EF4-FFF2-40B4-BE49-F238E27FC236}">
                    <a16:creationId xmlns:a16="http://schemas.microsoft.com/office/drawing/2014/main" id="{5A63904E-39E0-00B5-7FA1-EC799CD999E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442256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>
                <a:extLst>
                  <a:ext uri="{FF2B5EF4-FFF2-40B4-BE49-F238E27FC236}">
                    <a16:creationId xmlns:a16="http://schemas.microsoft.com/office/drawing/2014/main" id="{C850728B-D1F4-BA47-5AED-44317616BBF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151947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2268AB56-F4D1-5CEA-0967-575DF8BCF02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61638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 256">
                <a:extLst>
                  <a:ext uri="{FF2B5EF4-FFF2-40B4-BE49-F238E27FC236}">
                    <a16:creationId xmlns:a16="http://schemas.microsoft.com/office/drawing/2014/main" id="{29479150-F6E1-2DF9-986E-0595F45F1EC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71329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>
                <a:extLst>
                  <a:ext uri="{FF2B5EF4-FFF2-40B4-BE49-F238E27FC236}">
                    <a16:creationId xmlns:a16="http://schemas.microsoft.com/office/drawing/2014/main" id="{8EE6FF35-9FD8-15A0-67C4-AFC48F98ECF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81020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1" name="组合 260">
              <a:extLst>
                <a:ext uri="{FF2B5EF4-FFF2-40B4-BE49-F238E27FC236}">
                  <a16:creationId xmlns:a16="http://schemas.microsoft.com/office/drawing/2014/main" id="{AB614554-2498-1F62-DB05-802851E2FB3E}"/>
                </a:ext>
              </a:extLst>
            </p:cNvPr>
            <p:cNvGrpSpPr/>
            <p:nvPr/>
          </p:nvGrpSpPr>
          <p:grpSpPr>
            <a:xfrm>
              <a:off x="2248075" y="1892397"/>
              <a:ext cx="3086831" cy="2378201"/>
              <a:chOff x="500788" y="956914"/>
              <a:chExt cx="3182854" cy="1727585"/>
            </a:xfrm>
          </p:grpSpPr>
          <p:cxnSp>
            <p:nvCxnSpPr>
              <p:cNvPr id="262" name="直接连接符 261">
                <a:extLst>
                  <a:ext uri="{FF2B5EF4-FFF2-40B4-BE49-F238E27FC236}">
                    <a16:creationId xmlns:a16="http://schemas.microsoft.com/office/drawing/2014/main" id="{3144E3F0-0E12-A7CC-AFED-35B2E86172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2409518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直接连接符 262">
                <a:extLst>
                  <a:ext uri="{FF2B5EF4-FFF2-40B4-BE49-F238E27FC236}">
                    <a16:creationId xmlns:a16="http://schemas.microsoft.com/office/drawing/2014/main" id="{BD0401B2-F245-4852-F8AB-273B9E78E5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956914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>
                <a:extLst>
                  <a:ext uri="{FF2B5EF4-FFF2-40B4-BE49-F238E27FC236}">
                    <a16:creationId xmlns:a16="http://schemas.microsoft.com/office/drawing/2014/main" id="{6FBBF3F3-DD19-E4CC-FCD3-420D546B57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1247435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直接连接符 264">
                <a:extLst>
                  <a:ext uri="{FF2B5EF4-FFF2-40B4-BE49-F238E27FC236}">
                    <a16:creationId xmlns:a16="http://schemas.microsoft.com/office/drawing/2014/main" id="{70F9FFBE-68CC-5E07-2832-51F0B074BE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1537956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 265">
                <a:extLst>
                  <a:ext uri="{FF2B5EF4-FFF2-40B4-BE49-F238E27FC236}">
                    <a16:creationId xmlns:a16="http://schemas.microsoft.com/office/drawing/2014/main" id="{8F7DC25A-2CBD-F041-D2DE-191765EC6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1828477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>
                <a:extLst>
                  <a:ext uri="{FF2B5EF4-FFF2-40B4-BE49-F238E27FC236}">
                    <a16:creationId xmlns:a16="http://schemas.microsoft.com/office/drawing/2014/main" id="{53FDBC04-709C-2188-5596-1C918D0AA4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2118998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直接连接符 267">
                <a:extLst>
                  <a:ext uri="{FF2B5EF4-FFF2-40B4-BE49-F238E27FC236}">
                    <a16:creationId xmlns:a16="http://schemas.microsoft.com/office/drawing/2014/main" id="{9088B7A3-3EC1-F75E-E6D9-36A5EA11B4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2684499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BF591881-5A0B-D0B4-8B40-BD1A89558FF4}"/>
                </a:ext>
              </a:extLst>
            </p:cNvPr>
            <p:cNvCxnSpPr>
              <a:cxnSpLocks/>
            </p:cNvCxnSpPr>
            <p:nvPr/>
          </p:nvCxnSpPr>
          <p:spPr>
            <a:xfrm>
              <a:off x="1950720" y="3097529"/>
              <a:ext cx="3789680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73E64154-6756-163D-4B60-37C060F5D3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7898" y="1056640"/>
              <a:ext cx="0" cy="393192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5" name="图片 284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C712966B-F4B4-2DEB-6313-DC604CE139C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138" y="3231150"/>
            <a:ext cx="245264" cy="164632"/>
          </a:xfrm>
          <a:prstGeom prst="rect">
            <a:avLst/>
          </a:prstGeom>
        </p:spPr>
      </p:pic>
      <p:pic>
        <p:nvPicPr>
          <p:cNvPr id="286" name="图片 28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6A485B26-99A1-4B20-6A41-476B04018EC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215" y="933237"/>
            <a:ext cx="251984" cy="164632"/>
          </a:xfrm>
          <a:prstGeom prst="rect">
            <a:avLst/>
          </a:prstGeom>
        </p:spPr>
      </p:pic>
      <p:pic>
        <p:nvPicPr>
          <p:cNvPr id="299" name="图片 298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0B83F153-C7DB-5AAC-25AE-93C206F8728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750" y="5976934"/>
            <a:ext cx="245264" cy="164632"/>
          </a:xfrm>
          <a:prstGeom prst="rect">
            <a:avLst/>
          </a:prstGeom>
        </p:spPr>
      </p:pic>
      <p:pic>
        <p:nvPicPr>
          <p:cNvPr id="302" name="图片 301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A1D9E174-C6CC-4F5D-0A0A-A02C02564F0D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934" y="3174097"/>
            <a:ext cx="193188" cy="203267"/>
          </a:xfrm>
          <a:prstGeom prst="rect">
            <a:avLst/>
          </a:prstGeom>
        </p:spPr>
      </p:pic>
      <p:pic>
        <p:nvPicPr>
          <p:cNvPr id="303" name="图片 302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0ED7692-2CDF-6916-5BE0-2D8AB0E63B0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654" y="5938299"/>
            <a:ext cx="193188" cy="203267"/>
          </a:xfrm>
          <a:prstGeom prst="rect">
            <a:avLst/>
          </a:prstGeom>
        </p:spPr>
      </p:pic>
      <p:grpSp>
        <p:nvGrpSpPr>
          <p:cNvPr id="305" name="组合 304">
            <a:extLst>
              <a:ext uri="{FF2B5EF4-FFF2-40B4-BE49-F238E27FC236}">
                <a16:creationId xmlns:a16="http://schemas.microsoft.com/office/drawing/2014/main" id="{1694CEF1-1BEA-1E21-359A-6DFC4127171E}"/>
              </a:ext>
            </a:extLst>
          </p:cNvPr>
          <p:cNvGrpSpPr/>
          <p:nvPr/>
        </p:nvGrpSpPr>
        <p:grpSpPr>
          <a:xfrm>
            <a:off x="1233332" y="5704316"/>
            <a:ext cx="3789680" cy="272618"/>
            <a:chOff x="1773299" y="6862208"/>
            <a:chExt cx="3789680" cy="272618"/>
          </a:xfrm>
        </p:grpSpPr>
        <p:grpSp>
          <p:nvGrpSpPr>
            <p:cNvPr id="290" name="组合 289">
              <a:extLst>
                <a:ext uri="{FF2B5EF4-FFF2-40B4-BE49-F238E27FC236}">
                  <a16:creationId xmlns:a16="http://schemas.microsoft.com/office/drawing/2014/main" id="{01D1D246-197F-6B11-B949-766FCBF9DB6E}"/>
                </a:ext>
              </a:extLst>
            </p:cNvPr>
            <p:cNvGrpSpPr/>
            <p:nvPr/>
          </p:nvGrpSpPr>
          <p:grpSpPr>
            <a:xfrm>
              <a:off x="2475862" y="6862208"/>
              <a:ext cx="2380100" cy="272618"/>
              <a:chOff x="1242643" y="610711"/>
              <a:chExt cx="1741854" cy="2503863"/>
            </a:xfrm>
          </p:grpSpPr>
          <p:cxnSp>
            <p:nvCxnSpPr>
              <p:cNvPr id="291" name="直接连接符 290">
                <a:extLst>
                  <a:ext uri="{FF2B5EF4-FFF2-40B4-BE49-F238E27FC236}">
                    <a16:creationId xmlns:a16="http://schemas.microsoft.com/office/drawing/2014/main" id="{E2138593-C706-D3A0-A94E-128C9F6A351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9289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 291">
                <a:extLst>
                  <a:ext uri="{FF2B5EF4-FFF2-40B4-BE49-F238E27FC236}">
                    <a16:creationId xmlns:a16="http://schemas.microsoft.com/office/drawing/2014/main" id="{5BF8EB7E-828D-1C3A-B623-64C82EE560A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732565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>
                <a:extLst>
                  <a:ext uri="{FF2B5EF4-FFF2-40B4-BE49-F238E27FC236}">
                    <a16:creationId xmlns:a16="http://schemas.microsoft.com/office/drawing/2014/main" id="{CE5BAC20-4081-77E4-7FBC-A7E0478C1B0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442256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 293">
                <a:extLst>
                  <a:ext uri="{FF2B5EF4-FFF2-40B4-BE49-F238E27FC236}">
                    <a16:creationId xmlns:a16="http://schemas.microsoft.com/office/drawing/2014/main" id="{B2E72AC6-B446-3CC8-A845-EC88956DF91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151947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直接连接符 294">
                <a:extLst>
                  <a:ext uri="{FF2B5EF4-FFF2-40B4-BE49-F238E27FC236}">
                    <a16:creationId xmlns:a16="http://schemas.microsoft.com/office/drawing/2014/main" id="{A8B1087E-6D58-0F9C-4E2D-BD09D15FA49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61638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直接连接符 295">
                <a:extLst>
                  <a:ext uri="{FF2B5EF4-FFF2-40B4-BE49-F238E27FC236}">
                    <a16:creationId xmlns:a16="http://schemas.microsoft.com/office/drawing/2014/main" id="{1AAB5482-EE2A-690F-931F-39A5A64A384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71329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直接连接符 296">
                <a:extLst>
                  <a:ext uri="{FF2B5EF4-FFF2-40B4-BE49-F238E27FC236}">
                    <a16:creationId xmlns:a16="http://schemas.microsoft.com/office/drawing/2014/main" id="{72512FAB-B977-B936-30B8-E6939924DE1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81020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8" name="直接箭头连接符 297">
              <a:extLst>
                <a:ext uri="{FF2B5EF4-FFF2-40B4-BE49-F238E27FC236}">
                  <a16:creationId xmlns:a16="http://schemas.microsoft.com/office/drawing/2014/main" id="{5CF22D0D-0775-49BF-6BFC-73E12925EB42}"/>
                </a:ext>
              </a:extLst>
            </p:cNvPr>
            <p:cNvCxnSpPr>
              <a:cxnSpLocks/>
            </p:cNvCxnSpPr>
            <p:nvPr/>
          </p:nvCxnSpPr>
          <p:spPr>
            <a:xfrm>
              <a:off x="1773299" y="7001205"/>
              <a:ext cx="3789680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椭圆 303">
              <a:extLst>
                <a:ext uri="{FF2B5EF4-FFF2-40B4-BE49-F238E27FC236}">
                  <a16:creationId xmlns:a16="http://schemas.microsoft.com/office/drawing/2014/main" id="{BDCBB8AA-8AEC-8CF1-939B-AA895F025E53}"/>
                </a:ext>
              </a:extLst>
            </p:cNvPr>
            <p:cNvSpPr/>
            <p:nvPr/>
          </p:nvSpPr>
          <p:spPr>
            <a:xfrm>
              <a:off x="3603409" y="6932478"/>
              <a:ext cx="137158" cy="13715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F2E8FDF-2229-BFD7-053E-EB40A7DA1AF2}"/>
              </a:ext>
            </a:extLst>
          </p:cNvPr>
          <p:cNvCxnSpPr>
            <a:cxnSpLocks/>
          </p:cNvCxnSpPr>
          <p:nvPr/>
        </p:nvCxnSpPr>
        <p:spPr>
          <a:xfrm>
            <a:off x="8906965" y="7134096"/>
            <a:ext cx="3208846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0780708-D185-17D5-29D6-D825283A8322}"/>
              </a:ext>
            </a:extLst>
          </p:cNvPr>
          <p:cNvCxnSpPr>
            <a:cxnSpLocks/>
          </p:cNvCxnSpPr>
          <p:nvPr/>
        </p:nvCxnSpPr>
        <p:spPr>
          <a:xfrm flipV="1">
            <a:off x="9436436" y="4918749"/>
            <a:ext cx="0" cy="292886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2DB1679-F501-8123-5893-CF67BE475BE2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664" y="7237503"/>
            <a:ext cx="193188" cy="20326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EAEE71-E7D6-33AE-2140-DF78C1BE9EB7}"/>
              </a:ext>
            </a:extLst>
          </p:cNvPr>
          <p:cNvSpPr/>
          <p:nvPr/>
        </p:nvSpPr>
        <p:spPr>
          <a:xfrm>
            <a:off x="9435694" y="5398442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5CC4B91-13D1-8D52-9DEF-7F942E5BDA36}"/>
              </a:ext>
            </a:extLst>
          </p:cNvPr>
          <p:cNvCxnSpPr/>
          <p:nvPr/>
        </p:nvCxnSpPr>
        <p:spPr>
          <a:xfrm>
            <a:off x="9435692" y="713231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8A42471-158C-2715-712D-926D018ED26C}"/>
              </a:ext>
            </a:extLst>
          </p:cNvPr>
          <p:cNvCxnSpPr>
            <a:cxnSpLocks/>
          </p:cNvCxnSpPr>
          <p:nvPr/>
        </p:nvCxnSpPr>
        <p:spPr>
          <a:xfrm flipV="1">
            <a:off x="9440128" y="5371618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581C0F2-BBE3-0D6E-10B5-55AB9EAD23EA}"/>
              </a:ext>
            </a:extLst>
          </p:cNvPr>
          <p:cNvCxnSpPr>
            <a:cxnSpLocks/>
          </p:cNvCxnSpPr>
          <p:nvPr/>
        </p:nvCxnSpPr>
        <p:spPr>
          <a:xfrm>
            <a:off x="9420475" y="7132310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516AF1F-14D1-2215-D825-898228DD82E9}"/>
              </a:ext>
            </a:extLst>
          </p:cNvPr>
          <p:cNvCxnSpPr>
            <a:cxnSpLocks/>
          </p:cNvCxnSpPr>
          <p:nvPr/>
        </p:nvCxnSpPr>
        <p:spPr>
          <a:xfrm>
            <a:off x="9435691" y="541539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6F8097C-4E65-A683-5058-7DE48A226EDA}"/>
              </a:ext>
            </a:extLst>
          </p:cNvPr>
          <p:cNvCxnSpPr>
            <a:cxnSpLocks/>
          </p:cNvCxnSpPr>
          <p:nvPr/>
        </p:nvCxnSpPr>
        <p:spPr>
          <a:xfrm>
            <a:off x="9435691" y="688504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C8FEFDF-27AB-347D-8C20-4A9CA0545466}"/>
              </a:ext>
            </a:extLst>
          </p:cNvPr>
          <p:cNvCxnSpPr>
            <a:cxnSpLocks/>
          </p:cNvCxnSpPr>
          <p:nvPr/>
        </p:nvCxnSpPr>
        <p:spPr>
          <a:xfrm>
            <a:off x="9435691" y="664010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89F4728-778D-B205-6065-0D99D0EC2DBA}"/>
              </a:ext>
            </a:extLst>
          </p:cNvPr>
          <p:cNvCxnSpPr>
            <a:cxnSpLocks/>
          </p:cNvCxnSpPr>
          <p:nvPr/>
        </p:nvCxnSpPr>
        <p:spPr>
          <a:xfrm>
            <a:off x="9435691" y="639516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85102D2-54D6-DE11-80BE-CE5B7E3FB748}"/>
              </a:ext>
            </a:extLst>
          </p:cNvPr>
          <p:cNvCxnSpPr>
            <a:cxnSpLocks/>
          </p:cNvCxnSpPr>
          <p:nvPr/>
        </p:nvCxnSpPr>
        <p:spPr>
          <a:xfrm>
            <a:off x="9435691" y="615021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EB6E435-D76D-C14B-2C44-3DFD3895F89B}"/>
              </a:ext>
            </a:extLst>
          </p:cNvPr>
          <p:cNvCxnSpPr>
            <a:cxnSpLocks/>
          </p:cNvCxnSpPr>
          <p:nvPr/>
        </p:nvCxnSpPr>
        <p:spPr>
          <a:xfrm>
            <a:off x="9435691" y="590527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0C70465-511D-4B0C-7394-C4B6FA63ED23}"/>
              </a:ext>
            </a:extLst>
          </p:cNvPr>
          <p:cNvCxnSpPr>
            <a:cxnSpLocks/>
          </p:cNvCxnSpPr>
          <p:nvPr/>
        </p:nvCxnSpPr>
        <p:spPr>
          <a:xfrm>
            <a:off x="9435691" y="566033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093324A-2A0E-92A2-C6B6-479C52EB4599}"/>
              </a:ext>
            </a:extLst>
          </p:cNvPr>
          <p:cNvCxnSpPr>
            <a:cxnSpLocks/>
          </p:cNvCxnSpPr>
          <p:nvPr/>
        </p:nvCxnSpPr>
        <p:spPr>
          <a:xfrm>
            <a:off x="9420450" y="7131235"/>
            <a:ext cx="2411890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FC4079F-C41C-C754-FBEF-43DCC60C1AF6}"/>
              </a:ext>
            </a:extLst>
          </p:cNvPr>
          <p:cNvCxnSpPr>
            <a:cxnSpLocks/>
          </p:cNvCxnSpPr>
          <p:nvPr/>
        </p:nvCxnSpPr>
        <p:spPr>
          <a:xfrm flipV="1">
            <a:off x="9437590" y="6990790"/>
            <a:ext cx="0" cy="167247"/>
          </a:xfrm>
          <a:prstGeom prst="straightConnector1">
            <a:avLst/>
          </a:prstGeom>
          <a:ln w="4508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 descr="\documentclass{article}&#10;\usepackage{amsmath}&#10;\pagestyle{empty}&#10;\begin{document}&#10;&#10;$$&#10;(5)~&#10;\begin{cases}&#10;        y_1 = 1 \cdot x_1 + \cot \theta \cdot x_2\\&#10;        y_2 = 0 \cdot x_2 + ~~~~\,0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948531D1-09C6-4228-8AAB-C0AE803A6F80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185" y="8082511"/>
            <a:ext cx="3311065" cy="836593"/>
          </a:xfrm>
          <a:prstGeom prst="rect">
            <a:avLst/>
          </a:prstGeom>
        </p:spPr>
      </p:pic>
      <p:sp>
        <p:nvSpPr>
          <p:cNvPr id="29" name="椭圆 28">
            <a:extLst>
              <a:ext uri="{FF2B5EF4-FFF2-40B4-BE49-F238E27FC236}">
                <a16:creationId xmlns:a16="http://schemas.microsoft.com/office/drawing/2014/main" id="{C1CA7BCE-D1F7-0409-EB07-43A02425FCE9}"/>
              </a:ext>
            </a:extLst>
          </p:cNvPr>
          <p:cNvSpPr/>
          <p:nvPr/>
        </p:nvSpPr>
        <p:spPr>
          <a:xfrm>
            <a:off x="10575862" y="5729271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A322598-CA14-CC03-B923-5207A3DB571F}"/>
              </a:ext>
            </a:extLst>
          </p:cNvPr>
          <p:cNvSpPr/>
          <p:nvPr/>
        </p:nvSpPr>
        <p:spPr>
          <a:xfrm>
            <a:off x="11166085" y="7051609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49DBBD9-FC43-371C-78E1-3C36235B6802}"/>
              </a:ext>
            </a:extLst>
          </p:cNvPr>
          <p:cNvCxnSpPr>
            <a:cxnSpLocks/>
          </p:cNvCxnSpPr>
          <p:nvPr/>
        </p:nvCxnSpPr>
        <p:spPr>
          <a:xfrm>
            <a:off x="10275251" y="4946818"/>
            <a:ext cx="969249" cy="2183651"/>
          </a:xfrm>
          <a:prstGeom prst="straightConnector1">
            <a:avLst/>
          </a:prstGeom>
          <a:ln w="34925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弧形 32">
            <a:extLst>
              <a:ext uri="{FF2B5EF4-FFF2-40B4-BE49-F238E27FC236}">
                <a16:creationId xmlns:a16="http://schemas.microsoft.com/office/drawing/2014/main" id="{29CB91EF-E8A5-9F2D-68D2-DB8670D7C1D8}"/>
              </a:ext>
            </a:extLst>
          </p:cNvPr>
          <p:cNvSpPr/>
          <p:nvPr/>
        </p:nvSpPr>
        <p:spPr>
          <a:xfrm rot="21192649" flipH="1">
            <a:off x="10206601" y="5105468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83AFFEB6-F257-B16C-BC10-AF81DE267CAC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611" y="5064611"/>
            <a:ext cx="117594" cy="199907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B2077FD2-0256-CDEF-E7DF-CB48B55084C1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404" y="5651597"/>
            <a:ext cx="855064" cy="280541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A443AD80-17EF-E6E6-8242-1B38A5E218EC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658" y="7192734"/>
            <a:ext cx="809709" cy="280541"/>
          </a:xfrm>
          <a:prstGeom prst="rect">
            <a:avLst/>
          </a:prstGeom>
        </p:spPr>
      </p:pic>
      <p:pic>
        <p:nvPicPr>
          <p:cNvPr id="38" name="图片 3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1B6314FF-1DAA-62F9-E518-BAB18B4302CA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4559" y="7266095"/>
            <a:ext cx="245264" cy="164632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F9A3EEA5-98EE-B727-0295-216FC349968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97" y="4835590"/>
            <a:ext cx="251987" cy="164632"/>
          </a:xfrm>
          <a:prstGeom prst="rect">
            <a:avLst/>
          </a:prstGeom>
        </p:spPr>
      </p:pic>
      <p:sp>
        <p:nvSpPr>
          <p:cNvPr id="40" name="平行四边形 39">
            <a:extLst>
              <a:ext uri="{FF2B5EF4-FFF2-40B4-BE49-F238E27FC236}">
                <a16:creationId xmlns:a16="http://schemas.microsoft.com/office/drawing/2014/main" id="{80C10AD0-30E1-4E34-349C-27D1F594B9BF}"/>
              </a:ext>
            </a:extLst>
          </p:cNvPr>
          <p:cNvSpPr/>
          <p:nvPr/>
        </p:nvSpPr>
        <p:spPr>
          <a:xfrm>
            <a:off x="778299" y="9577428"/>
            <a:ext cx="5750233" cy="2197752"/>
          </a:xfrm>
          <a:prstGeom prst="parallelogram">
            <a:avLst>
              <a:gd name="adj" fmla="val 99258"/>
            </a:avLst>
          </a:prstGeom>
          <a:solidFill>
            <a:srgbClr val="00B0F0">
              <a:alpha val="25000"/>
            </a:srgb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平行四边形 40">
            <a:extLst>
              <a:ext uri="{FF2B5EF4-FFF2-40B4-BE49-F238E27FC236}">
                <a16:creationId xmlns:a16="http://schemas.microsoft.com/office/drawing/2014/main" id="{37413C2E-3BED-7431-9CE3-CFD9E38389D6}"/>
              </a:ext>
            </a:extLst>
          </p:cNvPr>
          <p:cNvSpPr/>
          <p:nvPr/>
        </p:nvSpPr>
        <p:spPr>
          <a:xfrm>
            <a:off x="788662" y="9013262"/>
            <a:ext cx="5750233" cy="2197752"/>
          </a:xfrm>
          <a:prstGeom prst="parallelogram">
            <a:avLst>
              <a:gd name="adj" fmla="val 99258"/>
            </a:avLst>
          </a:prstGeom>
          <a:solidFill>
            <a:srgbClr val="00B0F0">
              <a:alpha val="25000"/>
            </a:srgb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3BD0071C-4AF0-CD75-08D2-20A632C8A876}"/>
              </a:ext>
            </a:extLst>
          </p:cNvPr>
          <p:cNvGrpSpPr/>
          <p:nvPr/>
        </p:nvGrpSpPr>
        <p:grpSpPr>
          <a:xfrm>
            <a:off x="762671" y="7390342"/>
            <a:ext cx="5685497" cy="4284416"/>
            <a:chOff x="6738634" y="419711"/>
            <a:chExt cx="5685497" cy="4284416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D6D22F14-C4CB-A1D7-F275-26D6CCE7D77D}"/>
                </a:ext>
              </a:extLst>
            </p:cNvPr>
            <p:cNvGrpSpPr/>
            <p:nvPr/>
          </p:nvGrpSpPr>
          <p:grpSpPr>
            <a:xfrm>
              <a:off x="6738634" y="1515227"/>
              <a:ext cx="5685497" cy="2369946"/>
              <a:chOff x="5568856" y="6730766"/>
              <a:chExt cx="5685497" cy="2369946"/>
            </a:xfrm>
          </p:grpSpPr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AB24786E-F16B-23DA-80CE-B24E0C9AEB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2CE336B1-EF35-557E-EA39-5E74D7D10C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84407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0F5FD17A-D876-6C38-01C5-48F30211DF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58AC3E6C-F4C5-A5C9-67CF-1471F5495D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00BD24B8-F5AC-7680-8879-1D779A390E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7E66C238-980C-B5C0-CA24-FCC74E3FAA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FA1F637A-B722-EEFF-C171-11BF700512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44694F0B-C68E-12C0-E916-8DC517CE53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A39F9E6C-8215-3ABF-0911-C68A228EFB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0A1B3F4A-F817-FF2D-90ED-1870677C97EA}"/>
                </a:ext>
              </a:extLst>
            </p:cNvPr>
            <p:cNvGrpSpPr/>
            <p:nvPr/>
          </p:nvGrpSpPr>
          <p:grpSpPr>
            <a:xfrm rot="8104358" flipH="1">
              <a:off x="6971105" y="1515227"/>
              <a:ext cx="5271054" cy="2369946"/>
              <a:chOff x="5568856" y="6730766"/>
              <a:chExt cx="5271054" cy="2369946"/>
            </a:xfrm>
          </p:grpSpPr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4868FAF6-9A81-F03A-CA91-313BEC42F4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392A439E-6592-4318-9233-4B91683100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D09E8D50-4972-30D7-C058-A2C4DA39EA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6D60E556-4F79-E650-9483-E2A29E67F3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AF0DB0BC-2E87-275F-ABBC-75151088B6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E2E3880F-FBEC-FB58-23E8-30F938CF77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1720626B-A95E-B79E-F3AF-896DD2BE0B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4C3AB405-30BF-12EB-F3AD-DDD4180EF7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0544E3B4-22B2-1BB2-E4DC-3468E1B5548D}"/>
                </a:ext>
              </a:extLst>
            </p:cNvPr>
            <p:cNvCxnSpPr>
              <a:cxnSpLocks/>
            </p:cNvCxnSpPr>
            <p:nvPr/>
          </p:nvCxnSpPr>
          <p:spPr>
            <a:xfrm>
              <a:off x="7601494" y="2556645"/>
              <a:ext cx="4344344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13025D71-2522-DC1F-469C-C8CD249EFE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8515" y="419711"/>
              <a:ext cx="0" cy="4284416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96970E44-6289-17D3-9720-5CC0D8D5CC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58220" y="1222542"/>
              <a:ext cx="2900945" cy="2900947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平行四边形 73">
            <a:extLst>
              <a:ext uri="{FF2B5EF4-FFF2-40B4-BE49-F238E27FC236}">
                <a16:creationId xmlns:a16="http://schemas.microsoft.com/office/drawing/2014/main" id="{6C78E710-092D-BD83-EF24-0032D3D1140B}"/>
              </a:ext>
            </a:extLst>
          </p:cNvPr>
          <p:cNvSpPr/>
          <p:nvPr/>
        </p:nvSpPr>
        <p:spPr>
          <a:xfrm>
            <a:off x="770943" y="8449097"/>
            <a:ext cx="5750233" cy="2197752"/>
          </a:xfrm>
          <a:prstGeom prst="parallelogram">
            <a:avLst>
              <a:gd name="adj" fmla="val 99258"/>
            </a:avLst>
          </a:prstGeom>
          <a:solidFill>
            <a:srgbClr val="00B0F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5" name="图片 74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86B0CE98-BBA7-35CF-9F84-AC6F69F320A7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074" y="9597888"/>
            <a:ext cx="193188" cy="203267"/>
          </a:xfrm>
          <a:prstGeom prst="rect">
            <a:avLst/>
          </a:prstGeom>
        </p:spPr>
      </p:pic>
      <p:pic>
        <p:nvPicPr>
          <p:cNvPr id="76" name="图片 7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4134473C-2B9B-770C-1B06-D3E6C2EBD373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514" y="9652515"/>
            <a:ext cx="251984" cy="164632"/>
          </a:xfrm>
          <a:prstGeom prst="rect">
            <a:avLst/>
          </a:prstGeom>
        </p:spPr>
      </p:pic>
      <p:pic>
        <p:nvPicPr>
          <p:cNvPr id="77" name="图片 76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F3C1DD7D-6E25-DA95-C8EA-9A31B0D75DDD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393" y="7266095"/>
            <a:ext cx="253667" cy="167992"/>
          </a:xfrm>
          <a:prstGeom prst="rect">
            <a:avLst/>
          </a:prstGeom>
        </p:spPr>
      </p:pic>
      <p:pic>
        <p:nvPicPr>
          <p:cNvPr id="78" name="图片 7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1C5EA680-DBE3-693E-F10C-9A40D2721C3C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362" y="10945732"/>
            <a:ext cx="245264" cy="164632"/>
          </a:xfrm>
          <a:prstGeom prst="rect">
            <a:avLst/>
          </a:prstGeom>
        </p:spPr>
      </p:pic>
      <p:sp>
        <p:nvSpPr>
          <p:cNvPr id="79" name="平行四边形 78">
            <a:extLst>
              <a:ext uri="{FF2B5EF4-FFF2-40B4-BE49-F238E27FC236}">
                <a16:creationId xmlns:a16="http://schemas.microsoft.com/office/drawing/2014/main" id="{58481191-3DD6-8E40-CEE6-31FCCA5CF428}"/>
              </a:ext>
            </a:extLst>
          </p:cNvPr>
          <p:cNvSpPr/>
          <p:nvPr/>
        </p:nvSpPr>
        <p:spPr>
          <a:xfrm>
            <a:off x="757612" y="7884932"/>
            <a:ext cx="5750233" cy="2197752"/>
          </a:xfrm>
          <a:prstGeom prst="parallelogram">
            <a:avLst>
              <a:gd name="adj" fmla="val 99258"/>
            </a:avLst>
          </a:prstGeom>
          <a:solidFill>
            <a:srgbClr val="00B0F0">
              <a:alpha val="25000"/>
            </a:srgb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平行四边形 79">
            <a:extLst>
              <a:ext uri="{FF2B5EF4-FFF2-40B4-BE49-F238E27FC236}">
                <a16:creationId xmlns:a16="http://schemas.microsoft.com/office/drawing/2014/main" id="{680B0EB7-5FE5-4470-8C12-856AD299612B}"/>
              </a:ext>
            </a:extLst>
          </p:cNvPr>
          <p:cNvSpPr/>
          <p:nvPr/>
        </p:nvSpPr>
        <p:spPr>
          <a:xfrm>
            <a:off x="744556" y="7320767"/>
            <a:ext cx="5750233" cy="2197752"/>
          </a:xfrm>
          <a:prstGeom prst="parallelogram">
            <a:avLst>
              <a:gd name="adj" fmla="val 99258"/>
            </a:avLst>
          </a:prstGeom>
          <a:solidFill>
            <a:srgbClr val="00B0F0">
              <a:alpha val="25000"/>
            </a:srgb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C1F4CC59-B1B6-5177-A2BE-465E54031067}"/>
              </a:ext>
            </a:extLst>
          </p:cNvPr>
          <p:cNvCxnSpPr>
            <a:cxnSpLocks/>
          </p:cNvCxnSpPr>
          <p:nvPr/>
        </p:nvCxnSpPr>
        <p:spPr>
          <a:xfrm flipV="1">
            <a:off x="3722552" y="7423438"/>
            <a:ext cx="0" cy="2103838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椭圆 81">
            <a:extLst>
              <a:ext uri="{FF2B5EF4-FFF2-40B4-BE49-F238E27FC236}">
                <a16:creationId xmlns:a16="http://schemas.microsoft.com/office/drawing/2014/main" id="{2C513D9F-9DA2-9201-65AD-36A874E1E584}"/>
              </a:ext>
            </a:extLst>
          </p:cNvPr>
          <p:cNvSpPr/>
          <p:nvPr/>
        </p:nvSpPr>
        <p:spPr>
          <a:xfrm>
            <a:off x="3650458" y="9455281"/>
            <a:ext cx="137158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3" name="图片 82" descr="\documentclass{article}&#10;\usepackage{amsmath}&#10;\usepackage{amsfonts}&#10;\usepackage{bm}&#10;\pagestyle{empty}&#10;\begin{document}&#10;&#10;\begin{align}&#10;\text{Ker}A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3299C283-69F3-FBD6-9194-04F6F2324505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616" y="10366053"/>
            <a:ext cx="643401" cy="20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31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AE655-CC71-FE72-3A37-324466D1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椭圆 84">
            <a:extLst>
              <a:ext uri="{FF2B5EF4-FFF2-40B4-BE49-F238E27FC236}">
                <a16:creationId xmlns:a16="http://schemas.microsoft.com/office/drawing/2014/main" id="{D4E0D13E-B5B7-5C13-C4D8-0586A796E68C}"/>
              </a:ext>
            </a:extLst>
          </p:cNvPr>
          <p:cNvSpPr/>
          <p:nvPr/>
        </p:nvSpPr>
        <p:spPr>
          <a:xfrm>
            <a:off x="5610952" y="1594423"/>
            <a:ext cx="1378084" cy="996377"/>
          </a:xfrm>
          <a:prstGeom prst="ellipse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EF2EE1F-1EA6-9467-9887-A30DD65F9D4D}"/>
              </a:ext>
            </a:extLst>
          </p:cNvPr>
          <p:cNvSpPr/>
          <p:nvPr/>
        </p:nvSpPr>
        <p:spPr>
          <a:xfrm>
            <a:off x="1203606" y="721058"/>
            <a:ext cx="2740726" cy="2740726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0" name="图片 89" descr="\documentclass{article}&#10;\usepackage{amsmath}&#10;\usepackage{amsfonts}&#10;\pagestyle{empty}&#10;\begin{document}&#10;&#10;$\mathbb{K}^n$&#10;&#10;&#10;\end{document}" title="IguanaTex Bitmap Display">
            <a:extLst>
              <a:ext uri="{FF2B5EF4-FFF2-40B4-BE49-F238E27FC236}">
                <a16:creationId xmlns:a16="http://schemas.microsoft.com/office/drawing/2014/main" id="{E8F0F8D6-5BC2-2E38-902F-70C5089905F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994" y="304497"/>
            <a:ext cx="464000" cy="260571"/>
          </a:xfrm>
          <a:prstGeom prst="rect">
            <a:avLst/>
          </a:prstGeom>
        </p:spPr>
      </p:pic>
      <p:pic>
        <p:nvPicPr>
          <p:cNvPr id="94" name="图片 93" descr="\documentclass{article}&#10;\usepackage{amsmath}&#10;\usepackage{amsfonts}&#10;\pagestyle{empty}&#10;\begin{document}&#10;&#10;$\mathbb{K}^s$&#10;&#10;&#10;\end{document}" title="IguanaTex Bitmap Display">
            <a:extLst>
              <a:ext uri="{FF2B5EF4-FFF2-40B4-BE49-F238E27FC236}">
                <a16:creationId xmlns:a16="http://schemas.microsoft.com/office/drawing/2014/main" id="{5E8A50A1-CA7B-9FC0-8F2C-BF223F910E5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111" y="304498"/>
            <a:ext cx="413715" cy="260571"/>
          </a:xfrm>
          <a:prstGeom prst="rect">
            <a:avLst/>
          </a:prstGeom>
        </p:spPr>
      </p:pic>
      <p:pic>
        <p:nvPicPr>
          <p:cNvPr id="97" name="图片 96" descr="\documentclass{article}&#10;\usepackage{amsmath}&#10;\usepackage{amsfonts}&#10;\pagestyle{empty}&#10;\begin{document}&#10;&#10;$\mathbb{K}^m$&#10;&#10;&#10;\end{document}" title="IguanaTex Bitmap Display">
            <a:extLst>
              <a:ext uri="{FF2B5EF4-FFF2-40B4-BE49-F238E27FC236}">
                <a16:creationId xmlns:a16="http://schemas.microsoft.com/office/drawing/2014/main" id="{A12B8610-9225-3AE8-F250-71A4DA47323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62" y="304499"/>
            <a:ext cx="546286" cy="260571"/>
          </a:xfrm>
          <a:prstGeom prst="rect">
            <a:avLst/>
          </a:prstGeom>
        </p:spPr>
      </p:pic>
      <p:sp>
        <p:nvSpPr>
          <p:cNvPr id="98" name="矩形 97">
            <a:extLst>
              <a:ext uri="{FF2B5EF4-FFF2-40B4-BE49-F238E27FC236}">
                <a16:creationId xmlns:a16="http://schemas.microsoft.com/office/drawing/2014/main" id="{8399450C-7F04-C9F3-A3EF-62173523A98D}"/>
              </a:ext>
            </a:extLst>
          </p:cNvPr>
          <p:cNvSpPr/>
          <p:nvPr/>
        </p:nvSpPr>
        <p:spPr>
          <a:xfrm>
            <a:off x="4879274" y="721058"/>
            <a:ext cx="2740726" cy="2740726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DA727F3-6469-EAD1-4392-6861F66B7044}"/>
              </a:ext>
            </a:extLst>
          </p:cNvPr>
          <p:cNvSpPr/>
          <p:nvPr/>
        </p:nvSpPr>
        <p:spPr>
          <a:xfrm>
            <a:off x="8554942" y="721058"/>
            <a:ext cx="2740726" cy="2740726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弧形 104">
            <a:extLst>
              <a:ext uri="{FF2B5EF4-FFF2-40B4-BE49-F238E27FC236}">
                <a16:creationId xmlns:a16="http://schemas.microsoft.com/office/drawing/2014/main" id="{6C475BE0-BFEB-5F70-695B-B27079079331}"/>
              </a:ext>
            </a:extLst>
          </p:cNvPr>
          <p:cNvSpPr/>
          <p:nvPr/>
        </p:nvSpPr>
        <p:spPr>
          <a:xfrm rot="19003009">
            <a:off x="2558233" y="1201379"/>
            <a:ext cx="3707140" cy="3707140"/>
          </a:xfrm>
          <a:prstGeom prst="arc">
            <a:avLst>
              <a:gd name="adj1" fmla="val 17883072"/>
              <a:gd name="adj2" fmla="val 0"/>
            </a:avLst>
          </a:prstGeom>
          <a:ln w="44450">
            <a:solidFill>
              <a:schemeClr val="tx1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" name="图片 107" descr="\documentclass{article}&#10;\usepackage{amsmath}&#10;\usepackage{amsfonts}&#10;\pagestyle{empty}&#10;\begin{document}&#10;&#10;$\mathcal{B}$&#10;&#10;&#10;\end{document}" title="IguanaTex Bitmap Display">
            <a:extLst>
              <a:ext uri="{FF2B5EF4-FFF2-40B4-BE49-F238E27FC236}">
                <a16:creationId xmlns:a16="http://schemas.microsoft.com/office/drawing/2014/main" id="{777362CF-2895-30A2-EA4C-B3C0730222E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826" y="797258"/>
            <a:ext cx="244572" cy="276571"/>
          </a:xfrm>
          <a:prstGeom prst="rect">
            <a:avLst/>
          </a:prstGeom>
        </p:spPr>
      </p:pic>
      <p:sp>
        <p:nvSpPr>
          <p:cNvPr id="109" name="椭圆 108">
            <a:extLst>
              <a:ext uri="{FF2B5EF4-FFF2-40B4-BE49-F238E27FC236}">
                <a16:creationId xmlns:a16="http://schemas.microsoft.com/office/drawing/2014/main" id="{BE85F9D3-9D9A-45A5-3D1B-06E140CBC23B}"/>
              </a:ext>
            </a:extLst>
          </p:cNvPr>
          <p:cNvSpPr/>
          <p:nvPr/>
        </p:nvSpPr>
        <p:spPr>
          <a:xfrm>
            <a:off x="9856726" y="1954263"/>
            <a:ext cx="137158" cy="13715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弧形 109">
            <a:extLst>
              <a:ext uri="{FF2B5EF4-FFF2-40B4-BE49-F238E27FC236}">
                <a16:creationId xmlns:a16="http://schemas.microsoft.com/office/drawing/2014/main" id="{F9926A5A-0488-F554-0326-CCA6EBD87776}"/>
              </a:ext>
            </a:extLst>
          </p:cNvPr>
          <p:cNvSpPr/>
          <p:nvPr/>
        </p:nvSpPr>
        <p:spPr>
          <a:xfrm rot="19226153">
            <a:off x="6730991" y="1362284"/>
            <a:ext cx="3593366" cy="3663514"/>
          </a:xfrm>
          <a:prstGeom prst="arc">
            <a:avLst>
              <a:gd name="adj1" fmla="val 16080631"/>
              <a:gd name="adj2" fmla="val 0"/>
            </a:avLst>
          </a:prstGeom>
          <a:ln w="44450">
            <a:solidFill>
              <a:srgbClr val="00B0F0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3" name="图片 112" descr="\documentclass{article}&#10;\usepackage{amsmath}&#10;\usepackage{amsfonts}&#10;\pagestyle{empty}&#10;\begin{document}&#10;&#10;$\mathcal{A}$&#10;&#10;&#10;\end{document}" title="IguanaTex Bitmap Display">
            <a:extLst>
              <a:ext uri="{FF2B5EF4-FFF2-40B4-BE49-F238E27FC236}">
                <a16:creationId xmlns:a16="http://schemas.microsoft.com/office/drawing/2014/main" id="{64BCC358-8CDD-78CF-95AA-35811E0113D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915" y="999111"/>
            <a:ext cx="294858" cy="294857"/>
          </a:xfrm>
          <a:prstGeom prst="rect">
            <a:avLst/>
          </a:prstGeom>
        </p:spPr>
      </p:pic>
      <p:pic>
        <p:nvPicPr>
          <p:cNvPr id="116" name="图片 115" descr="\documentclass{article}&#10;\usepackage{amsmath}&#10;\usepackage{bm}&#10;\pagestyle{empty}&#10;\begin{document}&#10;&#10;$\bm{0}$&#10;&#10;&#10;\end{document}" title="IguanaTex Bitmap Display">
            <a:extLst>
              <a:ext uri="{FF2B5EF4-FFF2-40B4-BE49-F238E27FC236}">
                <a16:creationId xmlns:a16="http://schemas.microsoft.com/office/drawing/2014/main" id="{FB11C1A6-FCDE-CE3A-4F78-237EDDE5F93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876" y="1700549"/>
            <a:ext cx="185144" cy="253714"/>
          </a:xfrm>
          <a:prstGeom prst="rect">
            <a:avLst/>
          </a:prstGeom>
        </p:spPr>
      </p:pic>
      <p:sp>
        <p:nvSpPr>
          <p:cNvPr id="117" name="椭圆 116">
            <a:extLst>
              <a:ext uri="{FF2B5EF4-FFF2-40B4-BE49-F238E27FC236}">
                <a16:creationId xmlns:a16="http://schemas.microsoft.com/office/drawing/2014/main" id="{B4C782D0-8806-28D9-ADC8-57205061A412}"/>
              </a:ext>
            </a:extLst>
          </p:cNvPr>
          <p:cNvSpPr/>
          <p:nvPr/>
        </p:nvSpPr>
        <p:spPr>
          <a:xfrm>
            <a:off x="5208398" y="1302179"/>
            <a:ext cx="2183192" cy="1578483"/>
          </a:xfrm>
          <a:prstGeom prst="ellipse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4" name="图片 123" descr="\documentclass{article}&#10;\usepackage{amsmath}&#10;\usepackage{amsfonts}&#10;\pagestyle{empty}&#10;\begin{document}&#10;&#10;$\operatorname{Ker} \mathcal{A}$&#10;&#10;&#10;\end{document}" title="IguanaTex Bitmap Display">
            <a:extLst>
              <a:ext uri="{FF2B5EF4-FFF2-40B4-BE49-F238E27FC236}">
                <a16:creationId xmlns:a16="http://schemas.microsoft.com/office/drawing/2014/main" id="{A4F92F9B-B2CC-CA04-26A3-20858B30C4D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589" y="984458"/>
            <a:ext cx="807619" cy="245714"/>
          </a:xfrm>
          <a:prstGeom prst="rect">
            <a:avLst/>
          </a:prstGeom>
        </p:spPr>
      </p:pic>
      <p:pic>
        <p:nvPicPr>
          <p:cNvPr id="127" name="图片 126" descr="\documentclass{article}&#10;\usepackage{amsmath}&#10;\usepackage{amsfonts}&#10;\pagestyle{empty}&#10;\begin{document}&#10;&#10;$\operatorname{Im} \mathcal{B}$&#10;&#10;&#10;\end{document}" title="IguanaTex Bitmap Display">
            <a:extLst>
              <a:ext uri="{FF2B5EF4-FFF2-40B4-BE49-F238E27FC236}">
                <a16:creationId xmlns:a16="http://schemas.microsoft.com/office/drawing/2014/main" id="{FE7FC436-0DFF-164D-03B6-7118BD11481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347" y="1969503"/>
            <a:ext cx="634286" cy="23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2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7075C-D8A8-CF44-0C4D-F2174C5A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椭圆 84">
            <a:extLst>
              <a:ext uri="{FF2B5EF4-FFF2-40B4-BE49-F238E27FC236}">
                <a16:creationId xmlns:a16="http://schemas.microsoft.com/office/drawing/2014/main" id="{B868311D-593B-3CB2-5CCF-D3244C3D16E8}"/>
              </a:ext>
            </a:extLst>
          </p:cNvPr>
          <p:cNvSpPr/>
          <p:nvPr/>
        </p:nvSpPr>
        <p:spPr>
          <a:xfrm>
            <a:off x="5166059" y="1594423"/>
            <a:ext cx="1378084" cy="996377"/>
          </a:xfrm>
          <a:prstGeom prst="ellipse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00619FA-C6BD-7C00-7FBE-7913558046D5}"/>
              </a:ext>
            </a:extLst>
          </p:cNvPr>
          <p:cNvSpPr/>
          <p:nvPr/>
        </p:nvSpPr>
        <p:spPr>
          <a:xfrm>
            <a:off x="1203606" y="721058"/>
            <a:ext cx="2117778" cy="2117778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0" name="图片 89" descr="\documentclass{article}&#10;\usepackage{amsmath}&#10;\usepackage{amsfonts}&#10;\pagestyle{empty}&#10;\begin{document}&#10;&#10;$\mathbb{K}^n$&#10;&#10;&#10;\end{document}" title="IguanaTex Bitmap Display">
            <a:extLst>
              <a:ext uri="{FF2B5EF4-FFF2-40B4-BE49-F238E27FC236}">
                <a16:creationId xmlns:a16="http://schemas.microsoft.com/office/drawing/2014/main" id="{1F69420B-747B-6D87-AC97-E4E7E242DFA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101" y="304497"/>
            <a:ext cx="464000" cy="260571"/>
          </a:xfrm>
          <a:prstGeom prst="rect">
            <a:avLst/>
          </a:prstGeom>
        </p:spPr>
      </p:pic>
      <p:pic>
        <p:nvPicPr>
          <p:cNvPr id="94" name="图片 93" descr="\documentclass{article}&#10;\usepackage{amsmath}&#10;\usepackage{amsfonts}&#10;\pagestyle{empty}&#10;\begin{document}&#10;&#10;$\mathbb{K}^s$&#10;&#10;&#10;\end{document}" title="IguanaTex Bitmap Display">
            <a:extLst>
              <a:ext uri="{FF2B5EF4-FFF2-40B4-BE49-F238E27FC236}">
                <a16:creationId xmlns:a16="http://schemas.microsoft.com/office/drawing/2014/main" id="{2850BEC1-C331-6935-1927-4FBBA6C2443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682" y="304498"/>
            <a:ext cx="413715" cy="260571"/>
          </a:xfrm>
          <a:prstGeom prst="rect">
            <a:avLst/>
          </a:prstGeom>
        </p:spPr>
      </p:pic>
      <p:pic>
        <p:nvPicPr>
          <p:cNvPr id="97" name="图片 96" descr="\documentclass{article}&#10;\usepackage{amsmath}&#10;\usepackage{amsfonts}&#10;\pagestyle{empty}&#10;\begin{document}&#10;&#10;$\mathbb{K}^m$&#10;&#10;&#10;\end{document}" title="IguanaTex Bitmap Display">
            <a:extLst>
              <a:ext uri="{FF2B5EF4-FFF2-40B4-BE49-F238E27FC236}">
                <a16:creationId xmlns:a16="http://schemas.microsoft.com/office/drawing/2014/main" id="{5266166B-E9C0-281A-2B8D-F33305078E5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62" y="304499"/>
            <a:ext cx="546286" cy="260571"/>
          </a:xfrm>
          <a:prstGeom prst="rect">
            <a:avLst/>
          </a:prstGeom>
        </p:spPr>
      </p:pic>
      <p:sp>
        <p:nvSpPr>
          <p:cNvPr id="98" name="矩形 97">
            <a:extLst>
              <a:ext uri="{FF2B5EF4-FFF2-40B4-BE49-F238E27FC236}">
                <a16:creationId xmlns:a16="http://schemas.microsoft.com/office/drawing/2014/main" id="{341BF334-942A-DFEF-10F0-A9A5F3E0AEDF}"/>
              </a:ext>
            </a:extLst>
          </p:cNvPr>
          <p:cNvSpPr/>
          <p:nvPr/>
        </p:nvSpPr>
        <p:spPr>
          <a:xfrm>
            <a:off x="4434381" y="721058"/>
            <a:ext cx="2740726" cy="2740726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F333828D-7A6C-92E6-29E6-2FA33695926D}"/>
              </a:ext>
            </a:extLst>
          </p:cNvPr>
          <p:cNvSpPr/>
          <p:nvPr/>
        </p:nvSpPr>
        <p:spPr>
          <a:xfrm>
            <a:off x="8554942" y="721058"/>
            <a:ext cx="2740726" cy="2740726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弧形 104">
            <a:extLst>
              <a:ext uri="{FF2B5EF4-FFF2-40B4-BE49-F238E27FC236}">
                <a16:creationId xmlns:a16="http://schemas.microsoft.com/office/drawing/2014/main" id="{DE2B42C6-2638-8797-38A9-237DC98E5E1F}"/>
              </a:ext>
            </a:extLst>
          </p:cNvPr>
          <p:cNvSpPr/>
          <p:nvPr/>
        </p:nvSpPr>
        <p:spPr>
          <a:xfrm rot="19003009">
            <a:off x="1955133" y="1201379"/>
            <a:ext cx="3707140" cy="3707140"/>
          </a:xfrm>
          <a:prstGeom prst="arc">
            <a:avLst>
              <a:gd name="adj1" fmla="val 17901549"/>
              <a:gd name="adj2" fmla="val 197440"/>
            </a:avLst>
          </a:prstGeom>
          <a:ln w="44450">
            <a:solidFill>
              <a:schemeClr val="tx1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" name="图片 107" descr="\documentclass{article}&#10;\usepackage{amsmath}&#10;\usepackage{amsfonts}&#10;\pagestyle{empty}&#10;\begin{document}&#10;&#10;$\mathcal{B}$&#10;&#10;&#10;\end{document}" title="IguanaTex Bitmap Display">
            <a:extLst>
              <a:ext uri="{FF2B5EF4-FFF2-40B4-BE49-F238E27FC236}">
                <a16:creationId xmlns:a16="http://schemas.microsoft.com/office/drawing/2014/main" id="{7820106E-DCC4-0CC5-5D0D-917829897A7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766" y="812458"/>
            <a:ext cx="244572" cy="276571"/>
          </a:xfrm>
          <a:prstGeom prst="rect">
            <a:avLst/>
          </a:prstGeom>
        </p:spPr>
      </p:pic>
      <p:sp>
        <p:nvSpPr>
          <p:cNvPr id="110" name="弧形 109">
            <a:extLst>
              <a:ext uri="{FF2B5EF4-FFF2-40B4-BE49-F238E27FC236}">
                <a16:creationId xmlns:a16="http://schemas.microsoft.com/office/drawing/2014/main" id="{BFF48F7B-D814-3BEE-86C7-CC0D80FF66A7}"/>
              </a:ext>
            </a:extLst>
          </p:cNvPr>
          <p:cNvSpPr/>
          <p:nvPr/>
        </p:nvSpPr>
        <p:spPr>
          <a:xfrm rot="2569244" flipV="1">
            <a:off x="5700323" y="-1278123"/>
            <a:ext cx="4253861" cy="4336904"/>
          </a:xfrm>
          <a:prstGeom prst="arc">
            <a:avLst>
              <a:gd name="adj1" fmla="val 16133008"/>
              <a:gd name="adj2" fmla="val 0"/>
            </a:avLst>
          </a:prstGeom>
          <a:ln w="44450">
            <a:solidFill>
              <a:srgbClr val="00B0F0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3" name="图片 112" descr="\documentclass{article}&#10;\usepackage{amsmath}&#10;\usepackage{amsfonts}&#10;\pagestyle{empty}&#10;\begin{document}&#10;&#10;$\mathcal{A}$&#10;&#10;&#10;\end{document}" title="IguanaTex Bitmap Display">
            <a:extLst>
              <a:ext uri="{FF2B5EF4-FFF2-40B4-BE49-F238E27FC236}">
                <a16:creationId xmlns:a16="http://schemas.microsoft.com/office/drawing/2014/main" id="{C86044BC-A053-7BAE-8714-E7008FFCA28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858" y="812458"/>
            <a:ext cx="294858" cy="294857"/>
          </a:xfrm>
          <a:prstGeom prst="rect">
            <a:avLst/>
          </a:prstGeom>
        </p:spPr>
      </p:pic>
      <p:pic>
        <p:nvPicPr>
          <p:cNvPr id="127" name="图片 126" descr="\documentclass{article}&#10;\usepackage{amsmath}&#10;\usepackage{amsfonts}&#10;\pagestyle{empty}&#10;\begin{document}&#10;&#10;$\operatorname{Im} \mathcal{B}$&#10;&#10;&#10;\end{document}" title="IguanaTex Bitmap Display">
            <a:extLst>
              <a:ext uri="{FF2B5EF4-FFF2-40B4-BE49-F238E27FC236}">
                <a16:creationId xmlns:a16="http://schemas.microsoft.com/office/drawing/2014/main" id="{F284AD2F-919C-8E72-5D88-F3BB8C8ED4E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454" y="1969503"/>
            <a:ext cx="634286" cy="230476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561A216E-580C-E816-F9F6-E70E850B80D9}"/>
              </a:ext>
            </a:extLst>
          </p:cNvPr>
          <p:cNvSpPr/>
          <p:nvPr/>
        </p:nvSpPr>
        <p:spPr>
          <a:xfrm>
            <a:off x="9287358" y="1594423"/>
            <a:ext cx="1378084" cy="996377"/>
          </a:xfrm>
          <a:prstGeom prst="ellipse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\documentclass{article}&#10;\usepackage{amsmath}&#10;\usepackage{amsfonts}&#10;\pagestyle{empty}&#10;\begin{document}&#10;&#10;$\operatorname{Im} \mathcal{A} \circ \mathcal{B}$&#10;&#10;&#10;\end{document}" title="IguanaTex Bitmap Display">
            <a:extLst>
              <a:ext uri="{FF2B5EF4-FFF2-40B4-BE49-F238E27FC236}">
                <a16:creationId xmlns:a16="http://schemas.microsoft.com/office/drawing/2014/main" id="{4A321B13-A927-24A1-BA90-C6F52B518E7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019" y="1969503"/>
            <a:ext cx="1184762" cy="245714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67F6F286-40B6-0AC1-C411-09A76E24719D}"/>
              </a:ext>
            </a:extLst>
          </p:cNvPr>
          <p:cNvSpPr/>
          <p:nvPr/>
        </p:nvSpPr>
        <p:spPr>
          <a:xfrm>
            <a:off x="8859647" y="1203602"/>
            <a:ext cx="2219834" cy="1794241"/>
          </a:xfrm>
          <a:prstGeom prst="ellipse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\documentclass{article}&#10;\usepackage{amsmath}&#10;\usepackage{amsfonts}&#10;\pagestyle{empty}&#10;\begin{document}&#10;&#10;$\operatorname{Im} \mathcal{A}$&#10;&#10;&#10;\end{document}" title="IguanaTex Bitmap Display">
            <a:extLst>
              <a:ext uri="{FF2B5EF4-FFF2-40B4-BE49-F238E27FC236}">
                <a16:creationId xmlns:a16="http://schemas.microsoft.com/office/drawing/2014/main" id="{EB45F998-BDE6-ECD3-C1B0-7E41A2F7A82B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209" y="885335"/>
            <a:ext cx="676191" cy="245714"/>
          </a:xfrm>
          <a:prstGeom prst="rect">
            <a:avLst/>
          </a:prstGeom>
        </p:spPr>
      </p:pic>
      <p:sp>
        <p:nvSpPr>
          <p:cNvPr id="11" name="弧形 10">
            <a:extLst>
              <a:ext uri="{FF2B5EF4-FFF2-40B4-BE49-F238E27FC236}">
                <a16:creationId xmlns:a16="http://schemas.microsoft.com/office/drawing/2014/main" id="{B6D4973D-369C-C4AB-9502-649CBFCA9422}"/>
              </a:ext>
            </a:extLst>
          </p:cNvPr>
          <p:cNvSpPr/>
          <p:nvPr/>
        </p:nvSpPr>
        <p:spPr>
          <a:xfrm rot="19003009">
            <a:off x="5789663" y="1201380"/>
            <a:ext cx="3707140" cy="3707140"/>
          </a:xfrm>
          <a:prstGeom prst="arc">
            <a:avLst>
              <a:gd name="adj1" fmla="val 17901549"/>
              <a:gd name="adj2" fmla="val 21482995"/>
            </a:avLst>
          </a:prstGeom>
          <a:ln w="44450">
            <a:solidFill>
              <a:schemeClr val="tx1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\documentclass{article}&#10;\usepackage{amsmath}&#10;\usepackage{amsfonts}&#10;\pagestyle{empty}&#10;\begin{document}&#10;&#10;$\mathcal{A}|_{\operatorname{Im}\mathcal{B}}$&#10;&#10;&#10;\end{document}" title="IguanaTex Bitmap Display">
            <a:extLst>
              <a:ext uri="{FF2B5EF4-FFF2-40B4-BE49-F238E27FC236}">
                <a16:creationId xmlns:a16="http://schemas.microsoft.com/office/drawing/2014/main" id="{CD4CF808-C819-7158-FEB2-301261ACFC9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004" y="2538147"/>
            <a:ext cx="1008003" cy="38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07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54BD7-DFD8-72F7-96CC-D98DAEEC9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椭圆 84">
            <a:extLst>
              <a:ext uri="{FF2B5EF4-FFF2-40B4-BE49-F238E27FC236}">
                <a16:creationId xmlns:a16="http://schemas.microsoft.com/office/drawing/2014/main" id="{18F126AF-96C1-07F3-38E7-D9D15B1677F7}"/>
              </a:ext>
            </a:extLst>
          </p:cNvPr>
          <p:cNvSpPr/>
          <p:nvPr/>
        </p:nvSpPr>
        <p:spPr>
          <a:xfrm>
            <a:off x="5166059" y="1594423"/>
            <a:ext cx="1378084" cy="996377"/>
          </a:xfrm>
          <a:prstGeom prst="ellipse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0" name="图片 89" descr="\documentclass{article}&#10;\usepackage{amsmath}&#10;\usepackage{amsfonts}&#10;\pagestyle{empty}&#10;\begin{document}&#10;&#10;$\mathbb{K}^n$&#10;&#10;&#10;\end{document}" title="IguanaTex Bitmap Display">
            <a:extLst>
              <a:ext uri="{FF2B5EF4-FFF2-40B4-BE49-F238E27FC236}">
                <a16:creationId xmlns:a16="http://schemas.microsoft.com/office/drawing/2014/main" id="{8CABFCAE-7304-C6E0-4434-AFEA5D7271D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101" y="304497"/>
            <a:ext cx="464000" cy="260571"/>
          </a:xfrm>
          <a:prstGeom prst="rect">
            <a:avLst/>
          </a:prstGeom>
        </p:spPr>
      </p:pic>
      <p:pic>
        <p:nvPicPr>
          <p:cNvPr id="97" name="图片 96" descr="\documentclass{article}&#10;\usepackage{amsmath}&#10;\usepackage{amsfonts}&#10;\pagestyle{empty}&#10;\begin{document}&#10;&#10;$\mathbb{K}^m$&#10;&#10;&#10;\end{document}" title="IguanaTex Bitmap Display">
            <a:extLst>
              <a:ext uri="{FF2B5EF4-FFF2-40B4-BE49-F238E27FC236}">
                <a16:creationId xmlns:a16="http://schemas.microsoft.com/office/drawing/2014/main" id="{76EB4778-5E57-9636-D055-76911629F53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62" y="304499"/>
            <a:ext cx="546286" cy="260571"/>
          </a:xfrm>
          <a:prstGeom prst="rect">
            <a:avLst/>
          </a:prstGeom>
        </p:spPr>
      </p:pic>
      <p:sp>
        <p:nvSpPr>
          <p:cNvPr id="98" name="矩形 97">
            <a:extLst>
              <a:ext uri="{FF2B5EF4-FFF2-40B4-BE49-F238E27FC236}">
                <a16:creationId xmlns:a16="http://schemas.microsoft.com/office/drawing/2014/main" id="{02A5D9C6-0805-2AC8-5A22-77A18AB4B8A8}"/>
              </a:ext>
            </a:extLst>
          </p:cNvPr>
          <p:cNvSpPr/>
          <p:nvPr/>
        </p:nvSpPr>
        <p:spPr>
          <a:xfrm>
            <a:off x="4434381" y="721058"/>
            <a:ext cx="2740726" cy="2740726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12335E40-F03D-A8E9-E3A6-1DD31C8F8D6A}"/>
              </a:ext>
            </a:extLst>
          </p:cNvPr>
          <p:cNvSpPr/>
          <p:nvPr/>
        </p:nvSpPr>
        <p:spPr>
          <a:xfrm>
            <a:off x="8554942" y="721058"/>
            <a:ext cx="2740726" cy="2740726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弧形 104">
            <a:extLst>
              <a:ext uri="{FF2B5EF4-FFF2-40B4-BE49-F238E27FC236}">
                <a16:creationId xmlns:a16="http://schemas.microsoft.com/office/drawing/2014/main" id="{C9D3B7DB-9919-53D3-5E77-56DADBFBDC45}"/>
              </a:ext>
            </a:extLst>
          </p:cNvPr>
          <p:cNvSpPr/>
          <p:nvPr/>
        </p:nvSpPr>
        <p:spPr>
          <a:xfrm rot="19003009">
            <a:off x="1955133" y="1201379"/>
            <a:ext cx="3707140" cy="3707140"/>
          </a:xfrm>
          <a:prstGeom prst="arc">
            <a:avLst>
              <a:gd name="adj1" fmla="val 17901549"/>
              <a:gd name="adj2" fmla="val 21009147"/>
            </a:avLst>
          </a:prstGeom>
          <a:ln w="44450">
            <a:solidFill>
              <a:schemeClr val="tx1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" name="图片 107" descr="\documentclass{article}&#10;\usepackage{amsmath}&#10;\usepackage{amsfonts}&#10;\pagestyle{empty}&#10;\begin{document}&#10;&#10;$\mathcal{B}$&#10;&#10;&#10;\end{document}" title="IguanaTex Bitmap Display">
            <a:extLst>
              <a:ext uri="{FF2B5EF4-FFF2-40B4-BE49-F238E27FC236}">
                <a16:creationId xmlns:a16="http://schemas.microsoft.com/office/drawing/2014/main" id="{51E12C5F-F151-BED7-8243-AC20A13EAB3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766" y="812458"/>
            <a:ext cx="244572" cy="276571"/>
          </a:xfrm>
          <a:prstGeom prst="rect">
            <a:avLst/>
          </a:prstGeom>
        </p:spPr>
      </p:pic>
      <p:sp>
        <p:nvSpPr>
          <p:cNvPr id="110" name="弧形 109">
            <a:extLst>
              <a:ext uri="{FF2B5EF4-FFF2-40B4-BE49-F238E27FC236}">
                <a16:creationId xmlns:a16="http://schemas.microsoft.com/office/drawing/2014/main" id="{F85D3390-9DE0-57B8-71D2-B42C62EC4D47}"/>
              </a:ext>
            </a:extLst>
          </p:cNvPr>
          <p:cNvSpPr/>
          <p:nvPr/>
        </p:nvSpPr>
        <p:spPr>
          <a:xfrm rot="2569244" flipV="1">
            <a:off x="5700323" y="-1278123"/>
            <a:ext cx="4253861" cy="4336904"/>
          </a:xfrm>
          <a:prstGeom prst="arc">
            <a:avLst>
              <a:gd name="adj1" fmla="val 16133008"/>
              <a:gd name="adj2" fmla="val 21349049"/>
            </a:avLst>
          </a:prstGeom>
          <a:ln w="44450">
            <a:solidFill>
              <a:srgbClr val="00B0F0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3" name="图片 112" descr="\documentclass{article}&#10;\usepackage{amsmath}&#10;\usepackage{amsfonts}&#10;\pagestyle{empty}&#10;\begin{document}&#10;&#10;$\mathcal{A}$&#10;&#10;&#10;\end{document}" title="IguanaTex Bitmap Display">
            <a:extLst>
              <a:ext uri="{FF2B5EF4-FFF2-40B4-BE49-F238E27FC236}">
                <a16:creationId xmlns:a16="http://schemas.microsoft.com/office/drawing/2014/main" id="{F9689569-639F-A4E7-EFE4-586B66166ED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858" y="812458"/>
            <a:ext cx="294858" cy="294857"/>
          </a:xfrm>
          <a:prstGeom prst="rect">
            <a:avLst/>
          </a:prstGeom>
        </p:spPr>
      </p:pic>
      <p:pic>
        <p:nvPicPr>
          <p:cNvPr id="27" name="图片 26" descr="\documentclass{article}&#10;\usepackage{amsmath}&#10;\usepackage{amsfonts}&#10;\pagestyle{empty}&#10;\begin{document}&#10;&#10;$\operatorname{Im} \mathcal{B} \circ \mathcal{C}$&#10;&#10;&#10;\end{document}" title="IguanaTex Bitmap Display">
            <a:extLst>
              <a:ext uri="{FF2B5EF4-FFF2-40B4-BE49-F238E27FC236}">
                <a16:creationId xmlns:a16="http://schemas.microsoft.com/office/drawing/2014/main" id="{3B5B7548-8464-6781-D6A5-A5C28AD35D1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288" y="1999230"/>
            <a:ext cx="886857" cy="184381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BE8C9668-54C4-B62F-5FFB-306C8443BD73}"/>
              </a:ext>
            </a:extLst>
          </p:cNvPr>
          <p:cNvSpPr/>
          <p:nvPr/>
        </p:nvSpPr>
        <p:spPr>
          <a:xfrm>
            <a:off x="9102418" y="1458364"/>
            <a:ext cx="1734292" cy="1253922"/>
          </a:xfrm>
          <a:prstGeom prst="ellipse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 descr="\documentclass{article}&#10;\usepackage{amsmath}&#10;\usepackage{amsfonts}&#10;\pagestyle{empty}&#10;\begin{document}&#10;&#10;$\operatorname{Im} \mathcal{A} \circ \mathcal{B} \circ \mathcal{C}$&#10;&#10;&#10;\end{document}" title="IguanaTex Bitmap Display">
            <a:extLst>
              <a:ext uri="{FF2B5EF4-FFF2-40B4-BE49-F238E27FC236}">
                <a16:creationId xmlns:a16="http://schemas.microsoft.com/office/drawing/2014/main" id="{907ABA1B-3F9B-7C7E-C2E6-7C9C7DEF3C3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5054" y="1987040"/>
            <a:ext cx="1327238" cy="196571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49989E0C-757E-B411-B5CF-C6218EC97719}"/>
              </a:ext>
            </a:extLst>
          </p:cNvPr>
          <p:cNvSpPr/>
          <p:nvPr/>
        </p:nvSpPr>
        <p:spPr>
          <a:xfrm>
            <a:off x="8859647" y="1203602"/>
            <a:ext cx="2219834" cy="1794241"/>
          </a:xfrm>
          <a:prstGeom prst="ellipse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\documentclass{article}&#10;\usepackage{amsmath}&#10;\usepackage{amsfonts}&#10;\pagestyle{empty}&#10;\begin{document}&#10;&#10;$\operatorname{Im} \mathcal{A}$&#10;&#10;&#10;\end{document}" title="IguanaTex Bitmap Display">
            <a:extLst>
              <a:ext uri="{FF2B5EF4-FFF2-40B4-BE49-F238E27FC236}">
                <a16:creationId xmlns:a16="http://schemas.microsoft.com/office/drawing/2014/main" id="{4B011216-FE93-9466-EA8F-B06A7881461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209" y="885335"/>
            <a:ext cx="676191" cy="245714"/>
          </a:xfrm>
          <a:prstGeom prst="rect">
            <a:avLst/>
          </a:prstGeom>
        </p:spPr>
      </p:pic>
      <p:sp>
        <p:nvSpPr>
          <p:cNvPr id="11" name="弧形 10">
            <a:extLst>
              <a:ext uri="{FF2B5EF4-FFF2-40B4-BE49-F238E27FC236}">
                <a16:creationId xmlns:a16="http://schemas.microsoft.com/office/drawing/2014/main" id="{9262B125-ADDB-B163-2CDD-A9CDB30609E1}"/>
              </a:ext>
            </a:extLst>
          </p:cNvPr>
          <p:cNvSpPr/>
          <p:nvPr/>
        </p:nvSpPr>
        <p:spPr>
          <a:xfrm rot="19003009">
            <a:off x="5789663" y="1201380"/>
            <a:ext cx="3707140" cy="3707140"/>
          </a:xfrm>
          <a:prstGeom prst="arc">
            <a:avLst>
              <a:gd name="adj1" fmla="val 17901549"/>
              <a:gd name="adj2" fmla="val 21482995"/>
            </a:avLst>
          </a:prstGeom>
          <a:ln w="44450">
            <a:solidFill>
              <a:schemeClr val="tx1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 descr="\documentclass{article}&#10;\usepackage{amsmath}&#10;\usepackage{amsfonts}&#10;\pagestyle{empty}&#10;\begin{document}&#10;&#10;$\mathcal{A}|_{\operatorname{Im}\mathcal{B}\circ \mathcal{C}}$&#10;&#10;&#10;\end{document}" title="IguanaTex Bitmap Display">
            <a:extLst>
              <a:ext uri="{FF2B5EF4-FFF2-40B4-BE49-F238E27FC236}">
                <a16:creationId xmlns:a16="http://schemas.microsoft.com/office/drawing/2014/main" id="{3655A4EE-70A4-75FA-E7A8-0E67B660207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279" y="2538148"/>
            <a:ext cx="1110476" cy="31809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A5525BE-C34F-E0F1-681C-D4062F750077}"/>
              </a:ext>
            </a:extLst>
          </p:cNvPr>
          <p:cNvSpPr/>
          <p:nvPr/>
        </p:nvSpPr>
        <p:spPr>
          <a:xfrm>
            <a:off x="1206402" y="3095507"/>
            <a:ext cx="992599" cy="992599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弧形 7">
            <a:extLst>
              <a:ext uri="{FF2B5EF4-FFF2-40B4-BE49-F238E27FC236}">
                <a16:creationId xmlns:a16="http://schemas.microsoft.com/office/drawing/2014/main" id="{8852DF7A-3447-F81B-7F4B-0C19D2D35137}"/>
              </a:ext>
            </a:extLst>
          </p:cNvPr>
          <p:cNvSpPr/>
          <p:nvPr/>
        </p:nvSpPr>
        <p:spPr>
          <a:xfrm rot="21346730" flipV="1">
            <a:off x="736586" y="1873419"/>
            <a:ext cx="1911740" cy="1911740"/>
          </a:xfrm>
          <a:prstGeom prst="arc">
            <a:avLst>
              <a:gd name="adj1" fmla="val 17901549"/>
              <a:gd name="adj2" fmla="val 1558716"/>
            </a:avLst>
          </a:prstGeom>
          <a:ln w="44450">
            <a:solidFill>
              <a:schemeClr val="tx1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\documentclass{article}&#10;\usepackage{amsmath}&#10;\usepackage{amsfonts}&#10;\pagestyle{empty}&#10;\begin{document}&#10;&#10;$\mathbb{K}^r$&#10;&#10;&#10;\end{document}" title="IguanaTex Bitmap Display">
            <a:extLst>
              <a:ext uri="{FF2B5EF4-FFF2-40B4-BE49-F238E27FC236}">
                <a16:creationId xmlns:a16="http://schemas.microsoft.com/office/drawing/2014/main" id="{19BADC7C-2074-F0D0-BADD-2689C915F65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569" y="3461521"/>
            <a:ext cx="425144" cy="260571"/>
          </a:xfrm>
          <a:prstGeom prst="rect">
            <a:avLst/>
          </a:prstGeom>
        </p:spPr>
      </p:pic>
      <p:pic>
        <p:nvPicPr>
          <p:cNvPr id="15" name="图片 14" descr="\documentclass{article}&#10;\usepackage{amsmath}&#10;\usepackage{amsfonts}&#10;\pagestyle{empty}&#10;\begin{document}&#10;&#10;$\mathcal{C}$&#10;&#10;&#10;\end{document}" title="IguanaTex Bitmap Display">
            <a:extLst>
              <a:ext uri="{FF2B5EF4-FFF2-40B4-BE49-F238E27FC236}">
                <a16:creationId xmlns:a16="http://schemas.microsoft.com/office/drawing/2014/main" id="{0B885D9E-0B73-CA91-2421-A6142081CFD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963" y="3173733"/>
            <a:ext cx="201143" cy="276571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D61BDFA-322D-8942-594A-3FAF0DD535C5}"/>
              </a:ext>
            </a:extLst>
          </p:cNvPr>
          <p:cNvSpPr/>
          <p:nvPr/>
        </p:nvSpPr>
        <p:spPr>
          <a:xfrm>
            <a:off x="1203606" y="721058"/>
            <a:ext cx="2117778" cy="2117778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 descr="\documentclass{article}&#10;\usepackage{amsmath}&#10;\usepackage{amsfonts}&#10;\pagestyle{empty}&#10;\begin{document}&#10;&#10;$\mathbb{K}^s$&#10;&#10;&#10;\end{document}" title="IguanaTex Bitmap Display">
            <a:extLst>
              <a:ext uri="{FF2B5EF4-FFF2-40B4-BE49-F238E27FC236}">
                <a16:creationId xmlns:a16="http://schemas.microsoft.com/office/drawing/2014/main" id="{C73C084D-AB84-4374-5CA2-95FBB7C240E6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682" y="304498"/>
            <a:ext cx="413715" cy="260571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2936BBF7-3926-F5F0-88F2-D31E40F9E7B9}"/>
              </a:ext>
            </a:extLst>
          </p:cNvPr>
          <p:cNvSpPr/>
          <p:nvPr/>
        </p:nvSpPr>
        <p:spPr>
          <a:xfrm>
            <a:off x="1503408" y="1086220"/>
            <a:ext cx="1582983" cy="1279489"/>
          </a:xfrm>
          <a:prstGeom prst="ellipse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\documentclass{article}&#10;\usepackage{amsmath}&#10;\usepackage{amsfonts}&#10;\pagestyle{empty}&#10;\begin{document}&#10;&#10;$\operatorname{Im} \mathcal{C}$&#10;&#10;&#10;\end{document}" title="IguanaTex Bitmap Display">
            <a:extLst>
              <a:ext uri="{FF2B5EF4-FFF2-40B4-BE49-F238E27FC236}">
                <a16:creationId xmlns:a16="http://schemas.microsoft.com/office/drawing/2014/main" id="{A55EB88C-0685-4B27-4FD6-92ADE63CC432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111" y="1606336"/>
            <a:ext cx="592381" cy="230476"/>
          </a:xfrm>
          <a:prstGeom prst="rect">
            <a:avLst/>
          </a:prstGeom>
        </p:spPr>
      </p:pic>
      <p:sp>
        <p:nvSpPr>
          <p:cNvPr id="30" name="椭圆 29">
            <a:extLst>
              <a:ext uri="{FF2B5EF4-FFF2-40B4-BE49-F238E27FC236}">
                <a16:creationId xmlns:a16="http://schemas.microsoft.com/office/drawing/2014/main" id="{8BFA346B-59B7-1ACE-7919-58E137655A75}"/>
              </a:ext>
            </a:extLst>
          </p:cNvPr>
          <p:cNvSpPr/>
          <p:nvPr/>
        </p:nvSpPr>
        <p:spPr>
          <a:xfrm>
            <a:off x="4722548" y="1203602"/>
            <a:ext cx="2219834" cy="1794241"/>
          </a:xfrm>
          <a:prstGeom prst="ellipse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 descr="\documentclass{article}&#10;\usepackage{amsmath}&#10;\usepackage{amsfonts}&#10;\pagestyle{empty}&#10;\begin{document}&#10;&#10;$\operatorname{Im} \mathcal{B}$&#10;&#10;&#10;\end{document}" title="IguanaTex Bitmap Display">
            <a:extLst>
              <a:ext uri="{FF2B5EF4-FFF2-40B4-BE49-F238E27FC236}">
                <a16:creationId xmlns:a16="http://schemas.microsoft.com/office/drawing/2014/main" id="{905E405A-4CBD-5E22-7ADA-BA5A17C5D691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110" y="885335"/>
            <a:ext cx="634286" cy="230476"/>
          </a:xfrm>
          <a:prstGeom prst="rect">
            <a:avLst/>
          </a:prstGeom>
        </p:spPr>
      </p:pic>
      <p:sp>
        <p:nvSpPr>
          <p:cNvPr id="34" name="弧形 33">
            <a:extLst>
              <a:ext uri="{FF2B5EF4-FFF2-40B4-BE49-F238E27FC236}">
                <a16:creationId xmlns:a16="http://schemas.microsoft.com/office/drawing/2014/main" id="{FE8387B3-5577-9777-738F-F4DBCB87A633}"/>
              </a:ext>
            </a:extLst>
          </p:cNvPr>
          <p:cNvSpPr/>
          <p:nvPr/>
        </p:nvSpPr>
        <p:spPr>
          <a:xfrm rot="2569244" flipV="1">
            <a:off x="2226720" y="-1553515"/>
            <a:ext cx="4253861" cy="4336904"/>
          </a:xfrm>
          <a:prstGeom prst="arc">
            <a:avLst>
              <a:gd name="adj1" fmla="val 16133008"/>
              <a:gd name="adj2" fmla="val 20534339"/>
            </a:avLst>
          </a:prstGeom>
          <a:ln w="44450">
            <a:solidFill>
              <a:srgbClr val="00B0F0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 descr="\documentclass{article}&#10;\usepackage{amsmath}&#10;\usepackage{amsfonts}&#10;\pagestyle{empty}&#10;\begin{document}&#10;&#10;$\mathcal{B}|_{\operatorname{Im}\mathcal{C}}$&#10;&#10;&#10;\end{document}" title="IguanaTex Bitmap Display">
            <a:extLst>
              <a:ext uri="{FF2B5EF4-FFF2-40B4-BE49-F238E27FC236}">
                <a16:creationId xmlns:a16="http://schemas.microsoft.com/office/drawing/2014/main" id="{93BEFD1D-2F30-083D-AC9A-4C9312632359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56" y="2231628"/>
            <a:ext cx="773333" cy="31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170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B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9.23882"/>
  <p:tag name="LATEXADDIN" val="\documentclass{article}&#10;\usepackage{amsmath}&#10;\pagestyle{empty}&#10;\begin{document}&#10;&#10;$C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95.98803"/>
  <p:tag name="LATEXADDIN" val="\documentclass{article}&#10;\usepackage{amsmath}&#10;\pagestyle{empty}&#10;\begin{document}&#10;&#10;$D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118.4852"/>
  <p:tag name="LATEXADDIN" val="\documentclass{article}&#10;\usepackage{amsmath}&#10;\pagestyle{empty}&#10;\begin{document}&#10;&#10;$C'$&#10;&#10;&#10;\end{document}"/>
  <p:tag name="IGUANATEXSIZE" val="3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3.73827"/>
  <p:tag name="ORIGINALWIDTH" val="128.2339"/>
  <p:tag name="LATEXADDIN" val="\documentclass{article}&#10;\usepackage{amsmath}&#10;\pagestyle{empty}&#10;\begin{document}&#10;&#10;$D'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P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3.73827"/>
  <p:tag name="ORIGINALWIDTH" val="119.2351"/>
  <p:tag name="LATEXADDIN" val="\documentclass{article}&#10;\usepackage{amsmath}&#10;\pagestyle{empty}&#10;\begin{document}&#10;&#10;$P'$&#10;&#10;&#10;\end{document}"/>
  <p:tag name="IGUANATEXSIZE" val="3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09.7113"/>
  <p:tag name="LATEXADDIN" val="\documentclass{article}&#10;\usepackage{amsmath}&#10;\pagestyle{empty}&#10;\begin{document}&#10;&#10;$P(P')$&#10;&#10;&#10;\end{document}"/>
  <p:tag name="IGUANATEXSIZE" val="3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3905"/>
  <p:tag name="ORIGINALWIDTH" val="136.4829"/>
  <p:tag name="LATEXADDIN" val="\documentclass{article}&#10;\usepackage{amsmath}&#10;\pagestyle{empty}&#10;\begin{document}&#10;&#10;$\mathrm{d} \sigma$&#10;&#10;&#10;\end{document}"/>
  <p:tag name="IGUANATEXSIZE" val="30"/>
  <p:tag name="IGUANATEXCURSOR" val="9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5.23811"/>
  <p:tag name="ORIGINALWIDTH" val="167.2291"/>
  <p:tag name="LATEXADDIN" val="\documentclass{article}&#10;\usepackage{amsmath}&#10;\pagestyle{empty}&#10;\begin{document}&#10;&#10;$\mathrm{d} \sigma'$&#10;&#10;&#10;\end{document}"/>
  <p:tag name="IGUANATEXSIZE" val="30"/>
  <p:tag name="IGUANATEXCURSOR" val="10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672.291"/>
  <p:tag name="LATEXADDIN" val="\documentclass{article}&#10;\usepackage{amsmath}&#10;\pagestyle{empty}&#10;\begin{document}&#10;&#10;\begin{align}&#10;(1)~&#10;\begin{cases}&#10;        y_1 = \cos \theta \cdot x_1 - \sin \theta \, \cdot x_2\\&#10;        y_2 = \sin \theta \, \cdot x_1 + \cos \theta \cdot x_2&#10;    \end{cases}&#10;\nonumber&#10;\end{align}&#10;&#10;\end{document}"/>
  <p:tag name="IGUANATEXSIZE" val="30"/>
  <p:tag name="IGUANATEXCURSOR" val="2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394.826"/>
  <p:tag name="LATEXADDIN" val="\documentclass{article}&#10;\usepackage{amsmath}&#10;\pagestyle{empty}&#10;\begin{document}&#10;&#10;$$&#10;(2)~&#10;\begin{cases}&#10;       y_1 = -1 \cdot x_1 + 0 \cdot x_2\\&#10;       y_2 = ~~\, 0 \cdot x_1 + 1 \cdot x_2&#10;    \end{cases}&#10;$$&#10;&#10;&#10;\end{document}"/>
  <p:tag name="IGUANATEXSIZE" val="30"/>
  <p:tag name="IGUANATEXCURSOR" val="1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498.313"/>
  <p:tag name="LATEXADDIN" val="\documentclass{article}&#10;\usepackage{amsmath}&#10;\pagestyle{empty}&#10;\begin{document}&#10;&#10;$$&#10;(3)~&#10;\begin{cases}&#10;        y_1 = 1 \cdot x_1 + \tan \theta \cdot x_2\\&#10;        y_2 = 0 \cdot x_1 + ~~~~~1 \cdot x_2&#10;    \end{cases}&#10;$$&#10;&#10;&#10;\end{document}"/>
  <p:tag name="IGUANATEXSIZE" val="30"/>
  <p:tag name="IGUANATEXCURSOR" val="13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411.323"/>
  <p:tag name="LATEXADDIN" val="\documentclass{article}&#10;\usepackage{amsmath}&#10;\pagestyle{empty}&#10;\begin{document}&#10;&#10;$$&#10;(4)~&#10;\begin{cases}&#10;        y_1 = k_1 \cdot x_1 + ~ \, 0 \cdot x_2\\&#10;        y_2 = \, ~0 \cdot x_1 + k_2 \cdot x_2&#10;    \end{cases}&#10;$$&#10;&#10;&#10;\end{document}"/>
  <p:tag name="IGUANATEXSIZE" val="30"/>
  <p:tag name="IGUANATEXCURSOR" val="1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478.065"/>
  <p:tag name="LATEXADDIN" val="\documentclass{article}&#10;\usepackage{amsmath}&#10;\pagestyle{empty}&#10;\begin{document}&#10;&#10;$$&#10;(5)~&#10;\begin{cases}&#10;        y_1 = 1 \cdot x_1 + \cot \theta \cdot x_2\\&#10;        y_2 = 0 \cdot x_2 + ~~~~\,0 \cdot x_2&#10;    \end{cases}&#10;$$&#10;&#10;&#10;\end{document}"/>
  <p:tag name="IGUANATEXSIZE" val="30"/>
  <p:tag name="IGUANATEXCURSOR" val="1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498.313"/>
  <p:tag name="LATEXADDIN" val="\documentclass{article}&#10;\usepackage{amsmath}&#10;\pagestyle{empty}&#10;\begin{document}&#10;&#10;$$&#10;(3)~&#10;\begin{cases}&#10;        y_1 = 1 \cdot x_1 + \tan \theta \cdot x_2\\&#10;        y_2 = 0 \cdot x_1 + ~~~~~1 \cdot x_2&#10;    \end{cases}&#10;$$&#10;&#10;&#10;\end{document}"/>
  <p:tag name="IGUANATEXSIZE" val="30"/>
  <p:tag name="IGUANATEXCURSOR" val="13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411.323"/>
  <p:tag name="LATEXADDIN" val="\documentclass{article}&#10;\usepackage{amsmath}&#10;\pagestyle{empty}&#10;\begin{document}&#10;&#10;$$&#10;(4)~&#10;\begin{cases}&#10;        y_1 = k_1 \cdot x_1 + ~ \, 0 \cdot x_2\\&#10;        y_2 = \, ~0 \cdot x_1 + k_2 \cdot x_2&#10;    \end{cases}&#10;$$&#10;&#10;&#10;\end{document}"/>
  <p:tag name="IGUANATEXSIZE" val="30"/>
  <p:tag name="IGUANATEXCURSOR" val="1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789.276"/>
  <p:tag name="LATEXADDIN" val="\documentclass{article}&#10;\usepackage{amsmath}&#10;\pagestyle{empty}&#10;\begin{document}&#10;&#10;$$&#10;(5)~&#10;\begin{cases}&#10;        y_1 = (1 + \cot \theta) \cdot x_1 + 0 \cdot x_2\\&#10;        y_2 = ~~~~~~~~~~~~ 0 \cdot x_2 + 0 \cdot x_2&#10;    \end{cases}&#10;$$&#10;&#10;&#10;\end{document}"/>
  <p:tag name="IGUANATEXSIZE" val="30"/>
  <p:tag name="IGUANATEXCURSOR" val="21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B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B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3821.522"/>
  <p:tag name="LATEXADDIN" val="\documentclass{article}&#10;\usepackage{amsmath}&#10;\usepackage{bm}&#10;\pagestyle{empty}&#10;\begin{document}&#10;&#10;\begin{align}&#10;\begin{cases}&#10;        y_1 = \cos \theta \cdot x_1 - \sin \theta \, \cdot x_2\\[4pt]&#10;        y_2 = \sin \theta \, \cdot x_1 + \cos \theta \cdot x_2&#10;    \end{cases}&#10;~&#10;\Longleftrightarrow&#10;~~~&#10;\begin{pmatrix}&#10;y_1 \\[4pt]&#10;y_2&#10;\end{pmatrix}&#10;=&#10;\begin{pmatrix}&#10;\cos \theta &amp; -\sin \theta \\[4pt]&#10;\sin \theta &amp; \cos \theta&#10;\end{pmatrix}&#10;\begin{pmatrix}&#10;x_1 \\[4pt]&#10;x_2&#10;\end{pmatrix}&#10;\nonumber&#10;\end{align}&#10;&#10;\end{document}"/>
  <p:tag name="IGUANATEXSIZE" val="30"/>
  <p:tag name="IGUANATEXCURSOR" val="27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$\bm{\alpha}_1$&#10;&#10;&#10;\end{document}"/>
  <p:tag name="IGUANATEXSIZE" val="30"/>
  <p:tag name="IGUANATEXCURSOR" val="10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$\bm{\alpha}_2$&#10;&#10;&#10;\end{document}"/>
  <p:tag name="IGUANATEXSIZE" val="30"/>
  <p:tag name="IGUANATEXCURSOR" val="10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564.304"/>
  <p:tag name="LATEXADDIN" val="\documentclass{article}&#10;\usepackage{amsmath}&#10;\usepackage{bm}&#10;\pagestyle{empty}&#10;\begin{document}&#10;&#10;\begin{align}&#10;\Longleftrightarrow~~~~~&#10;\bm{y} &amp;= A \bm{x} &#10;= (\bm{\alpha}_1~ \bm{\alpha}_2) \bm{x}&#10;\nonumber&#10;\end{align}&#10;&#10;\end{document}"/>
  <p:tag name="IGUANATEXSIZE" val="30"/>
  <p:tag name="IGUANATEXCURSOR" val="1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2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07.2366"/>
  <p:tag name="LATEXADDIN" val="\documentclass{article}&#10;\usepackage{amsmath}&#10;\usepackage{bm}&#10;\pagestyle{empty}&#10;\begin{document}&#10;&#10;\begin{align}&#10;\bm{e}_2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04.237"/>
  <p:tag name="LATEXADDIN" val="\documentclass{article}&#10;\usepackage{amsmath}&#10;\usepackage{bm}&#10;\pagestyle{empty}&#10;\begin{document}&#10;&#10;\begin{align}&#10;\bm{e}_1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98.98764"/>
  <p:tag name="LATEXADDIN" val="\documentclass{article}&#10;\usepackage{amsmath}&#10;\pagestyle{empty}&#10;\begin{document}&#10;&#10;$y_1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101.9872"/>
  <p:tag name="LATEXADDIN" val="\documentclass{article}&#10;\usepackage{amsmath}&#10;\pagestyle{empty}&#10;\begin{document}&#10;&#10;$y_2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07.2366"/>
  <p:tag name="LATEXADDIN" val="\documentclass{article}&#10;\usepackage{amsmath}&#10;\usepackage{bm}&#10;\pagestyle{empty}&#10;\begin{document}&#10;&#10;\begin{align}&#10;\bm{e}_2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04.237"/>
  <p:tag name="LATEXADDIN" val="\documentclass{article}&#10;\usepackage{amsmath}&#10;\usepackage{bm}&#10;\pagestyle{empty}&#10;\begin{document}&#10;&#10;\begin{align}&#10;\bm{e}_1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07.2366"/>
  <p:tag name="LATEXADDIN" val="\documentclass{article}&#10;\usepackage{amsmath}&#10;\usepackage{bm}&#10;\pagestyle{empty}&#10;\begin{document}&#10;&#10;\begin{align}&#10;\bm{e}_2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04.237"/>
  <p:tag name="LATEXADDIN" val="\documentclass{article}&#10;\usepackage{amsmath}&#10;\usepackage{bm}&#10;\pagestyle{empty}&#10;\begin{document}&#10;&#10;\begin{align}&#10;\bm{e}_1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104.237"/>
  <p:tag name="LATEXADDIN" val="\documentclass{article}&#10;\usepackage{amsmath}&#10;\usepackage{bm}&#10;\pagestyle{empty}&#10;\begin{document}&#10;&#10;\begin{align}&#10;\bm{f}_1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107.2366"/>
  <p:tag name="LATEXADDIN" val="\documentclass{article}&#10;\usepackage{amsmath}&#10;\usepackage{bm}&#10;\pagestyle{empty}&#10;\begin{document}&#10;&#10;\begin{align}&#10;\bm{f}_2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152.606"/>
  <p:tag name="LATEXADDIN" val="\documentclass{article}&#10;\usepackage{amsmath}&#10;\usepackage{bm}&#10;\pagestyle{empty}&#10;\begin{document}&#10;&#10;\begin{align}&#10;R = &#10;\begin{pmatrix}&#10;\cos \theta &amp; -\sin \theta \\[4pt]&#10;\sin \theta &amp; \cos \theta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773.1534"/>
  <p:tag name="LATEXADDIN" val="\documentclass{article}&#10;\usepackage{amsmath}&#10;\usepackage{bm}&#10;\pagestyle{empty}&#10;\begin{document}&#10;&#10;\begin{align}&#10;F = &#10;\begin{pmatrix}&#10;-1 &amp; 0 \\[4pt]&#10;0 &amp; 1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60.8923"/>
  <p:tag name="LATEXADDIN" val="\documentclass{article}&#10;\usepackage{amsmath}&#10;\usepackage{bm}&#10;\pagestyle{empty}&#10;\begin{document}&#10;&#10;\begin{align}&#10;S = &#10;\begin{pmatrix}&#10;1 &amp; \tan \theta \\[4pt]&#10;0 &amp; 1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01.6498"/>
  <p:tag name="LATEXADDIN" val="\documentclass{article}&#10;\usepackage{amsmath}&#10;\usepackage{bm}&#10;\pagestyle{empty}&#10;\begin{document}&#10;&#10;\begin{align}&#10;D = &#10;\begin{pmatrix}&#10;k_1 &amp; 0 \\[4pt]&#10;0 &amp; k_2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62.3922"/>
  <p:tag name="LATEXADDIN" val="\documentclass{article}&#10;\usepackage{amsmath}&#10;\usepackage{bm}&#10;\pagestyle{empty}&#10;\begin{document}&#10;&#10;\begin{align}&#10;P = &#10;\begin{pmatrix}&#10;1 &amp; \cot \theta \\[4pt]&#10;0 &amp; 0&#10;\end{pmatrix}&#10;\nonumber&#10;\end{align}&#10;&#10;\end{document}"/>
  <p:tag name="IGUANATEXSIZE" val="30"/>
  <p:tag name="IGUANATEXCURSOR" val="14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98.98764"/>
  <p:tag name="LATEXADDIN" val="\documentclass{article}&#10;\usepackage{amsmath}&#10;\pagestyle{empty}&#10;\begin{document}&#10;&#10;$y_1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98.98764"/>
  <p:tag name="LATEXADDIN" val="\documentclass{article}&#10;\usepackage{amsmath}&#10;\pagestyle{empty}&#10;\begin{document}&#10;&#10;$y_1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98.98764"/>
  <p:tag name="LATEXADDIN" val="\documentclass{article}&#10;\usepackage{amsmath}&#10;\pagestyle{empty}&#10;\begin{document}&#10;&#10;$y_1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98.98764"/>
  <p:tag name="LATEXADDIN" val="\documentclass{article}&#10;\usepackage{amsmath}&#10;\pagestyle{empty}&#10;\begin{document}&#10;&#10;$y_1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101.9872"/>
  <p:tag name="LATEXADDIN" val="\documentclass{article}&#10;\usepackage{amsmath}&#10;\pagestyle{empty}&#10;\begin{document}&#10;&#10;$y_2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101.9872"/>
  <p:tag name="LATEXADDIN" val="\documentclass{article}&#10;\usepackage{amsmath}&#10;\pagestyle{empty}&#10;\begin{document}&#10;&#10;$y_2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101.9872"/>
  <p:tag name="LATEXADDIN" val="\documentclass{article}&#10;\usepackage{amsmath}&#10;\pagestyle{empty}&#10;\begin{document}&#10;&#10;$y_2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101.9872"/>
  <p:tag name="LATEXADDIN" val="\documentclass{article}&#10;\usepackage{amsmath}&#10;\pagestyle{empty}&#10;\begin{document}&#10;&#10;$y_2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62.99213"/>
  <p:tag name="LATEXADDIN" val="\documentclass{article}&#10;\usepackage{amsmath}&#10;\pagestyle{empty}&#10;\begin{document}&#10;&#10;$x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38.99512"/>
  <p:tag name="LATEXADDIN" val="\documentclass{article}&#10;\usepackage{amsmath}&#10;\pagestyle{empty}&#10;\begin{document}&#10;&#10;$t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3.7195"/>
  <p:tag name="LATEXADDIN" val="\documentclass{article}&#10;\usepackage{amsmath}&#10;\pagestyle{empty}&#10;\begin{document}&#10;&#10;$(x,t)$&#10;&#10;&#10;\end{document}"/>
  <p:tag name="IGUANATEXSIZE" val="3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13.4608"/>
  <p:tag name="LATEXADDIN" val="\documentclass{article}&#10;\usepackage{amsmath}&#10;\pagestyle{empty}&#10;\begin{document}&#10;&#10;$(x',t')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62.99213"/>
  <p:tag name="LATEXADDIN" val="\documentclass{article}&#10;\usepackage{amsmath}&#10;\pagestyle{empty}&#10;\begin{document}&#10;&#10;$x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38.99512"/>
  <p:tag name="LATEXADDIN" val="\documentclass{article}&#10;\usepackage{amsmath}&#10;\pagestyle{empty}&#10;\begin{document}&#10;&#10;$t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5.23811"/>
  <p:tag name="ORIGINALWIDTH" val="68.99134"/>
  <p:tag name="LATEXADDIN" val="\documentclass{article}&#10;\usepackage{amsmath}&#10;\pagestyle{empty}&#10;\begin{document}&#10;&#10;$t'$&#10;&#10;&#10;\end{document}"/>
  <p:tag name="IGUANATEXSIZE" val="3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5.23811"/>
  <p:tag name="ORIGINALWIDTH" val="94.48819"/>
  <p:tag name="LATEXADDIN" val="\documentclass{article}&#10;\usepackage{amsmath}&#10;\pagestyle{empty}&#10;\begin{document}&#10;&#10;$x'$&#10;&#10;&#10;\end{document}"/>
  <p:tag name="IGUANATEXSIZE" val="3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3.7195"/>
  <p:tag name="LATEXADDIN" val="\documentclass{article}&#10;\usepackage{amsmath}&#10;\pagestyle{empty}&#10;\begin{document}&#10;&#10;$(x,t)$&#10;&#10;&#10;\end{document}"/>
  <p:tag name="IGUANATEXSIZE" val="3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13.4608"/>
  <p:tag name="LATEXADDIN" val="\documentclass{article}&#10;\usepackage{amsmath}&#10;\pagestyle{empty}&#10;\begin{document}&#10;&#10;$(x',t')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98874"/>
  <p:tag name="ORIGINALWIDTH" val="303.712"/>
  <p:tag name="LATEXADDIN" val="\documentclass{article}&#10;\usepackage{amsmath}&#10;\pagestyle{empty}&#10;\usepackage{bm}&#10;\begin{document}&#10;&#10;$\bm{S}=1$&#10;&#10;&#10;\end{document}"/>
  <p:tag name="IGUANATEXSIZE" val="30"/>
  <p:tag name="IGUANATEXCURSOR" val="9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368.9539"/>
  <p:tag name="LATEXADDIN" val="\documentclass{article}&#10;\usepackage{amsmath}&#10;\usepackage{bm}&#10;\pagestyle{empty}&#10;\begin{document}&#10;&#10;\begin{align}&#10;\bm{\beta}_2 = \bm{0}&#10;\nonumber&#10;\end{align}&#10;&#10;\end{document}"/>
  <p:tag name="IGUANATEXSIZE" val="30"/>
  <p:tag name="IGUANATEXCURSOR" val="13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152.606"/>
  <p:tag name="LATEXADDIN" val="\documentclass{article}&#10;\usepackage{amsmath}&#10;\usepackage{bm}&#10;\pagestyle{empty}&#10;\begin{document}&#10;&#10;\begin{align}&#10;R = &#10;\begin{pmatrix}&#10;\cos \theta &amp; -\sin \theta \\[4pt]&#10;\sin \theta &amp; \cos \theta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773.1534"/>
  <p:tag name="LATEXADDIN" val="\documentclass{article}&#10;\usepackage{amsmath}&#10;\usepackage{bm}&#10;\pagestyle{empty}&#10;\begin{document}&#10;&#10;\begin{align}&#10;F = &#10;\begin{pmatrix}&#10;-1 &amp; 0 \\[4pt]&#10;0 &amp; 1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60.8923"/>
  <p:tag name="LATEXADDIN" val="\documentclass{article}&#10;\usepackage{amsmath}&#10;\usepackage{bm}&#10;\pagestyle{empty}&#10;\begin{document}&#10;&#10;\begin{align}&#10;S = &#10;\begin{pmatrix}&#10;1 &amp; \tan \theta \\[4pt]&#10;0 &amp; 1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01.6498"/>
  <p:tag name="LATEXADDIN" val="\documentclass{article}&#10;\usepackage{amsmath}&#10;\usepackage{bm}&#10;\pagestyle{empty}&#10;\begin{document}&#10;&#10;\begin{align}&#10;D = &#10;\begin{pmatrix}&#10;k_1 &amp; 0 \\[4pt]&#10;0 &amp; k_2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62.3922"/>
  <p:tag name="LATEXADDIN" val="\documentclass{article}&#10;\usepackage{amsmath}&#10;\usepackage{bm}&#10;\pagestyle{empty}&#10;\begin{document}&#10;&#10;\begin{align}&#10;P = &#10;\begin{pmatrix}&#10;1 &amp; \cot \theta \\[4pt]&#10;0 &amp; 0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98874"/>
  <p:tag name="ORIGINALWIDTH" val="303.712"/>
  <p:tag name="LATEXADDIN" val="\documentclass{article}&#10;\usepackage{amsmath}&#10;\pagestyle{empty}&#10;\usepackage{bm}&#10;\begin{document}&#10;&#10;$\bm{S}=1$&#10;&#10;&#10;\end{document}"/>
  <p:tag name="IGUANATEXSIZE" val="30"/>
  <p:tag name="IGUANATEXCURSOR" val="9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98874"/>
  <p:tag name="ORIGINALWIDTH" val="303.712"/>
  <p:tag name="LATEXADDIN" val="\documentclass{article}&#10;\usepackage{amsmath}&#10;\pagestyle{empty}&#10;\usepackage{bm}&#10;\begin{document}&#10;&#10;$\bm{S}=1$&#10;&#10;&#10;\end{document}"/>
  <p:tag name="IGUANATEXSIZE" val="30"/>
  <p:tag name="IGUANATEXCURSOR" val="9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.4867"/>
  <p:tag name="ORIGINALWIDTH" val="480.6899"/>
  <p:tag name="LATEXADDIN" val="\documentclass{article}&#10;\usepackage{amsmath}&#10;\pagestyle{empty}&#10;\usepackage{bm}&#10;\begin{document}&#10;&#10;$\bm{S}=k_1 k_2$&#10;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308.9613"/>
  <p:tag name="LATEXADDIN" val="\documentclass{article}&#10;\usepackage{amsmath}&#10;\pagestyle{empty}&#10;\usepackage{bm}&#10;\begin{document}&#10;&#10;$\bm{S}=0$&#10;&#10;&#10;\end{document}"/>
  <p:tag name="IGUANATEXSIZE" val="30"/>
  <p:tag name="IGUANATEXCURSOR" val="10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98874"/>
  <p:tag name="ORIGINALWIDTH" val="400.4499"/>
  <p:tag name="LATEXADDIN" val="\documentclass{article}&#10;\usepackage{amsmath}&#10;\pagestyle{empty}&#10;\usepackage{bm}&#10;\begin{document}&#10;&#10;$\bm{S}=-1$&#10;&#10;&#10;\end{document}"/>
  <p:tag name="IGUANATEXSIZE" val="30"/>
  <p:tag name="IGUANATEXCURSOR" val="10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9843"/>
  <p:tag name="LATEXADDIN" val="\documentclass{article}&#10;\usepackage{amsmath}&#10;\usepackage{bm}&#10;\pagestyle{empty}&#10;\begin{document}&#10;&#10;\begin{align}&#10;\bm{\beta}_3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3.952"/>
  <p:tag name="LATEXADDIN" val="\documentclass{article}&#10;\usepackage{amsmath}&#10;\pagestyle{empty}&#10;\begin{document}&#10;&#10;$|I_2| = 1$&#10;&#10;&#10;\end{document}"/>
  <p:tag name="IGUANATEXSIZE" val="3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33.4833"/>
  <p:tag name="LATEXADDIN" val="\documentclass{article}&#10;\usepackage{amsmath}&#10;\usepackage{bm}&#10;\pagestyle{empty}&#10;\begin{document}&#10;&#10;$|A|$&#10;&#10;&#10;\end{document}"/>
  <p:tag name="IGUANATEXSIZE" val="30"/>
  <p:tag name="IGUANATEXCURSOR" val="10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.48969"/>
  <p:tag name="ORIGINALWIDTH" val="76.49047"/>
  <p:tag name="LATEXADDIN" val="\documentclass{article}&#10;\usepackage{amsmath}&#10;\usepackage{bm}&#10;\pagestyle{empty}&#10;\begin{document}&#10;&#10;\begin{align}&#10;\bm{\gamma}&#10;\nonumber&#10;\end{align}&#10;&#10;\end{document}"/>
  <p:tag name="IGUANATEXSIZE" val="30"/>
  <p:tag name="IGUANATEXCURSOR" val="12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34.7206"/>
  <p:tag name="LATEXADDIN" val="\documentclass{article}&#10;\usepackage{amsmath}&#10;\usepackage{bm}&#10;\pagestyle{empty}&#10;\begin{document}&#10;&#10;$-|A|$&#10;&#10;&#10;\end{document}"/>
  <p:tag name="IGUANATEXSIZE" val="30"/>
  <p:tag name="IGUANATEXCURSOR" val="10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3.9745"/>
  <p:tag name="LATEXADDIN" val="\documentclass{article}&#10;\usepackage{amsmath}&#10;\usepackage{bm}&#10;\pagestyle{empty}&#10;\begin{document}&#10;&#10;$2|A|$&#10;&#10;&#10;\end{document}"/>
  <p:tag name="IGUANATEXSIZE" val="30"/>
  <p:tag name="IGUANATEXCURSOR" val="10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82.9771"/>
  <p:tag name="LATEXADDIN" val="\documentclass{article}&#10;\usepackage{amsmath}&#10;\usepackage{bm}&#10;\pagestyle{empty}&#10;\begin{document}&#10;&#10;\begin{align}&#10;2\bm{\beta}_2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.48969"/>
  <p:tag name="ORIGINALWIDTH" val="76.49047"/>
  <p:tag name="LATEXADDIN" val="\documentclass{article}&#10;\usepackage{amsmath}&#10;\usepackage{bm}&#10;\pagestyle{empty}&#10;\begin{document}&#10;&#10;\begin{align}&#10;\bm{\gamma}&#10;\nonumber&#10;\end{align}&#10;&#10;\end{document}"/>
  <p:tag name="IGUANATEXSIZE" val="30"/>
  <p:tag name="IGUANATEXCURSOR" val="12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365.9543"/>
  <p:tag name="LATEXADDIN" val="\documentclass{article}&#10;\usepackage{amsmath}&#10;\usepackage{bm}&#10;\pagestyle{empty}&#10;\begin{document}&#10;&#10;\begin{align}&#10;\bm{\beta}_1 + \bm{\gamma}&#10;\nonumber&#10;\end{align}&#10;&#10;\end{document}"/>
  <p:tag name="IGUANATEXSIZE" val="30"/>
  <p:tag name="IGUANATEXCURSOR" val="13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41.7323"/>
  <p:tag name="LATEXADDIN" val="\documentclass{article}&#10;\usepackage{amsmath}&#10;\usepackage{bm}&#10;\pagestyle{empty}&#10;\begin{document}&#10;&#10;$|B|$&#10;&#10;&#10;\end{document}"/>
  <p:tag name="IGUANATEXSIZE" val="30"/>
  <p:tag name="IGUANATEXCURSOR" val="10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55.943"/>
  <p:tag name="LATEXADDIN" val="\documentclass{article}&#10;\usepackage{amsmath}&#10;\usepackage{bm}&#10;\pagestyle{empty}&#10;\begin{document}&#10;&#10;$|A|+|B|$&#10;&#10;&#10;\end{document}"/>
  <p:tag name="IGUANATEXSIZE" val="30"/>
  <p:tag name="IGUANATEXCURSOR" val="10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2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262.4672"/>
  <p:tag name="LATEXADDIN" val="\documentclass{article}&#10;\usepackage{amsmath}&#10;\usepackage{bm}&#10;\pagestyle{empty}&#10;\begin{document}&#10;&#10;\begin{align}&#10;x_2 \bm{\alpha}_2&#10;\nonumber&#10;\end{align}&#10;&#10;\end{document}"/>
  <p:tag name="IGUANATEXSIZE" val="30"/>
  <p:tag name="IGUANATEXCURSOR" val="12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80.24"/>
  <p:tag name="LATEXADDIN" val="\documentclass{article}&#10;\usepackage{amsmath}&#10;\usepackage{bm}&#10;\pagestyle{empty}&#10;\begin{document}&#10;&#10;\begin{align}&#10;\bm{\beta}&#10;\nonumber&#10;\end{align}&#10;&#10;\end{document}"/>
  <p:tag name="IGUANATEXSIZE" val="30"/>
  <p:tag name="IGUANATEXCURSOR" val="1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1529.059"/>
  <p:tag name="LATEXADDIN" val="\documentclass{article}&#10;\usepackage{amsmath}&#10;\usepackage{bm}&#10;\pagestyle{empty}&#10;\begin{document}&#10;&#10;\begin{align}&#10;x_2 = \dfrac{x_2 \| \bm{\alpha}_2 \|}{\| \bm{\alpha}_2 \|}&#10;= \dfrac{\mathrm{det}(\bm{\alpha}_1, \bm{\beta})}{\mathrm{det}(\bm{\alpha}_1, \bm{\alpha}_2)}&#10;\nonumber&#10;\end{align}&#10;&#10;\end{document}"/>
  <p:tag name="IGUANATEXSIZE" val="30"/>
  <p:tag name="IGUANATEXCURSOR" val="12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2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259.4676"/>
  <p:tag name="LATEXADDIN" val="\documentclass{article}&#10;\usepackage{amsmath}&#10;\usepackage{bm}&#10;\pagestyle{empty}&#10;\begin{document}&#10;&#10;\begin{align}&#10;x_1 \bm{\alpha}_1&#10;\nonumber&#10;\end{align}&#10;&#10;\end{document}"/>
  <p:tag name="IGUANATEXSIZE" val="30"/>
  <p:tag name="IGUANATEXCURSOR" val="12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80.24"/>
  <p:tag name="LATEXADDIN" val="\documentclass{article}&#10;\usepackage{amsmath}&#10;\usepackage{bm}&#10;\pagestyle{empty}&#10;\begin{document}&#10;&#10;\begin{align}&#10;\bm{\beta}&#10;\nonumber&#10;\end{align}&#10;&#10;\end{document}"/>
  <p:tag name="IGUANATEXSIZE" val="30"/>
  <p:tag name="IGUANATEXCURSOR" val="1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1529.059"/>
  <p:tag name="LATEXADDIN" val="\documentclass{article}&#10;\usepackage{amsmath}&#10;\usepackage{bm}&#10;\pagestyle{empty}&#10;\begin{document}&#10;&#10;\begin{align}&#10;x_1 = \dfrac{x_1 \| \bm{\alpha}_1 \|}{\| \bm{\alpha}_1\| }&#10;= \dfrac{\mathrm{det}(\bm{\beta}, \bm{\alpha}_2)}{\mathrm{det}(\bm{\alpha}_1, \bm{\alpha}_2)}&#10;\nonumber&#10;\end{align}&#10;&#10;\end{document}"/>
  <p:tag name="IGUANATEXSIZE" val="30"/>
  <p:tag name="IGUANATEXCURSOR" val="12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259.4676"/>
  <p:tag name="LATEXADDIN" val="\documentclass{article}&#10;\usepackage{amsmath}&#10;\usepackage{bm}&#10;\pagestyle{empty}&#10;\begin{document}&#10;&#10;\begin{align}&#10;x_1 \bm{\alpha}_1&#10;\nonumber&#10;\end{align}&#10;&#10;\end{document}"/>
  <p:tag name="IGUANATEXSIZE" val="30"/>
  <p:tag name="IGUANATEXCURSOR" val="12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262.4672"/>
  <p:tag name="LATEXADDIN" val="\documentclass{article}&#10;\usepackage{amsmath}&#10;\usepackage{bm}&#10;\pagestyle{empty}&#10;\begin{document}&#10;&#10;\begin{align}&#10;x_2 \bm{\alpha}_2&#10;\nonumber&#10;\end{align}&#10;&#10;\end{document}"/>
  <p:tag name="IGUANATEXSIZE" val="30"/>
  <p:tag name="IGUANATEXCURSOR" val="12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946.3817"/>
  <p:tag name="LATEXADDIN" val="\documentclass{article}&#10;\usepackage{amsmath}&#10;\usepackage{bm}&#10;\pagestyle{empty}&#10;\begin{document}&#10;&#10;\begin{align}&#10;\bm{\beta} = x_1 \bm{\alpha}_1 + x_2 \bm{\alpha}_2&#10;\nonumber&#10;\end{align}&#10;&#10;\end{document}"/>
  <p:tag name="IGUANATEXSIZE" val="30"/>
  <p:tag name="IGUANATEXCURSOR" val="15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2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80.24"/>
  <p:tag name="LATEXADDIN" val="\documentclass{article}&#10;\usepackage{amsmath}&#10;\usepackage{bm}&#10;\pagestyle{empty}&#10;\begin{document}&#10;&#10;\begin{align}&#10;\bm{\beta}&#10;\nonumber&#10;\end{align}&#10;&#10;\end{document}"/>
  <p:tag name="IGUANATEXSIZE" val="30"/>
  <p:tag name="IGUANATEXCURSOR" val="12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86.23921"/>
  <p:tag name="LATEXADDIN" val="\documentclass{article}&#10;\usepackage{amsmath}&#10;\usepackage{amsfonts}&#10;\pagestyle{empty}&#10;\begin{document}&#10;&#10;$\mathbb{R}$&#10;&#10;&#10;\end{document}"/>
  <p:tag name="IGUANATEXSIZE" val="35"/>
  <p:tag name="IGUANATEXCURSOR" val="11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132.7334"/>
  <p:tag name="LATEXADDIN" val="\documentclass{article}&#10;\usepackage{amsmath}&#10;\usepackage{amsfonts}&#10;\pagestyle{empty}&#10;\begin{document}&#10;&#10;$\mathbb{R}^2$&#10;&#10;&#10;\end{document}"/>
  <p:tag name="IGUANATEXSIZE" val="35"/>
  <p:tag name="IGUANATEXCURSOR" val="11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133.4833"/>
  <p:tag name="LATEXADDIN" val="\documentclass{article}&#10;\usepackage{amsmath}&#10;\usepackage{amsfonts}&#10;\pagestyle{empty}&#10;\begin{document}&#10;&#10;$\mathbb{R}^3$&#10;&#10;&#10;\end{document}"/>
  <p:tag name="IGUANATEXSIZE" val="35"/>
  <p:tag name="IGUANATEXCURSOR" val="11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2339"/>
  <p:tag name="ORIGINALWIDTH" val="422.9472"/>
  <p:tag name="LATEXADDIN" val="\documentclass{article}&#10;\usepackage{amsmath}&#10;\usepackage{amsfonts}&#10;\usepackage{bm}&#10;\pagestyle{empty}&#10;\begin{document}&#10;&#10;\begin{align}&#10;V_1 \subset \mathbb{R}^3&#10;\nonumber&#10;\end{align}&#10;&#10;\end{document}"/>
  <p:tag name="IGUANATEXSIZE" val="30"/>
  <p:tag name="IGUANATEXCURSOR" val="6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2339"/>
  <p:tag name="ORIGINALWIDTH" val="422.9472"/>
  <p:tag name="LATEXADDIN" val="\documentclass{article}&#10;\usepackage{amsmath}&#10;\usepackage{amsfonts}&#10;\usepackage{bm}&#10;\pagestyle{empty}&#10;\begin{document}&#10;&#10;\begin{align}&#10;V_2 \subset \mathbb{R}^3&#10;\nonumber&#10;\end{align}&#10;&#10;\end{document}"/>
  <p:tag name="IGUANATEXSIZE" val="30"/>
  <p:tag name="IGUANATEXCURSOR" val="13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550.4312"/>
  <p:tag name="LATEXADDIN" val="\documentclass{article}&#10;\usepackage{amsmath}&#10;\usepackage{amsfonts}&#10;\usepackage{bm}&#10;\pagestyle{empty}&#10;\begin{document}&#10;&#10;\begin{align}&#10;\text{dim}V_1 = 1&#10;\nonumber&#10;\end{align}&#10;&#10;\end{document}"/>
  <p:tag name="IGUANATEXSIZE" val="30"/>
  <p:tag name="IGUANATEXCURSOR" val="15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554.1807"/>
  <p:tag name="LATEXADDIN" val="\documentclass{article}&#10;\usepackage{amsmath}&#10;\usepackage{amsfonts}&#10;\usepackage{bm}&#10;\pagestyle{empty}&#10;\begin{document}&#10;&#10;\begin{align}&#10;\text{dim}V_2 = 2&#10;\nonumber&#10;\end{align}&#10;&#10;\end{document}"/>
  <p:tag name="IGUANATEXSIZE" val="30"/>
  <p:tag name="IGUANATEXCURSOR" val="15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87.2141"/>
  <p:tag name="LATEXADDIN" val="\documentclass{article}&#10;\usepackage{amsmath}&#10;\usepackage{amsfonts}&#10;\usepackage{bm}&#10;\pagestyle{empty}&#10;\begin{document}&#10;&#10;\begin{align}&#10;\text{Ker}A&#10;\nonumber&#10;\end{align}&#10;&#10;\end{document}"/>
  <p:tag name="IGUANATEXSIZE" val="30"/>
  <p:tag name="IGUANATEXCURSOR" val="14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87.2141"/>
  <p:tag name="LATEXADDIN" val="\documentclass{article}&#10;\usepackage{amsmath}&#10;\usepackage{amsfonts}&#10;\usepackage{bm}&#10;\pagestyle{empty}&#10;\begin{document}&#10;&#10;\begin{align}&#10;\text{Ker}A&#10;\nonumber&#10;\end{align}&#10;&#10;\end{document}"/>
  <p:tag name="IGUANATEXSIZE" val="30"/>
  <p:tag name="IGUANATEXCURSOR" val="14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59.3926"/>
  <p:tag name="LATEXADDIN" val="\documentclass{article}&#10;\usepackage{amsmath}&#10;\usepackage{bm}&#10;\pagestyle{empty}&#10;\begin{document}&#10;&#10;\begin{align}&#10;A = &#10;\begin{pmatrix}&#10;1 &amp; \cot \theta \\[4pt]&#10;0 &amp; 0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2.6846"/>
  <p:tag name="ORIGINALWIDTH" val="872.8909"/>
  <p:tag name="LATEXADDIN" val="\documentclass{article}&#10;\usepackage{amsmath}&#10;\usepackage{bm}&#10;\pagestyle{empty}&#10;\begin{document}&#10;&#10;\begin{align}&#10;A = &#10;\begin{pmatrix}&#10;0 &amp; 0 &amp; 1  \\[4pt]&#10;0 &amp; 0 &amp; 2  \\[4pt]&#10;0 &amp; 0 &amp; 3 &#10;\end{pmatrix}&#10;\nonumber&#10;\end{align}&#10;&#10;\end{document}"/>
  <p:tag name="IGUANATEXSIZE" val="30"/>
  <p:tag name="IGUANATEXCURSOR" val="17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.74244"/>
  <p:tag name="ORIGINALWIDTH" val="60.74244"/>
  <p:tag name="LATEXADDIN" val="\documentclass{article}&#10;\usepackage{amsmath}&#10;\pagestyle{empty}&#10;\begin{document}&#10;&#10;&#10;$\times$&#10;&#10;\end{document}"/>
  <p:tag name="IGUANATEXSIZE" val="6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.24638"/>
  <p:tag name="ORIGINALWIDTH" val="83.23961"/>
  <p:tag name="LATEXADDIN" val="\documentclass{article}&#10;\usepackage{amsmath}&#10;\pagestyle{empty}&#10;\begin{document}&#10;&#10;&#10;$=$&#10;&#10;\end{document}"/>
  <p:tag name="IGUANATEXSIZE" val="6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.24638"/>
  <p:tag name="ORIGINALWIDTH" val="83.23961"/>
  <p:tag name="LATEXADDIN" val="\documentclass{article}&#10;\usepackage{amsmath}&#10;\pagestyle{empty}&#10;\begin{document}&#10;&#10;&#10;$=$&#10;&#10;\end{document}"/>
  <p:tag name="IGUANATEXSIZE" val="6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.74244"/>
  <p:tag name="ORIGINALWIDTH" val="60.74244"/>
  <p:tag name="LATEXADDIN" val="\documentclass{article}&#10;\usepackage{amsmath}&#10;\pagestyle{empty}&#10;\begin{document}&#10;&#10;&#10;$\times$&#10;&#10;\end{document}"/>
  <p:tag name="IGUANATEXSIZE" val="6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2.4747"/>
  <p:tag name="ORIGINALWIDTH" val="714.6606"/>
  <p:tag name="LATEXADDIN" val="\documentclass{article}&#10;\usepackage{amsmath}&#10;\pagestyle{empty}&#10;\begin{document}&#10;&#10;$\boxed{\text{log}_{5}125 = 3}$&#10;&#10;&#10;\end{document}"/>
  <p:tag name="IGUANATEXSIZE" val="30"/>
  <p:tag name="IGUANATEXCURSOR" val="11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2.4747"/>
  <p:tag name="ORIGINALWIDTH" val="652.4184"/>
  <p:tag name="LATEXADDIN" val="\documentclass{article}&#10;\usepackage{amsmath}&#10;\pagestyle{empty}&#10;\begin{document}&#10;&#10;$\boxed{\text{log}_{5}25 = 2}$&#10;&#10;&#10;\end{document}"/>
  <p:tag name="IGUANATEXSIZE" val="30"/>
  <p:tag name="IGUANATEXCURSOR" val="11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2.4747"/>
  <p:tag name="ORIGINALWIDTH" val="590.1762"/>
  <p:tag name="LATEXADDIN" val="\documentclass{article}&#10;\usepackage{amsmath}&#10;\pagestyle{empty}&#10;\begin{document}&#10;&#10;$\boxed{\text{log}_{5}5 = 1}$&#10;&#10;&#10;\end{document}"/>
  <p:tag name="IGUANATEXSIZE" val="30"/>
  <p:tag name="IGUANATEXCURSOR" val="10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.24638"/>
  <p:tag name="ORIGINALWIDTH" val="83.23961"/>
  <p:tag name="LATEXADDIN" val="\documentclass{article}&#10;\usepackage{amsmath}&#10;\pagestyle{empty}&#10;\begin{document}&#10;&#10;&#10;$=$&#10;&#10;\end{document}"/>
  <p:tag name="IGUANATEXSIZE" val="6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23961"/>
  <p:tag name="ORIGINALWIDTH" val="83.23961"/>
  <p:tag name="LATEXADDIN" val="\documentclass{article}&#10;\usepackage{amsmath}&#10;\pagestyle{empty}&#10;\begin{document}&#10;&#10;&#10;$+$&#10;&#10;\end{document}"/>
  <p:tag name="IGUANATEXSIZE" val="6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2.7259"/>
  <p:tag name="ORIGINALWIDTH" val="666.6667"/>
  <p:tag name="LATEXADDIN" val="\documentclass{article}&#10;\usepackage{amsmath}&#10;\usepackage{amsfonts}&#10;\pagestyle{empty}&#10;\begin{document}&#10;&#10;$\boxed{\text{dim} \mathbb{R}^3 = 3}$&#10;&#10;&#10;\end{document}"/>
  <p:tag name="IGUANATEXSIZE" val="30"/>
  <p:tag name="IGUANATEXCURSOR" val="6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1.7285"/>
  <p:tag name="ORIGINALWIDTH" val="856.3929"/>
  <p:tag name="LATEXADDIN" val="\documentclass{article}&#10;\usepackage{amsmath}&#10;\pagestyle{empty}&#10;\begin{document}&#10;&#10;$\boxed{\text{dim}~\text{Ker}A = 2}$&#10;&#10;&#10;\end{document}"/>
  <p:tag name="IGUANATEXSIZE" val="30"/>
  <p:tag name="IGUANATEXCURSOR" val="11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1.7285"/>
  <p:tag name="ORIGINALWIDTH" val="804.6495"/>
  <p:tag name="LATEXADDIN" val="\documentclass{article}&#10;\usepackage{amsmath}&#10;\pagestyle{empty}&#10;\begin{document}&#10;&#10;$\boxed{\text{dim}~\text{Im}A = 1}$&#10;&#10;&#10;\end{document}"/>
  <p:tag name="IGUANATEXSIZE" val="30"/>
  <p:tag name="IGUANATEXCURSOR" val="11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.24638"/>
  <p:tag name="ORIGINALWIDTH" val="83.23961"/>
  <p:tag name="LATEXADDIN" val="\documentclass{article}&#10;\usepackage{amsmath}&#10;\pagestyle{empty}&#10;\begin{document}&#10;&#10;&#10;$=$&#10;&#10;\end{document}"/>
  <p:tag name="IGUANATEXSIZE" val="6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23961"/>
  <p:tag name="ORIGINALWIDTH" val="83.23961"/>
  <p:tag name="LATEXADDIN" val="\documentclass{article}&#10;\usepackage{amsmath}&#10;\pagestyle{empty}&#10;\begin{document}&#10;&#10;&#10;$+$&#10;&#10;\end{document}"/>
  <p:tag name="IGUANATEXSIZE" val="6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478.065"/>
  <p:tag name="LATEXADDIN" val="\documentclass{article}&#10;\usepackage{amsmath}&#10;\pagestyle{empty}&#10;\begin{document}&#10;&#10;$$&#10;(5)~&#10;\begin{cases}&#10;        y_1 = 1 \cdot x_1 + \cot \theta \cdot x_2\\&#10;        y_2 = 0 \cdot x_2 + ~~~~\,0 \cdot x_2&#10;    \end{cases}&#10;$$&#10;&#10;&#10;\end{document}"/>
  <p:tag name="IGUANATEXSIZE" val="30"/>
  <p:tag name="IGUANATEXCURSOR" val="1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87.2141"/>
  <p:tag name="LATEXADDIN" val="\documentclass{article}&#10;\usepackage{amsmath}&#10;\usepackage{amsfonts}&#10;\usepackage{bm}&#10;\pagestyle{empty}&#10;\begin{document}&#10;&#10;\begin{align}&#10;\text{Ker}A&#10;\nonumber&#10;\end{align}&#10;&#10;\end{document}"/>
  <p:tag name="IGUANATEXSIZE" val="30"/>
  <p:tag name="IGUANATEXCURSOR" val="14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52.2309"/>
  <p:tag name="LATEXADDIN" val="\documentclass{article}&#10;\usepackage{amsmath}&#10;\usepackage{amsfonts}&#10;\pagestyle{empty}&#10;\begin{document}&#10;&#10;$\mathbb{K}^n$&#10;&#10;&#10;\end{document}"/>
  <p:tag name="IGUANATEXSIZE" val="30"/>
  <p:tag name="IGUANATEXCURSOR" val="6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35.7331"/>
  <p:tag name="LATEXADDIN" val="\documentclass{article}&#10;\usepackage{amsmath}&#10;\usepackage{amsfonts}&#10;\pagestyle{empty}&#10;\begin{document}&#10;&#10;$\mathbb{K}^s$&#10;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79.2276"/>
  <p:tag name="LATEXADDIN" val="\documentclass{article}&#10;\usepackage{amsmath}&#10;\usepackage{amsfonts}&#10;\pagestyle{empty}&#10;\begin{document}&#10;&#10;$\mathbb{K}^m$&#10;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0.24"/>
  <p:tag name="LATEXADDIN" val="\documentclass{article}&#10;\usepackage{amsmath}&#10;\usepackage{amsfonts}&#10;\pagestyle{empty}&#10;\begin{document}&#10;&#10;$\mathcal{B}$&#10;&#10;&#10;\end{document}"/>
  <p:tag name="IGUANATEXSIZE" val="30"/>
  <p:tag name="IGUANATEXCURSOR" val="11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96.73788"/>
  <p:tag name="LATEXADDIN" val="\documentclass{article}&#10;\usepackage{amsmath}&#10;\usepackage{amsfonts}&#10;\pagestyle{empty}&#10;\begin{document}&#10;&#10;$\mathcal{A}$&#10;&#10;&#10;\end{document}"/>
  <p:tag name="IGUANATEXSIZE" val="30"/>
  <p:tag name="IGUANATEXCURSOR" val="11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23961"/>
  <p:tag name="ORIGINALWIDTH" val="60.74244"/>
  <p:tag name="LATEXADDIN" val="\documentclass{article}&#10;\usepackage{amsmath}&#10;\usepackage{bm}&#10;\pagestyle{empty}&#10;\begin{document}&#10;&#10;$\bm{0}$&#10;&#10;&#10;\end{document}"/>
  <p:tag name="IGUANATEXSIZE" val="30"/>
  <p:tag name="IGUANATEXCURSOR" val="10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317.9602"/>
  <p:tag name="LATEXADDIN" val="\documentclass{article}&#10;\usepackage{amsmath}&#10;\usepackage{amsfonts}&#10;\pagestyle{empty}&#10;\begin{document}&#10;&#10;$\operatorname{Ker} \mathcal{A}$&#10;&#10;&#10;\end{document}"/>
  <p:tag name="IGUANATEXSIZE" val="25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49.7188"/>
  <p:tag name="LATEXADDIN" val="\documentclass{article}&#10;\usepackage{amsmath}&#10;\usepackage{amsfonts}&#10;\pagestyle{empty}&#10;\begin{document}&#10;&#10;$\operatorname{Im} \mathcal{B}$&#10;&#10;&#10;\end{document}"/>
  <p:tag name="IGUANATEXSIZE" val="25"/>
  <p:tag name="IGUANATEXCURSOR" val="13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52.2309"/>
  <p:tag name="LATEXADDIN" val="\documentclass{article}&#10;\usepackage{amsmath}&#10;\usepackage{amsfonts}&#10;\pagestyle{empty}&#10;\begin{document}&#10;&#10;$\mathbb{K}^n$&#10;&#10;&#10;\end{document}"/>
  <p:tag name="IGUANATEXSIZE" val="30"/>
  <p:tag name="IGUANATEXCURSOR" val="6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35.7331"/>
  <p:tag name="LATEXADDIN" val="\documentclass{article}&#10;\usepackage{amsmath}&#10;\usepackage{amsfonts}&#10;\pagestyle{empty}&#10;\begin{document}&#10;&#10;$\mathbb{K}^s$&#10;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79.2276"/>
  <p:tag name="LATEXADDIN" val="\documentclass{article}&#10;\usepackage{amsmath}&#10;\usepackage{amsfonts}&#10;\pagestyle{empty}&#10;\begin{document}&#10;&#10;$\mathbb{K}^m$&#10;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0.24"/>
  <p:tag name="LATEXADDIN" val="\documentclass{article}&#10;\usepackage{amsmath}&#10;\usepackage{amsfonts}&#10;\pagestyle{empty}&#10;\begin{document}&#10;&#10;$\mathcal{B}$&#10;&#10;&#10;\end{document}"/>
  <p:tag name="IGUANATEXSIZE" val="30"/>
  <p:tag name="IGUANATEXCURSOR" val="11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96.73788"/>
  <p:tag name="LATEXADDIN" val="\documentclass{article}&#10;\usepackage{amsmath}&#10;\usepackage{amsfonts}&#10;\pagestyle{empty}&#10;\begin{document}&#10;&#10;$\mathcal{A}$&#10;&#10;&#10;\end{document}"/>
  <p:tag name="IGUANATEXSIZE" val="30"/>
  <p:tag name="IGUANATEXCURSOR" val="11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49.7188"/>
  <p:tag name="LATEXADDIN" val="\documentclass{article}&#10;\usepackage{amsmath}&#10;\usepackage{amsfonts}&#10;\pagestyle{empty}&#10;\begin{document}&#10;&#10;$\operatorname{Im} \mathcal{B}$&#10;&#10;&#10;\end{document}"/>
  <p:tag name="IGUANATEXSIZE" val="25"/>
  <p:tag name="IGUANATEXCURSOR" val="13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466.4417"/>
  <p:tag name="LATEXADDIN" val="\documentclass{article}&#10;\usepackage{amsmath}&#10;\usepackage{amsfonts}&#10;\pagestyle{empty}&#10;\begin{document}&#10;&#10;$\operatorname{Im} \mathcal{A} \circ \mathcal{B}$&#10;&#10;&#10;\end{document}"/>
  <p:tag name="IGUANATEXSIZE" val="25"/>
  <p:tag name="IGUANATEXCURSOR" val="14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266.2167"/>
  <p:tag name="LATEXADDIN" val="\documentclass{article}&#10;\usepackage{amsmath}&#10;\usepackage{amsfonts}&#10;\pagestyle{empty}&#10;\begin{document}&#10;&#10;$\operatorname{Im} \mathcal{A}$&#10;&#10;&#10;\end{document}"/>
  <p:tag name="IGUANATEXSIZE" val="25"/>
  <p:tag name="IGUANATEXCURSOR" val="13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30.7086"/>
  <p:tag name="LATEXADDIN" val="\documentclass{article}&#10;\usepackage{amsmath}&#10;\usepackage{amsfonts}&#10;\pagestyle{empty}&#10;\begin{document}&#10;&#10;$\mathcal{A}|_{\operatorname{Im}\mathcal{B}}$&#10;&#10;&#10;\end{document}"/>
  <p:tag name="IGUANATEXSIZE" val="30"/>
  <p:tag name="IGUANATEXCURSOR" val="14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52.2309"/>
  <p:tag name="LATEXADDIN" val="\documentclass{article}&#10;\usepackage{amsmath}&#10;\usepackage{amsfonts}&#10;\pagestyle{empty}&#10;\begin{document}&#10;&#10;$\mathbb{K}^n$&#10;&#10;&#10;\end{document}"/>
  <p:tag name="IGUANATEXSIZE" val="30"/>
  <p:tag name="IGUANATEXCURSOR" val="6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79.2276"/>
  <p:tag name="LATEXADDIN" val="\documentclass{article}&#10;\usepackage{amsmath}&#10;\usepackage{amsfonts}&#10;\pagestyle{empty}&#10;\begin{document}&#10;&#10;$\mathbb{K}^m$&#10;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0.24"/>
  <p:tag name="LATEXADDIN" val="\documentclass{article}&#10;\usepackage{amsmath}&#10;\usepackage{amsfonts}&#10;\pagestyle{empty}&#10;\begin{document}&#10;&#10;$\mathcal{B}$&#10;&#10;&#10;\end{document}"/>
  <p:tag name="IGUANATEXSIZE" val="30"/>
  <p:tag name="IGUANATEXCURSOR" val="11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96.73788"/>
  <p:tag name="LATEXADDIN" val="\documentclass{article}&#10;\usepackage{amsmath}&#10;\usepackage{amsfonts}&#10;\pagestyle{empty}&#10;\begin{document}&#10;&#10;$\mathcal{A}$&#10;&#10;&#10;\end{document}"/>
  <p:tag name="IGUANATEXSIZE" val="30"/>
  <p:tag name="IGUANATEXCURSOR" val="11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436.4454"/>
  <p:tag name="LATEXADDIN" val="\documentclass{article}&#10;\usepackage{amsmath}&#10;\usepackage{amsfonts}&#10;\pagestyle{empty}&#10;\begin{document}&#10;&#10;$\operatorname{Im} \mathcal{B} \circ \mathcal{C}$&#10;&#10;&#10;\end{document}"/>
  <p:tag name="IGUANATEXSIZE" val="20"/>
  <p:tag name="IGUANATEXCURSOR" val="15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653.1683"/>
  <p:tag name="LATEXADDIN" val="\documentclass{article}&#10;\usepackage{amsmath}&#10;\usepackage{amsfonts}&#10;\pagestyle{empty}&#10;\begin{document}&#10;&#10;$\operatorname{Im} \mathcal{A} \circ \mathcal{B} \circ \mathcal{C}$&#10;&#10;&#10;\end{document}"/>
  <p:tag name="IGUANATEXSIZE" val="20"/>
  <p:tag name="IGUANATEXCURSOR" val="16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266.2167"/>
  <p:tag name="LATEXADDIN" val="\documentclass{article}&#10;\usepackage{amsmath}&#10;\usepackage{amsfonts}&#10;\pagestyle{empty}&#10;\begin{document}&#10;&#10;$\operatorname{Im} \mathcal{A}$&#10;&#10;&#10;\end{document}"/>
  <p:tag name="IGUANATEXSIZE" val="25"/>
  <p:tag name="IGUANATEXCURSOR" val="13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37.1953"/>
  <p:tag name="LATEXADDIN" val="\documentclass{article}&#10;\usepackage{amsmath}&#10;\usepackage{amsfonts}&#10;\pagestyle{empty}&#10;\begin{document}&#10;&#10;$\mathcal{A}|_{\operatorname{Im}\mathcal{B}\circ \mathcal{C}}$&#10;&#10;&#10;\end{document}"/>
  <p:tag name="IGUANATEXSIZE" val="25"/>
  <p:tag name="IGUANATEXCURSOR" val="16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39.4826"/>
  <p:tag name="LATEXADDIN" val="\documentclass{article}&#10;\usepackage{amsmath}&#10;\usepackage{amsfonts}&#10;\pagestyle{empty}&#10;\begin{document}&#10;&#10;$\mathbb{K}^r$&#10;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65.99173"/>
  <p:tag name="LATEXADDIN" val="\documentclass{article}&#10;\usepackage{amsmath}&#10;\usepackage{amsfonts}&#10;\pagestyle{empty}&#10;\begin{document}&#10;&#10;$\mathcal{C}$&#10;&#10;&#10;\end{document}"/>
  <p:tag name="IGUANATEXSIZE" val="30"/>
  <p:tag name="IGUANATEXCURSOR" val="11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35.7331"/>
  <p:tag name="LATEXADDIN" val="\documentclass{article}&#10;\usepackage{amsmath}&#10;\usepackage{amsfonts}&#10;\pagestyle{empty}&#10;\begin{document}&#10;&#10;$\mathbb{K}^s$&#10;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33.2209"/>
  <p:tag name="LATEXADDIN" val="\documentclass{article}&#10;\usepackage{amsmath}&#10;\usepackage{amsfonts}&#10;\pagestyle{empty}&#10;\begin{document}&#10;&#10;$\operatorname{Im} \mathcal{C}$&#10;&#10;&#10;\end{document}"/>
  <p:tag name="IGUANATEXSIZE" val="25"/>
  <p:tag name="IGUANATEXCURSOR" val="13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49.7188"/>
  <p:tag name="LATEXADDIN" val="\documentclass{article}&#10;\usepackage{amsmath}&#10;\usepackage{amsfonts}&#10;\pagestyle{empty}&#10;\begin{document}&#10;&#10;$\operatorname{Im} \mathcal{B}$&#10;&#10;&#10;\end{document}"/>
  <p:tag name="IGUANATEXSIZE" val="25"/>
  <p:tag name="IGUANATEXCURSOR" val="13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04.462"/>
  <p:tag name="LATEXADDIN" val="\documentclass{article}&#10;\usepackage{amsmath}&#10;\usepackage{amsfonts}&#10;\pagestyle{empty}&#10;\begin{document}&#10;&#10;$\mathcal{B}|_{\operatorname{Im}\mathcal{C}}$&#10;&#10;&#10;\end{document}"/>
  <p:tag name="IGUANATEXSIZE" val="25"/>
  <p:tag name="IGUANATEXCURSOR" val="14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12237</TotalTime>
  <Words>20</Words>
  <Application>Microsoft Office PowerPoint</Application>
  <PresentationFormat>自定义</PresentationFormat>
  <Paragraphs>20</Paragraphs>
  <Slides>21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等线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lrj</dc:creator>
  <cp:lastModifiedBy>lrj</cp:lastModifiedBy>
  <cp:revision>95</cp:revision>
  <dcterms:created xsi:type="dcterms:W3CDTF">2025-10-17T15:42:20Z</dcterms:created>
  <dcterms:modified xsi:type="dcterms:W3CDTF">2026-05-27T02:58:40Z</dcterms:modified>
</cp:coreProperties>
</file>