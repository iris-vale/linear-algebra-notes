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2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3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notesSlides/notesSlide4.xml" ContentType="application/vnd.openxmlformats-officedocument.presentationml.notesSlide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5.xml" ContentType="application/vnd.openxmlformats-officedocument.presentationml.notesSlide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notesSlides/notesSlide6.xml" ContentType="application/vnd.openxmlformats-officedocument.presentationml.notesSlide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notesSlides/notesSlide7.xml" ContentType="application/vnd.openxmlformats-officedocument.presentationml.notesSlide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notesSlides/notesSlide8.xml" ContentType="application/vnd.openxmlformats-officedocument.presentationml.notesSlide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notesSlides/notesSlide9.xml" ContentType="application/vnd.openxmlformats-officedocument.presentationml.notesSlide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notesSlides/notesSlide10.xml" ContentType="application/vnd.openxmlformats-officedocument.presentationml.notesSlide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11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notesSlides/notesSlide12.xml" ContentType="application/vnd.openxmlformats-officedocument.presentationml.notesSlide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notesSlides/notesSlide13.xml" ContentType="application/vnd.openxmlformats-officedocument.presentationml.notesSlide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18"/>
  </p:notesMasterIdLst>
  <p:sldIdLst>
    <p:sldId id="257" r:id="rId2"/>
    <p:sldId id="260" r:id="rId3"/>
    <p:sldId id="261" r:id="rId4"/>
    <p:sldId id="262" r:id="rId5"/>
    <p:sldId id="264" r:id="rId6"/>
    <p:sldId id="266" r:id="rId7"/>
    <p:sldId id="267" r:id="rId8"/>
    <p:sldId id="268" r:id="rId9"/>
    <p:sldId id="269" r:id="rId10"/>
    <p:sldId id="271" r:id="rId11"/>
    <p:sldId id="265" r:id="rId12"/>
    <p:sldId id="270" r:id="rId13"/>
    <p:sldId id="274" r:id="rId14"/>
    <p:sldId id="273" r:id="rId15"/>
    <p:sldId id="275" r:id="rId16"/>
    <p:sldId id="276" r:id="rId17"/>
  </p:sldIdLst>
  <p:sldSz cx="12599988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2" autoAdjust="0"/>
    <p:restoredTop sz="94660"/>
  </p:normalViewPr>
  <p:slideViewPr>
    <p:cSldViewPr snapToGrid="0">
      <p:cViewPr varScale="1">
        <p:scale>
          <a:sx n="36" d="100"/>
          <a:sy n="36" d="100"/>
        </p:scale>
        <p:origin x="209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1937FB-A9E8-472A-843D-2E3BB308CB27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079625" y="1143000"/>
            <a:ext cx="26987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ED23D-B962-4244-8D3E-50C0294266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557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2682-71BF-5C4B-FFD2-29216E55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C551D1-F141-F0F6-3D17-C1CD04439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3737B9-ADAB-55CF-3774-42DA34683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5B64F-ADEA-2CF7-9AB6-C6FAEC7F8F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492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1EEA-74BE-0AC5-221A-223B2E987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497F19-1B78-A38C-81AD-36F9C01357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F96956-C74C-BCE0-EAFF-4912DE3CC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F13A0E-AA5D-9829-C762-DF6141C796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474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727F-CE41-D911-FC96-3B8AEE4C9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0C0F5B-ED10-C7CA-5C84-BF174C8D8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E85C6B-47F7-7FF6-B33C-FEBD68908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13A2FB-019D-728D-5482-7E93585F6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783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F1701-345E-4452-6FAE-9109E16FC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878722-38C4-5B58-F4B5-A3CB8CF5B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2C516C-75F0-67BB-F714-3AC232219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54ABDA-03B6-B2AA-248D-A4828D0E4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347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E1668-4D0F-9B85-DCEE-B49BDBF7D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798FAE-D6FA-0AED-7751-4D62F6F04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6A42EC-FBBD-6E47-1D58-6F8B32AB7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0251FB-B052-6CB0-B3B7-F31C39F79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2625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321CC-1CD2-311E-46E4-9A0A93DBF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EAAB5A-6C6E-9692-9A26-07CC306F0B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114212-424B-6947-E9C1-A2C30CC40E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818E5A-3381-F03C-8C00-CBE596B93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4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277F9-6DB5-01B0-01DA-BAF602F3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D86A8A-F442-4C4C-8F01-35B0C75FD2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B7B342-EAF7-FD53-642F-91CE4D42B8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A7F112-A299-9558-1D63-A017505195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1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C95B-0D8C-69CE-2FD6-53AC5A77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85D720-99F6-CE7A-4CD7-1A36FDD2E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9E1DC1-A2EA-C468-1608-521750462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58BA33-64F2-4A4A-5293-7B0EE3BEF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275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D6B63-06E0-0F47-3C7C-82DAC8877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5D2E2A-AD6B-E12D-5961-1676F0780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4505A0-A37D-87E5-D8ED-804E65A24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1793A-5D32-FF3C-104B-E552BF2FE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3137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75054-A2B6-63DC-0D8E-7720767D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4DF8967-EEF0-C51F-DB91-993205D5A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956844-3D8E-B145-EC45-483A7E055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A9CA93-0728-802A-488C-806DB9BF9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210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B1BB-3777-FBEE-FB68-CBE97F54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71D215-ED0D-8F3F-7E46-5EC67870DE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2D43B2-7B5B-782C-3656-7A4E4AE65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0C97E7-BD5A-D834-1A73-F63C5E3214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143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7EA9F-DFF8-523B-722B-337C3D33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426DB1-939D-22C8-1881-F1C575DDF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D1CEC3-EC30-829B-A559-D351BF9D2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BEF885-CCE3-E2B2-290D-AFCD146EC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345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E8787-D730-3CA4-85E3-28B268F43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5A2EFF2-046B-87FF-BBBE-435B2EB870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5CF8D5-6747-55D3-5C32-B80D622D3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A6EA5-80DA-29A2-9FA0-7E95EFFAD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3058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4C03B-E55F-BEDB-E718-97C547D1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0D4772-8F2B-2733-A21D-E5ADFACEF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79625" y="1143000"/>
            <a:ext cx="269875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1EDED3-26AA-A27B-2A20-7888CE78A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E6B80-3EA5-AC0D-4029-15C7155E1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2ED23D-B962-4244-8D3E-50C02942660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40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99" y="2356703"/>
            <a:ext cx="10709990" cy="5013407"/>
          </a:xfrm>
        </p:spPr>
        <p:txBody>
          <a:bodyPr anchor="b"/>
          <a:lstStyle>
            <a:lvl1pPr algn="ctr">
              <a:defRPr sz="8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7563446"/>
            <a:ext cx="9449991" cy="3476717"/>
          </a:xfrm>
        </p:spPr>
        <p:txBody>
          <a:bodyPr/>
          <a:lstStyle>
            <a:lvl1pPr marL="0" indent="0" algn="ctr">
              <a:buNone/>
              <a:defRPr sz="3307"/>
            </a:lvl1pPr>
            <a:lvl2pPr marL="630022" indent="0" algn="ctr">
              <a:buNone/>
              <a:defRPr sz="2756"/>
            </a:lvl2pPr>
            <a:lvl3pPr marL="1260043" indent="0" algn="ctr">
              <a:buNone/>
              <a:defRPr sz="2480"/>
            </a:lvl3pPr>
            <a:lvl4pPr marL="1890065" indent="0" algn="ctr">
              <a:buNone/>
              <a:defRPr sz="2205"/>
            </a:lvl4pPr>
            <a:lvl5pPr marL="2520086" indent="0" algn="ctr">
              <a:buNone/>
              <a:defRPr sz="2205"/>
            </a:lvl5pPr>
            <a:lvl6pPr marL="3150108" indent="0" algn="ctr">
              <a:buNone/>
              <a:defRPr sz="2205"/>
            </a:lvl6pPr>
            <a:lvl7pPr marL="3780130" indent="0" algn="ctr">
              <a:buNone/>
              <a:defRPr sz="2205"/>
            </a:lvl7pPr>
            <a:lvl8pPr marL="4410151" indent="0" algn="ctr">
              <a:buNone/>
              <a:defRPr sz="2205"/>
            </a:lvl8pPr>
            <a:lvl9pPr marL="5040173" indent="0" algn="ctr">
              <a:buNone/>
              <a:defRPr sz="220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973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634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3590057"/>
            <a:ext cx="10867490" cy="5990088"/>
          </a:xfrm>
        </p:spPr>
        <p:txBody>
          <a:bodyPr anchor="b"/>
          <a:lstStyle>
            <a:lvl1pPr>
              <a:defRPr sz="826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9636813"/>
            <a:ext cx="10867490" cy="3150046"/>
          </a:xfrm>
        </p:spPr>
        <p:txBody>
          <a:bodyPr/>
          <a:lstStyle>
            <a:lvl1pPr marL="0" indent="0">
              <a:buNone/>
              <a:defRPr sz="3307">
                <a:solidFill>
                  <a:schemeClr val="tx1"/>
                </a:solidFill>
              </a:defRPr>
            </a:lvl1pPr>
            <a:lvl2pPr marL="630022" indent="0">
              <a:buNone/>
              <a:defRPr sz="2756">
                <a:solidFill>
                  <a:schemeClr val="tx1">
                    <a:tint val="75000"/>
                  </a:schemeClr>
                </a:solidFill>
              </a:defRPr>
            </a:lvl2pPr>
            <a:lvl3pPr marL="1260043" indent="0">
              <a:buNone/>
              <a:defRPr sz="2480">
                <a:solidFill>
                  <a:schemeClr val="tx1">
                    <a:tint val="75000"/>
                  </a:schemeClr>
                </a:solidFill>
              </a:defRPr>
            </a:lvl3pPr>
            <a:lvl4pPr marL="1890065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4pPr>
            <a:lvl5pPr marL="2520086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5pPr>
            <a:lvl6pPr marL="3150108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6pPr>
            <a:lvl7pPr marL="378013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7pPr>
            <a:lvl8pPr marL="4410151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8pPr>
            <a:lvl9pPr marL="5040173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206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3833390"/>
            <a:ext cx="5354995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3833390"/>
            <a:ext cx="5354995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075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766681"/>
            <a:ext cx="10867490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2" y="3530053"/>
            <a:ext cx="5330385" cy="1730025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2" y="5260078"/>
            <a:ext cx="5330385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5" y="3530053"/>
            <a:ext cx="5356636" cy="1730025"/>
          </a:xfrm>
        </p:spPr>
        <p:txBody>
          <a:bodyPr anchor="b"/>
          <a:lstStyle>
            <a:lvl1pPr marL="0" indent="0">
              <a:buNone/>
              <a:defRPr sz="3307" b="1"/>
            </a:lvl1pPr>
            <a:lvl2pPr marL="630022" indent="0">
              <a:buNone/>
              <a:defRPr sz="2756" b="1"/>
            </a:lvl2pPr>
            <a:lvl3pPr marL="1260043" indent="0">
              <a:buNone/>
              <a:defRPr sz="2480" b="1"/>
            </a:lvl3pPr>
            <a:lvl4pPr marL="1890065" indent="0">
              <a:buNone/>
              <a:defRPr sz="2205" b="1"/>
            </a:lvl4pPr>
            <a:lvl5pPr marL="2520086" indent="0">
              <a:buNone/>
              <a:defRPr sz="2205" b="1"/>
            </a:lvl5pPr>
            <a:lvl6pPr marL="3150108" indent="0">
              <a:buNone/>
              <a:defRPr sz="2205" b="1"/>
            </a:lvl6pPr>
            <a:lvl7pPr marL="3780130" indent="0">
              <a:buNone/>
              <a:defRPr sz="2205" b="1"/>
            </a:lvl7pPr>
            <a:lvl8pPr marL="4410151" indent="0">
              <a:buNone/>
              <a:defRPr sz="2205" b="1"/>
            </a:lvl8pPr>
            <a:lvl9pPr marL="5040173" indent="0">
              <a:buNone/>
              <a:defRPr sz="220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5" y="5260078"/>
            <a:ext cx="5356636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13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030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960014"/>
            <a:ext cx="4063824" cy="336005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2073367"/>
            <a:ext cx="6378744" cy="10233485"/>
          </a:xfrm>
        </p:spPr>
        <p:txBody>
          <a:bodyPr/>
          <a:lstStyle>
            <a:lvl1pPr>
              <a:defRPr sz="4410"/>
            </a:lvl1pPr>
            <a:lvl2pPr>
              <a:defRPr sz="3858"/>
            </a:lvl2pPr>
            <a:lvl3pPr>
              <a:defRPr sz="3307"/>
            </a:lvl3pPr>
            <a:lvl4pPr>
              <a:defRPr sz="2756"/>
            </a:lvl4pPr>
            <a:lvl5pPr>
              <a:defRPr sz="2756"/>
            </a:lvl5pPr>
            <a:lvl6pPr>
              <a:defRPr sz="2756"/>
            </a:lvl6pPr>
            <a:lvl7pPr>
              <a:defRPr sz="2756"/>
            </a:lvl7pPr>
            <a:lvl8pPr>
              <a:defRPr sz="2756"/>
            </a:lvl8pPr>
            <a:lvl9pPr>
              <a:defRPr sz="275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320064"/>
            <a:ext cx="4063824" cy="8003453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54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960014"/>
            <a:ext cx="4063824" cy="336005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2073367"/>
            <a:ext cx="6378744" cy="10233485"/>
          </a:xfrm>
        </p:spPr>
        <p:txBody>
          <a:bodyPr anchor="t"/>
          <a:lstStyle>
            <a:lvl1pPr marL="0" indent="0">
              <a:buNone/>
              <a:defRPr sz="4410"/>
            </a:lvl1pPr>
            <a:lvl2pPr marL="630022" indent="0">
              <a:buNone/>
              <a:defRPr sz="3858"/>
            </a:lvl2pPr>
            <a:lvl3pPr marL="1260043" indent="0">
              <a:buNone/>
              <a:defRPr sz="3307"/>
            </a:lvl3pPr>
            <a:lvl4pPr marL="1890065" indent="0">
              <a:buNone/>
              <a:defRPr sz="2756"/>
            </a:lvl4pPr>
            <a:lvl5pPr marL="2520086" indent="0">
              <a:buNone/>
              <a:defRPr sz="2756"/>
            </a:lvl5pPr>
            <a:lvl6pPr marL="3150108" indent="0">
              <a:buNone/>
              <a:defRPr sz="2756"/>
            </a:lvl6pPr>
            <a:lvl7pPr marL="3780130" indent="0">
              <a:buNone/>
              <a:defRPr sz="2756"/>
            </a:lvl7pPr>
            <a:lvl8pPr marL="4410151" indent="0">
              <a:buNone/>
              <a:defRPr sz="2756"/>
            </a:lvl8pPr>
            <a:lvl9pPr marL="5040173" indent="0">
              <a:buNone/>
              <a:defRPr sz="275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0" y="4320064"/>
            <a:ext cx="4063824" cy="8003453"/>
          </a:xfrm>
        </p:spPr>
        <p:txBody>
          <a:bodyPr/>
          <a:lstStyle>
            <a:lvl1pPr marL="0" indent="0">
              <a:buNone/>
              <a:defRPr sz="2205"/>
            </a:lvl1pPr>
            <a:lvl2pPr marL="630022" indent="0">
              <a:buNone/>
              <a:defRPr sz="1929"/>
            </a:lvl2pPr>
            <a:lvl3pPr marL="1260043" indent="0">
              <a:buNone/>
              <a:defRPr sz="1654"/>
            </a:lvl3pPr>
            <a:lvl4pPr marL="1890065" indent="0">
              <a:buNone/>
              <a:defRPr sz="1378"/>
            </a:lvl4pPr>
            <a:lvl5pPr marL="2520086" indent="0">
              <a:buNone/>
              <a:defRPr sz="1378"/>
            </a:lvl5pPr>
            <a:lvl6pPr marL="3150108" indent="0">
              <a:buNone/>
              <a:defRPr sz="1378"/>
            </a:lvl6pPr>
            <a:lvl7pPr marL="3780130" indent="0">
              <a:buNone/>
              <a:defRPr sz="1378"/>
            </a:lvl7pPr>
            <a:lvl8pPr marL="4410151" indent="0">
              <a:buNone/>
              <a:defRPr sz="1378"/>
            </a:lvl8pPr>
            <a:lvl9pPr marL="5040173" indent="0">
              <a:buNone/>
              <a:defRPr sz="137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880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74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766678"/>
            <a:ext cx="2716872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50" y="766678"/>
            <a:ext cx="7993117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730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766681"/>
            <a:ext cx="1086749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3833390"/>
            <a:ext cx="1086749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13346867"/>
            <a:ext cx="283499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A963F-6EDE-4318-9208-FBD4C12C329D}" type="datetimeFigureOut">
              <a:rPr lang="zh-CN" altLang="en-US" smtClean="0"/>
              <a:t>2025/11/9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13346867"/>
            <a:ext cx="42524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13346867"/>
            <a:ext cx="2834997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0C462-F9FE-408A-B63C-D4A67FC5AB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65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defTabSz="1260043" rtl="0" eaLnBrk="1" latinLnBrk="0" hangingPunct="1">
        <a:lnSpc>
          <a:spcPct val="90000"/>
        </a:lnSpc>
        <a:spcBef>
          <a:spcPct val="0"/>
        </a:spcBef>
        <a:buNone/>
        <a:defRPr sz="60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5011" indent="-315011" algn="l" defTabSz="1260043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3858" kern="1200">
          <a:solidFill>
            <a:schemeClr val="tx1"/>
          </a:solidFill>
          <a:latin typeface="+mn-lt"/>
          <a:ea typeface="+mn-ea"/>
          <a:cs typeface="+mn-cs"/>
        </a:defRPr>
      </a:lvl1pPr>
      <a:lvl2pPr marL="94503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2pPr>
      <a:lvl3pPr marL="157505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756" kern="1200">
          <a:solidFill>
            <a:schemeClr val="tx1"/>
          </a:solidFill>
          <a:latin typeface="+mn-lt"/>
          <a:ea typeface="+mn-ea"/>
          <a:cs typeface="+mn-cs"/>
        </a:defRPr>
      </a:lvl3pPr>
      <a:lvl4pPr marL="2205076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835097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465119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4095140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725162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355184" indent="-315011" algn="l" defTabSz="1260043" rtl="0" eaLnBrk="1" latinLnBrk="0" hangingPunct="1">
        <a:lnSpc>
          <a:spcPct val="90000"/>
        </a:lnSpc>
        <a:spcBef>
          <a:spcPts val="689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30022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2pPr>
      <a:lvl3pPr marL="126004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3pPr>
      <a:lvl4pPr marL="1890065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4pPr>
      <a:lvl5pPr marL="2520086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5pPr>
      <a:lvl6pPr marL="3150108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6pPr>
      <a:lvl7pPr marL="3780130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7pPr>
      <a:lvl8pPr marL="4410151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8pPr>
      <a:lvl9pPr marL="5040173" algn="l" defTabSz="1260043" rtl="0" eaLnBrk="1" latinLnBrk="0" hangingPunct="1">
        <a:defRPr sz="2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image" Target="../media/image1.png"/><Relationship Id="rId26" Type="http://schemas.openxmlformats.org/officeDocument/2006/relationships/image" Target="../media/image9.png"/><Relationship Id="rId3" Type="http://schemas.openxmlformats.org/officeDocument/2006/relationships/tags" Target="../tags/tag3.xml"/><Relationship Id="rId21" Type="http://schemas.openxmlformats.org/officeDocument/2006/relationships/image" Target="../media/image4.png"/><Relationship Id="rId34" Type="http://schemas.openxmlformats.org/officeDocument/2006/relationships/image" Target="../media/image17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.xml"/><Relationship Id="rId25" Type="http://schemas.openxmlformats.org/officeDocument/2006/relationships/image" Target="../media/image8.png"/><Relationship Id="rId33" Type="http://schemas.openxmlformats.org/officeDocument/2006/relationships/image" Target="../media/image16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3.png"/><Relationship Id="rId29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7.png"/><Relationship Id="rId32" Type="http://schemas.openxmlformats.org/officeDocument/2006/relationships/image" Target="../media/image15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6.png"/><Relationship Id="rId28" Type="http://schemas.openxmlformats.org/officeDocument/2006/relationships/image" Target="../media/image11.png"/><Relationship Id="rId10" Type="http://schemas.openxmlformats.org/officeDocument/2006/relationships/tags" Target="../tags/tag10.xml"/><Relationship Id="rId19" Type="http://schemas.openxmlformats.org/officeDocument/2006/relationships/image" Target="../media/image2.png"/><Relationship Id="rId31" Type="http://schemas.openxmlformats.org/officeDocument/2006/relationships/image" Target="../media/image1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5.png"/><Relationship Id="rId27" Type="http://schemas.openxmlformats.org/officeDocument/2006/relationships/image" Target="../media/image10.png"/><Relationship Id="rId30" Type="http://schemas.openxmlformats.org/officeDocument/2006/relationships/image" Target="../media/image13.png"/><Relationship Id="rId8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tags" Target="../tags/tag42.xml"/><Relationship Id="rId39" Type="http://schemas.openxmlformats.org/officeDocument/2006/relationships/image" Target="../media/image18.png"/><Relationship Id="rId21" Type="http://schemas.openxmlformats.org/officeDocument/2006/relationships/tags" Target="../tags/tag37.xml"/><Relationship Id="rId34" Type="http://schemas.openxmlformats.org/officeDocument/2006/relationships/tags" Target="../tags/tag50.xml"/><Relationship Id="rId42" Type="http://schemas.openxmlformats.org/officeDocument/2006/relationships/image" Target="../media/image21.png"/><Relationship Id="rId47" Type="http://schemas.openxmlformats.org/officeDocument/2006/relationships/image" Target="../media/image22.png"/><Relationship Id="rId7" Type="http://schemas.openxmlformats.org/officeDocument/2006/relationships/tags" Target="../tags/tag2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9" Type="http://schemas.openxmlformats.org/officeDocument/2006/relationships/tags" Target="../tags/tag45.xml"/><Relationship Id="rId11" Type="http://schemas.openxmlformats.org/officeDocument/2006/relationships/tags" Target="../tags/tag27.xml"/><Relationship Id="rId24" Type="http://schemas.openxmlformats.org/officeDocument/2006/relationships/tags" Target="../tags/tag40.xml"/><Relationship Id="rId32" Type="http://schemas.openxmlformats.org/officeDocument/2006/relationships/tags" Target="../tags/tag48.xml"/><Relationship Id="rId37" Type="http://schemas.openxmlformats.org/officeDocument/2006/relationships/tags" Target="../tags/tag53.xml"/><Relationship Id="rId40" Type="http://schemas.openxmlformats.org/officeDocument/2006/relationships/image" Target="../media/image19.png"/><Relationship Id="rId45" Type="http://schemas.openxmlformats.org/officeDocument/2006/relationships/image" Target="../media/image11.png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tags" Target="../tags/tag39.xml"/><Relationship Id="rId28" Type="http://schemas.openxmlformats.org/officeDocument/2006/relationships/tags" Target="../tags/tag44.xml"/><Relationship Id="rId36" Type="http://schemas.openxmlformats.org/officeDocument/2006/relationships/tags" Target="../tags/tag52.xml"/><Relationship Id="rId49" Type="http://schemas.openxmlformats.org/officeDocument/2006/relationships/image" Target="../media/image24.png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31" Type="http://schemas.openxmlformats.org/officeDocument/2006/relationships/tags" Target="../tags/tag47.xml"/><Relationship Id="rId44" Type="http://schemas.openxmlformats.org/officeDocument/2006/relationships/image" Target="../media/image17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tags" Target="../tags/tag38.xml"/><Relationship Id="rId27" Type="http://schemas.openxmlformats.org/officeDocument/2006/relationships/tags" Target="../tags/tag43.xml"/><Relationship Id="rId30" Type="http://schemas.openxmlformats.org/officeDocument/2006/relationships/tags" Target="../tags/tag46.xml"/><Relationship Id="rId35" Type="http://schemas.openxmlformats.org/officeDocument/2006/relationships/tags" Target="../tags/tag51.xml"/><Relationship Id="rId43" Type="http://schemas.openxmlformats.org/officeDocument/2006/relationships/image" Target="../media/image16.png"/><Relationship Id="rId48" Type="http://schemas.openxmlformats.org/officeDocument/2006/relationships/image" Target="../media/image23.png"/><Relationship Id="rId8" Type="http://schemas.openxmlformats.org/officeDocument/2006/relationships/tags" Target="../tags/tag24.xml"/><Relationship Id="rId3" Type="http://schemas.openxmlformats.org/officeDocument/2006/relationships/tags" Target="../tags/tag19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tags" Target="../tags/tag41.xml"/><Relationship Id="rId33" Type="http://schemas.openxmlformats.org/officeDocument/2006/relationships/tags" Target="../tags/tag49.xml"/><Relationship Id="rId38" Type="http://schemas.openxmlformats.org/officeDocument/2006/relationships/slideLayout" Target="../slideLayouts/slideLayout7.xml"/><Relationship Id="rId46" Type="http://schemas.openxmlformats.org/officeDocument/2006/relationships/image" Target="../media/image12.png"/><Relationship Id="rId20" Type="http://schemas.openxmlformats.org/officeDocument/2006/relationships/tags" Target="../tags/tag36.xml"/><Relationship Id="rId41" Type="http://schemas.openxmlformats.org/officeDocument/2006/relationships/image" Target="../media/image20.png"/><Relationship Id="rId1" Type="http://schemas.openxmlformats.org/officeDocument/2006/relationships/tags" Target="../tags/tag17.xml"/><Relationship Id="rId6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26" Type="http://schemas.openxmlformats.org/officeDocument/2006/relationships/image" Target="../media/image23.png"/><Relationship Id="rId3" Type="http://schemas.openxmlformats.org/officeDocument/2006/relationships/tags" Target="../tags/tag56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5" Type="http://schemas.openxmlformats.org/officeDocument/2006/relationships/image" Target="../media/image22.png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tags" Target="../tags/tag73.xml"/><Relationship Id="rId29" Type="http://schemas.openxmlformats.org/officeDocument/2006/relationships/image" Target="../media/image17.png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24" Type="http://schemas.openxmlformats.org/officeDocument/2006/relationships/image" Target="../media/image19.png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23" Type="http://schemas.openxmlformats.org/officeDocument/2006/relationships/image" Target="../media/image18.png"/><Relationship Id="rId28" Type="http://schemas.openxmlformats.org/officeDocument/2006/relationships/image" Target="../media/image16.png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31" Type="http://schemas.openxmlformats.org/officeDocument/2006/relationships/image" Target="../media/image12.png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notesSlide" Target="../notesSlides/notesSlide1.xml"/><Relationship Id="rId27" Type="http://schemas.openxmlformats.org/officeDocument/2006/relationships/image" Target="../media/image25.png"/><Relationship Id="rId30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tags" Target="../tags/tag99.xml"/><Relationship Id="rId21" Type="http://schemas.openxmlformats.org/officeDocument/2006/relationships/tags" Target="../tags/tag94.xml"/><Relationship Id="rId34" Type="http://schemas.openxmlformats.org/officeDocument/2006/relationships/image" Target="../media/image17.png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33" Type="http://schemas.openxmlformats.org/officeDocument/2006/relationships/image" Target="../media/image26.png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29" Type="http://schemas.openxmlformats.org/officeDocument/2006/relationships/image" Target="../media/image18.png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32" Type="http://schemas.openxmlformats.org/officeDocument/2006/relationships/image" Target="../media/image12.png"/><Relationship Id="rId37" Type="http://schemas.openxmlformats.org/officeDocument/2006/relationships/image" Target="../media/image3.png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notesSlide" Target="../notesSlides/notesSlide2.xml"/><Relationship Id="rId36" Type="http://schemas.openxmlformats.org/officeDocument/2006/relationships/image" Target="../media/image2.png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31" Type="http://schemas.openxmlformats.org/officeDocument/2006/relationships/image" Target="../media/image11.png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slideLayout" Target="../slideLayouts/slideLayout7.xml"/><Relationship Id="rId30" Type="http://schemas.openxmlformats.org/officeDocument/2006/relationships/image" Target="../media/image16.png"/><Relationship Id="rId35" Type="http://schemas.openxmlformats.org/officeDocument/2006/relationships/image" Target="../media/image1.png"/><Relationship Id="rId8" Type="http://schemas.openxmlformats.org/officeDocument/2006/relationships/tags" Target="../tags/tag81.xml"/><Relationship Id="rId3" Type="http://schemas.openxmlformats.org/officeDocument/2006/relationships/tags" Target="../tags/tag7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tags" Target="../tags/tag112.xml"/><Relationship Id="rId18" Type="http://schemas.openxmlformats.org/officeDocument/2006/relationships/tags" Target="../tags/tag117.xml"/><Relationship Id="rId26" Type="http://schemas.openxmlformats.org/officeDocument/2006/relationships/image" Target="../media/image11.png"/><Relationship Id="rId3" Type="http://schemas.openxmlformats.org/officeDocument/2006/relationships/tags" Target="../tags/tag102.xml"/><Relationship Id="rId21" Type="http://schemas.openxmlformats.org/officeDocument/2006/relationships/image" Target="../media/image18.png"/><Relationship Id="rId7" Type="http://schemas.openxmlformats.org/officeDocument/2006/relationships/tags" Target="../tags/tag106.xml"/><Relationship Id="rId12" Type="http://schemas.openxmlformats.org/officeDocument/2006/relationships/tags" Target="../tags/tag111.xml"/><Relationship Id="rId17" Type="http://schemas.openxmlformats.org/officeDocument/2006/relationships/tags" Target="../tags/tag116.xml"/><Relationship Id="rId25" Type="http://schemas.openxmlformats.org/officeDocument/2006/relationships/image" Target="../media/image17.png"/><Relationship Id="rId2" Type="http://schemas.openxmlformats.org/officeDocument/2006/relationships/tags" Target="../tags/tag101.xml"/><Relationship Id="rId16" Type="http://schemas.openxmlformats.org/officeDocument/2006/relationships/tags" Target="../tags/tag115.xml"/><Relationship Id="rId20" Type="http://schemas.openxmlformats.org/officeDocument/2006/relationships/notesSlide" Target="../notesSlides/notesSlide3.xml"/><Relationship Id="rId29" Type="http://schemas.openxmlformats.org/officeDocument/2006/relationships/image" Target="../media/image29.png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tags" Target="../tags/tag110.xml"/><Relationship Id="rId24" Type="http://schemas.openxmlformats.org/officeDocument/2006/relationships/image" Target="../media/image16.png"/><Relationship Id="rId32" Type="http://schemas.openxmlformats.org/officeDocument/2006/relationships/image" Target="../media/image32.png"/><Relationship Id="rId5" Type="http://schemas.openxmlformats.org/officeDocument/2006/relationships/tags" Target="../tags/tag104.xml"/><Relationship Id="rId15" Type="http://schemas.openxmlformats.org/officeDocument/2006/relationships/tags" Target="../tags/tag114.xml"/><Relationship Id="rId23" Type="http://schemas.openxmlformats.org/officeDocument/2006/relationships/image" Target="../media/image27.png"/><Relationship Id="rId28" Type="http://schemas.openxmlformats.org/officeDocument/2006/relationships/image" Target="../media/image28.png"/><Relationship Id="rId10" Type="http://schemas.openxmlformats.org/officeDocument/2006/relationships/tags" Target="../tags/tag109.xml"/><Relationship Id="rId19" Type="http://schemas.openxmlformats.org/officeDocument/2006/relationships/slideLayout" Target="../slideLayouts/slideLayout7.xml"/><Relationship Id="rId31" Type="http://schemas.openxmlformats.org/officeDocument/2006/relationships/image" Target="../media/image31.png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tags" Target="../tags/tag113.xml"/><Relationship Id="rId22" Type="http://schemas.openxmlformats.org/officeDocument/2006/relationships/image" Target="../media/image19.png"/><Relationship Id="rId27" Type="http://schemas.openxmlformats.org/officeDocument/2006/relationships/image" Target="../media/image12.png"/><Relationship Id="rId30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26" Type="http://schemas.openxmlformats.org/officeDocument/2006/relationships/image" Target="../media/image19.png"/><Relationship Id="rId3" Type="http://schemas.openxmlformats.org/officeDocument/2006/relationships/tags" Target="../tags/tag120.xml"/><Relationship Id="rId21" Type="http://schemas.openxmlformats.org/officeDocument/2006/relationships/tags" Target="../tags/tag138.xml"/><Relationship Id="rId34" Type="http://schemas.openxmlformats.org/officeDocument/2006/relationships/image" Target="../media/image34.png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image" Target="../media/image18.png"/><Relationship Id="rId33" Type="http://schemas.openxmlformats.org/officeDocument/2006/relationships/image" Target="../media/image33.png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0" Type="http://schemas.openxmlformats.org/officeDocument/2006/relationships/tags" Target="../tags/tag137.xml"/><Relationship Id="rId29" Type="http://schemas.openxmlformats.org/officeDocument/2006/relationships/image" Target="../media/image28.png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24" Type="http://schemas.openxmlformats.org/officeDocument/2006/relationships/notesSlide" Target="../notesSlides/notesSlide4.xml"/><Relationship Id="rId32" Type="http://schemas.openxmlformats.org/officeDocument/2006/relationships/image" Target="../media/image17.png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slideLayout" Target="../slideLayouts/slideLayout7.xml"/><Relationship Id="rId28" Type="http://schemas.openxmlformats.org/officeDocument/2006/relationships/image" Target="../media/image12.png"/><Relationship Id="rId36" Type="http://schemas.openxmlformats.org/officeDocument/2006/relationships/image" Target="../media/image32.png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31" Type="http://schemas.openxmlformats.org/officeDocument/2006/relationships/image" Target="../media/image16.png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tags" Target="../tags/tag139.xml"/><Relationship Id="rId27" Type="http://schemas.openxmlformats.org/officeDocument/2006/relationships/image" Target="../media/image11.png"/><Relationship Id="rId30" Type="http://schemas.openxmlformats.org/officeDocument/2006/relationships/image" Target="../media/image29.png"/><Relationship Id="rId35" Type="http://schemas.openxmlformats.org/officeDocument/2006/relationships/image" Target="../media/image31.png"/><Relationship Id="rId8" Type="http://schemas.openxmlformats.org/officeDocument/2006/relationships/tags" Target="../tags/tag125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52.xml"/><Relationship Id="rId18" Type="http://schemas.openxmlformats.org/officeDocument/2006/relationships/tags" Target="../tags/tag157.xml"/><Relationship Id="rId26" Type="http://schemas.openxmlformats.org/officeDocument/2006/relationships/slideLayout" Target="../slideLayouts/slideLayout7.xml"/><Relationship Id="rId39" Type="http://schemas.openxmlformats.org/officeDocument/2006/relationships/image" Target="../media/image39.png"/><Relationship Id="rId21" Type="http://schemas.openxmlformats.org/officeDocument/2006/relationships/tags" Target="../tags/tag160.xml"/><Relationship Id="rId34" Type="http://schemas.openxmlformats.org/officeDocument/2006/relationships/image" Target="../media/image29.png"/><Relationship Id="rId42" Type="http://schemas.openxmlformats.org/officeDocument/2006/relationships/image" Target="../media/image34.png"/><Relationship Id="rId7" Type="http://schemas.openxmlformats.org/officeDocument/2006/relationships/tags" Target="../tags/tag146.xml"/><Relationship Id="rId2" Type="http://schemas.openxmlformats.org/officeDocument/2006/relationships/tags" Target="../tags/tag141.xml"/><Relationship Id="rId16" Type="http://schemas.openxmlformats.org/officeDocument/2006/relationships/tags" Target="../tags/tag155.xml"/><Relationship Id="rId20" Type="http://schemas.openxmlformats.org/officeDocument/2006/relationships/tags" Target="../tags/tag159.xml"/><Relationship Id="rId29" Type="http://schemas.openxmlformats.org/officeDocument/2006/relationships/image" Target="../media/image19.png"/><Relationship Id="rId41" Type="http://schemas.openxmlformats.org/officeDocument/2006/relationships/image" Target="../media/image33.png"/><Relationship Id="rId1" Type="http://schemas.openxmlformats.org/officeDocument/2006/relationships/tags" Target="../tags/tag140.xml"/><Relationship Id="rId6" Type="http://schemas.openxmlformats.org/officeDocument/2006/relationships/tags" Target="../tags/tag145.xml"/><Relationship Id="rId11" Type="http://schemas.openxmlformats.org/officeDocument/2006/relationships/tags" Target="../tags/tag150.xml"/><Relationship Id="rId24" Type="http://schemas.openxmlformats.org/officeDocument/2006/relationships/tags" Target="../tags/tag163.xml"/><Relationship Id="rId32" Type="http://schemas.openxmlformats.org/officeDocument/2006/relationships/image" Target="../media/image31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5" Type="http://schemas.openxmlformats.org/officeDocument/2006/relationships/tags" Target="../tags/tag144.xml"/><Relationship Id="rId15" Type="http://schemas.openxmlformats.org/officeDocument/2006/relationships/tags" Target="../tags/tag154.xml"/><Relationship Id="rId23" Type="http://schemas.openxmlformats.org/officeDocument/2006/relationships/tags" Target="../tags/tag162.xml"/><Relationship Id="rId28" Type="http://schemas.openxmlformats.org/officeDocument/2006/relationships/image" Target="../media/image18.png"/><Relationship Id="rId36" Type="http://schemas.openxmlformats.org/officeDocument/2006/relationships/image" Target="../media/image36.png"/><Relationship Id="rId10" Type="http://schemas.openxmlformats.org/officeDocument/2006/relationships/tags" Target="../tags/tag149.xml"/><Relationship Id="rId19" Type="http://schemas.openxmlformats.org/officeDocument/2006/relationships/tags" Target="../tags/tag158.xml"/><Relationship Id="rId31" Type="http://schemas.openxmlformats.org/officeDocument/2006/relationships/image" Target="../media/image12.png"/><Relationship Id="rId4" Type="http://schemas.openxmlformats.org/officeDocument/2006/relationships/tags" Target="../tags/tag143.xml"/><Relationship Id="rId9" Type="http://schemas.openxmlformats.org/officeDocument/2006/relationships/tags" Target="../tags/tag148.xml"/><Relationship Id="rId14" Type="http://schemas.openxmlformats.org/officeDocument/2006/relationships/tags" Target="../tags/tag153.xml"/><Relationship Id="rId22" Type="http://schemas.openxmlformats.org/officeDocument/2006/relationships/tags" Target="../tags/tag161.xml"/><Relationship Id="rId27" Type="http://schemas.openxmlformats.org/officeDocument/2006/relationships/notesSlide" Target="../notesSlides/notesSlide5.xml"/><Relationship Id="rId30" Type="http://schemas.openxmlformats.org/officeDocument/2006/relationships/image" Target="../media/image11.png"/><Relationship Id="rId35" Type="http://schemas.openxmlformats.org/officeDocument/2006/relationships/image" Target="../media/image35.png"/><Relationship Id="rId43" Type="http://schemas.openxmlformats.org/officeDocument/2006/relationships/image" Target="../media/image41.png"/><Relationship Id="rId8" Type="http://schemas.openxmlformats.org/officeDocument/2006/relationships/tags" Target="../tags/tag147.xml"/><Relationship Id="rId3" Type="http://schemas.openxmlformats.org/officeDocument/2006/relationships/tags" Target="../tags/tag142.xml"/><Relationship Id="rId12" Type="http://schemas.openxmlformats.org/officeDocument/2006/relationships/tags" Target="../tags/tag151.xml"/><Relationship Id="rId17" Type="http://schemas.openxmlformats.org/officeDocument/2006/relationships/tags" Target="../tags/tag156.xml"/><Relationship Id="rId25" Type="http://schemas.openxmlformats.org/officeDocument/2006/relationships/tags" Target="../tags/tag164.xml"/><Relationship Id="rId33" Type="http://schemas.openxmlformats.org/officeDocument/2006/relationships/image" Target="../media/image32.png"/><Relationship Id="rId38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77.xml"/><Relationship Id="rId18" Type="http://schemas.openxmlformats.org/officeDocument/2006/relationships/tags" Target="../tags/tag182.xml"/><Relationship Id="rId26" Type="http://schemas.openxmlformats.org/officeDocument/2006/relationships/image" Target="../media/image44.png"/><Relationship Id="rId3" Type="http://schemas.openxmlformats.org/officeDocument/2006/relationships/tags" Target="../tags/tag167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171.xml"/><Relationship Id="rId12" Type="http://schemas.openxmlformats.org/officeDocument/2006/relationships/tags" Target="../tags/tag176.xml"/><Relationship Id="rId17" Type="http://schemas.openxmlformats.org/officeDocument/2006/relationships/tags" Target="../tags/tag181.xml"/><Relationship Id="rId25" Type="http://schemas.openxmlformats.org/officeDocument/2006/relationships/image" Target="../media/image43.png"/><Relationship Id="rId33" Type="http://schemas.openxmlformats.org/officeDocument/2006/relationships/image" Target="../media/image47.png"/><Relationship Id="rId2" Type="http://schemas.openxmlformats.org/officeDocument/2006/relationships/tags" Target="../tags/tag166.xml"/><Relationship Id="rId16" Type="http://schemas.openxmlformats.org/officeDocument/2006/relationships/tags" Target="../tags/tag180.xml"/><Relationship Id="rId20" Type="http://schemas.openxmlformats.org/officeDocument/2006/relationships/tags" Target="../tags/tag184.xml"/><Relationship Id="rId29" Type="http://schemas.openxmlformats.org/officeDocument/2006/relationships/image" Target="../media/image45.png"/><Relationship Id="rId1" Type="http://schemas.openxmlformats.org/officeDocument/2006/relationships/tags" Target="../tags/tag165.xml"/><Relationship Id="rId6" Type="http://schemas.openxmlformats.org/officeDocument/2006/relationships/tags" Target="../tags/tag170.xml"/><Relationship Id="rId11" Type="http://schemas.openxmlformats.org/officeDocument/2006/relationships/tags" Target="../tags/tag175.xml"/><Relationship Id="rId24" Type="http://schemas.openxmlformats.org/officeDocument/2006/relationships/image" Target="../media/image42.png"/><Relationship Id="rId32" Type="http://schemas.openxmlformats.org/officeDocument/2006/relationships/image" Target="../media/image46.png"/><Relationship Id="rId5" Type="http://schemas.openxmlformats.org/officeDocument/2006/relationships/tags" Target="../tags/tag169.xml"/><Relationship Id="rId15" Type="http://schemas.openxmlformats.org/officeDocument/2006/relationships/tags" Target="../tags/tag179.xml"/><Relationship Id="rId23" Type="http://schemas.openxmlformats.org/officeDocument/2006/relationships/image" Target="../media/image18.png"/><Relationship Id="rId28" Type="http://schemas.openxmlformats.org/officeDocument/2006/relationships/image" Target="../media/image32.png"/><Relationship Id="rId10" Type="http://schemas.openxmlformats.org/officeDocument/2006/relationships/tags" Target="../tags/tag174.xml"/><Relationship Id="rId19" Type="http://schemas.openxmlformats.org/officeDocument/2006/relationships/tags" Target="../tags/tag183.xml"/><Relationship Id="rId31" Type="http://schemas.openxmlformats.org/officeDocument/2006/relationships/image" Target="../media/image29.png"/><Relationship Id="rId4" Type="http://schemas.openxmlformats.org/officeDocument/2006/relationships/tags" Target="../tags/tag168.xml"/><Relationship Id="rId9" Type="http://schemas.openxmlformats.org/officeDocument/2006/relationships/tags" Target="../tags/tag173.xml"/><Relationship Id="rId14" Type="http://schemas.openxmlformats.org/officeDocument/2006/relationships/tags" Target="../tags/tag178.xml"/><Relationship Id="rId22" Type="http://schemas.openxmlformats.org/officeDocument/2006/relationships/notesSlide" Target="../notesSlides/notesSlide6.xml"/><Relationship Id="rId27" Type="http://schemas.openxmlformats.org/officeDocument/2006/relationships/image" Target="../media/image31.png"/><Relationship Id="rId30" Type="http://schemas.openxmlformats.org/officeDocument/2006/relationships/image" Target="../media/image28.png"/><Relationship Id="rId8" Type="http://schemas.openxmlformats.org/officeDocument/2006/relationships/tags" Target="../tags/tag17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97.xml"/><Relationship Id="rId18" Type="http://schemas.openxmlformats.org/officeDocument/2006/relationships/tags" Target="../tags/tag202.xml"/><Relationship Id="rId26" Type="http://schemas.openxmlformats.org/officeDocument/2006/relationships/tags" Target="../tags/tag210.xml"/><Relationship Id="rId39" Type="http://schemas.openxmlformats.org/officeDocument/2006/relationships/tags" Target="../tags/tag223.xml"/><Relationship Id="rId21" Type="http://schemas.openxmlformats.org/officeDocument/2006/relationships/tags" Target="../tags/tag205.xml"/><Relationship Id="rId34" Type="http://schemas.openxmlformats.org/officeDocument/2006/relationships/tags" Target="../tags/tag218.xml"/><Relationship Id="rId42" Type="http://schemas.openxmlformats.org/officeDocument/2006/relationships/tags" Target="../tags/tag226.xml"/><Relationship Id="rId47" Type="http://schemas.openxmlformats.org/officeDocument/2006/relationships/image" Target="../media/image18.png"/><Relationship Id="rId50" Type="http://schemas.openxmlformats.org/officeDocument/2006/relationships/image" Target="../media/image12.png"/><Relationship Id="rId55" Type="http://schemas.openxmlformats.org/officeDocument/2006/relationships/image" Target="../media/image29.png"/><Relationship Id="rId63" Type="http://schemas.openxmlformats.org/officeDocument/2006/relationships/image" Target="../media/image51.png"/><Relationship Id="rId7" Type="http://schemas.openxmlformats.org/officeDocument/2006/relationships/tags" Target="../tags/tag191.xml"/><Relationship Id="rId2" Type="http://schemas.openxmlformats.org/officeDocument/2006/relationships/tags" Target="../tags/tag186.xml"/><Relationship Id="rId16" Type="http://schemas.openxmlformats.org/officeDocument/2006/relationships/tags" Target="../tags/tag200.xml"/><Relationship Id="rId29" Type="http://schemas.openxmlformats.org/officeDocument/2006/relationships/tags" Target="../tags/tag213.xml"/><Relationship Id="rId11" Type="http://schemas.openxmlformats.org/officeDocument/2006/relationships/tags" Target="../tags/tag195.xml"/><Relationship Id="rId24" Type="http://schemas.openxmlformats.org/officeDocument/2006/relationships/tags" Target="../tags/tag208.xml"/><Relationship Id="rId32" Type="http://schemas.openxmlformats.org/officeDocument/2006/relationships/tags" Target="../tags/tag216.xml"/><Relationship Id="rId37" Type="http://schemas.openxmlformats.org/officeDocument/2006/relationships/tags" Target="../tags/tag221.xml"/><Relationship Id="rId40" Type="http://schemas.openxmlformats.org/officeDocument/2006/relationships/tags" Target="../tags/tag224.xml"/><Relationship Id="rId45" Type="http://schemas.openxmlformats.org/officeDocument/2006/relationships/slideLayout" Target="../slideLayouts/slideLayout7.xml"/><Relationship Id="rId53" Type="http://schemas.openxmlformats.org/officeDocument/2006/relationships/image" Target="../media/image32.png"/><Relationship Id="rId58" Type="http://schemas.openxmlformats.org/officeDocument/2006/relationships/image" Target="../media/image36.png"/><Relationship Id="rId5" Type="http://schemas.openxmlformats.org/officeDocument/2006/relationships/tags" Target="../tags/tag189.xml"/><Relationship Id="rId61" Type="http://schemas.openxmlformats.org/officeDocument/2006/relationships/image" Target="../media/image39.png"/><Relationship Id="rId19" Type="http://schemas.openxmlformats.org/officeDocument/2006/relationships/tags" Target="../tags/tag203.xml"/><Relationship Id="rId14" Type="http://schemas.openxmlformats.org/officeDocument/2006/relationships/tags" Target="../tags/tag198.xml"/><Relationship Id="rId22" Type="http://schemas.openxmlformats.org/officeDocument/2006/relationships/tags" Target="../tags/tag206.xml"/><Relationship Id="rId27" Type="http://schemas.openxmlformats.org/officeDocument/2006/relationships/tags" Target="../tags/tag211.xml"/><Relationship Id="rId30" Type="http://schemas.openxmlformats.org/officeDocument/2006/relationships/tags" Target="../tags/tag214.xml"/><Relationship Id="rId35" Type="http://schemas.openxmlformats.org/officeDocument/2006/relationships/tags" Target="../tags/tag219.xml"/><Relationship Id="rId43" Type="http://schemas.openxmlformats.org/officeDocument/2006/relationships/tags" Target="../tags/tag227.xml"/><Relationship Id="rId48" Type="http://schemas.openxmlformats.org/officeDocument/2006/relationships/image" Target="../media/image19.png"/><Relationship Id="rId56" Type="http://schemas.openxmlformats.org/officeDocument/2006/relationships/image" Target="../media/image49.png"/><Relationship Id="rId64" Type="http://schemas.openxmlformats.org/officeDocument/2006/relationships/image" Target="../media/image52.png"/><Relationship Id="rId8" Type="http://schemas.openxmlformats.org/officeDocument/2006/relationships/tags" Target="../tags/tag192.xml"/><Relationship Id="rId51" Type="http://schemas.openxmlformats.org/officeDocument/2006/relationships/image" Target="../media/image48.png"/><Relationship Id="rId3" Type="http://schemas.openxmlformats.org/officeDocument/2006/relationships/tags" Target="../tags/tag187.xml"/><Relationship Id="rId12" Type="http://schemas.openxmlformats.org/officeDocument/2006/relationships/tags" Target="../tags/tag196.xml"/><Relationship Id="rId17" Type="http://schemas.openxmlformats.org/officeDocument/2006/relationships/tags" Target="../tags/tag201.xml"/><Relationship Id="rId25" Type="http://schemas.openxmlformats.org/officeDocument/2006/relationships/tags" Target="../tags/tag209.xml"/><Relationship Id="rId33" Type="http://schemas.openxmlformats.org/officeDocument/2006/relationships/tags" Target="../tags/tag217.xml"/><Relationship Id="rId38" Type="http://schemas.openxmlformats.org/officeDocument/2006/relationships/tags" Target="../tags/tag222.xml"/><Relationship Id="rId46" Type="http://schemas.openxmlformats.org/officeDocument/2006/relationships/notesSlide" Target="../notesSlides/notesSlide7.xml"/><Relationship Id="rId59" Type="http://schemas.openxmlformats.org/officeDocument/2006/relationships/image" Target="../media/image37.png"/><Relationship Id="rId20" Type="http://schemas.openxmlformats.org/officeDocument/2006/relationships/tags" Target="../tags/tag204.xml"/><Relationship Id="rId41" Type="http://schemas.openxmlformats.org/officeDocument/2006/relationships/tags" Target="../tags/tag225.xml"/><Relationship Id="rId54" Type="http://schemas.openxmlformats.org/officeDocument/2006/relationships/image" Target="../media/image28.png"/><Relationship Id="rId62" Type="http://schemas.openxmlformats.org/officeDocument/2006/relationships/image" Target="../media/image50.png"/><Relationship Id="rId1" Type="http://schemas.openxmlformats.org/officeDocument/2006/relationships/tags" Target="../tags/tag185.xml"/><Relationship Id="rId6" Type="http://schemas.openxmlformats.org/officeDocument/2006/relationships/tags" Target="../tags/tag190.xml"/><Relationship Id="rId15" Type="http://schemas.openxmlformats.org/officeDocument/2006/relationships/tags" Target="../tags/tag199.xml"/><Relationship Id="rId23" Type="http://schemas.openxmlformats.org/officeDocument/2006/relationships/tags" Target="../tags/tag207.xml"/><Relationship Id="rId28" Type="http://schemas.openxmlformats.org/officeDocument/2006/relationships/tags" Target="../tags/tag212.xml"/><Relationship Id="rId36" Type="http://schemas.openxmlformats.org/officeDocument/2006/relationships/tags" Target="../tags/tag220.xml"/><Relationship Id="rId49" Type="http://schemas.openxmlformats.org/officeDocument/2006/relationships/image" Target="../media/image11.png"/><Relationship Id="rId57" Type="http://schemas.openxmlformats.org/officeDocument/2006/relationships/image" Target="../media/image35.png"/><Relationship Id="rId10" Type="http://schemas.openxmlformats.org/officeDocument/2006/relationships/tags" Target="../tags/tag194.xml"/><Relationship Id="rId31" Type="http://schemas.openxmlformats.org/officeDocument/2006/relationships/tags" Target="../tags/tag215.xml"/><Relationship Id="rId44" Type="http://schemas.openxmlformats.org/officeDocument/2006/relationships/tags" Target="../tags/tag228.xml"/><Relationship Id="rId52" Type="http://schemas.openxmlformats.org/officeDocument/2006/relationships/image" Target="../media/image31.png"/><Relationship Id="rId60" Type="http://schemas.openxmlformats.org/officeDocument/2006/relationships/image" Target="../media/image38.png"/><Relationship Id="rId4" Type="http://schemas.openxmlformats.org/officeDocument/2006/relationships/tags" Target="../tags/tag188.xml"/><Relationship Id="rId9" Type="http://schemas.openxmlformats.org/officeDocument/2006/relationships/tags" Target="../tags/tag19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notesSlide" Target="../notesSlides/notesSlide8.xml"/><Relationship Id="rId18" Type="http://schemas.openxmlformats.org/officeDocument/2006/relationships/image" Target="../media/image29.png"/><Relationship Id="rId3" Type="http://schemas.openxmlformats.org/officeDocument/2006/relationships/tags" Target="../tags/tag231.xml"/><Relationship Id="rId7" Type="http://schemas.openxmlformats.org/officeDocument/2006/relationships/tags" Target="../tags/tag235.xml"/><Relationship Id="rId12" Type="http://schemas.openxmlformats.org/officeDocument/2006/relationships/slideLayout" Target="../slideLayouts/slideLayout7.xml"/><Relationship Id="rId17" Type="http://schemas.openxmlformats.org/officeDocument/2006/relationships/image" Target="../media/image28.png"/><Relationship Id="rId2" Type="http://schemas.openxmlformats.org/officeDocument/2006/relationships/tags" Target="../tags/tag230.xml"/><Relationship Id="rId16" Type="http://schemas.openxmlformats.org/officeDocument/2006/relationships/image" Target="../media/image12.png"/><Relationship Id="rId20" Type="http://schemas.openxmlformats.org/officeDocument/2006/relationships/image" Target="../media/image54.png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5" Type="http://schemas.openxmlformats.org/officeDocument/2006/relationships/tags" Target="../tags/tag233.xml"/><Relationship Id="rId15" Type="http://schemas.openxmlformats.org/officeDocument/2006/relationships/image" Target="../media/image11.png"/><Relationship Id="rId10" Type="http://schemas.openxmlformats.org/officeDocument/2006/relationships/tags" Target="../tags/tag238.xml"/><Relationship Id="rId19" Type="http://schemas.openxmlformats.org/officeDocument/2006/relationships/image" Target="../media/image53.png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52.xml"/><Relationship Id="rId18" Type="http://schemas.openxmlformats.org/officeDocument/2006/relationships/tags" Target="../tags/tag257.xml"/><Relationship Id="rId26" Type="http://schemas.openxmlformats.org/officeDocument/2006/relationships/tags" Target="../tags/tag265.xml"/><Relationship Id="rId39" Type="http://schemas.openxmlformats.org/officeDocument/2006/relationships/slideLayout" Target="../slideLayouts/slideLayout7.xml"/><Relationship Id="rId21" Type="http://schemas.openxmlformats.org/officeDocument/2006/relationships/tags" Target="../tags/tag260.xml"/><Relationship Id="rId34" Type="http://schemas.openxmlformats.org/officeDocument/2006/relationships/tags" Target="../tags/tag273.xml"/><Relationship Id="rId42" Type="http://schemas.openxmlformats.org/officeDocument/2006/relationships/image" Target="../media/image11.png"/><Relationship Id="rId47" Type="http://schemas.openxmlformats.org/officeDocument/2006/relationships/image" Target="../media/image56.png"/><Relationship Id="rId50" Type="http://schemas.openxmlformats.org/officeDocument/2006/relationships/image" Target="../media/image57.png"/><Relationship Id="rId55" Type="http://schemas.openxmlformats.org/officeDocument/2006/relationships/image" Target="../media/image62.png"/><Relationship Id="rId7" Type="http://schemas.openxmlformats.org/officeDocument/2006/relationships/tags" Target="../tags/tag246.xml"/><Relationship Id="rId2" Type="http://schemas.openxmlformats.org/officeDocument/2006/relationships/tags" Target="../tags/tag241.xml"/><Relationship Id="rId16" Type="http://schemas.openxmlformats.org/officeDocument/2006/relationships/tags" Target="../tags/tag255.xml"/><Relationship Id="rId29" Type="http://schemas.openxmlformats.org/officeDocument/2006/relationships/tags" Target="../tags/tag268.xml"/><Relationship Id="rId11" Type="http://schemas.openxmlformats.org/officeDocument/2006/relationships/tags" Target="../tags/tag250.xml"/><Relationship Id="rId24" Type="http://schemas.openxmlformats.org/officeDocument/2006/relationships/tags" Target="../tags/tag263.xml"/><Relationship Id="rId32" Type="http://schemas.openxmlformats.org/officeDocument/2006/relationships/tags" Target="../tags/tag271.xml"/><Relationship Id="rId37" Type="http://schemas.openxmlformats.org/officeDocument/2006/relationships/tags" Target="../tags/tag276.xml"/><Relationship Id="rId40" Type="http://schemas.openxmlformats.org/officeDocument/2006/relationships/notesSlide" Target="../notesSlides/notesSlide9.xml"/><Relationship Id="rId45" Type="http://schemas.openxmlformats.org/officeDocument/2006/relationships/image" Target="../media/image31.png"/><Relationship Id="rId53" Type="http://schemas.openxmlformats.org/officeDocument/2006/relationships/image" Target="../media/image60.png"/><Relationship Id="rId5" Type="http://schemas.openxmlformats.org/officeDocument/2006/relationships/tags" Target="../tags/tag244.xml"/><Relationship Id="rId10" Type="http://schemas.openxmlformats.org/officeDocument/2006/relationships/tags" Target="../tags/tag249.xml"/><Relationship Id="rId19" Type="http://schemas.openxmlformats.org/officeDocument/2006/relationships/tags" Target="../tags/tag258.xml"/><Relationship Id="rId31" Type="http://schemas.openxmlformats.org/officeDocument/2006/relationships/tags" Target="../tags/tag270.xml"/><Relationship Id="rId44" Type="http://schemas.openxmlformats.org/officeDocument/2006/relationships/image" Target="../media/image55.png"/><Relationship Id="rId52" Type="http://schemas.openxmlformats.org/officeDocument/2006/relationships/image" Target="../media/image59.png"/><Relationship Id="rId4" Type="http://schemas.openxmlformats.org/officeDocument/2006/relationships/tags" Target="../tags/tag243.xml"/><Relationship Id="rId9" Type="http://schemas.openxmlformats.org/officeDocument/2006/relationships/tags" Target="../tags/tag248.xml"/><Relationship Id="rId14" Type="http://schemas.openxmlformats.org/officeDocument/2006/relationships/tags" Target="../tags/tag253.xml"/><Relationship Id="rId22" Type="http://schemas.openxmlformats.org/officeDocument/2006/relationships/tags" Target="../tags/tag261.xml"/><Relationship Id="rId27" Type="http://schemas.openxmlformats.org/officeDocument/2006/relationships/tags" Target="../tags/tag266.xml"/><Relationship Id="rId30" Type="http://schemas.openxmlformats.org/officeDocument/2006/relationships/tags" Target="../tags/tag269.xml"/><Relationship Id="rId35" Type="http://schemas.openxmlformats.org/officeDocument/2006/relationships/tags" Target="../tags/tag274.xml"/><Relationship Id="rId43" Type="http://schemas.openxmlformats.org/officeDocument/2006/relationships/image" Target="../media/image12.png"/><Relationship Id="rId48" Type="http://schemas.openxmlformats.org/officeDocument/2006/relationships/image" Target="../media/image28.png"/><Relationship Id="rId56" Type="http://schemas.openxmlformats.org/officeDocument/2006/relationships/image" Target="../media/image63.png"/><Relationship Id="rId8" Type="http://schemas.openxmlformats.org/officeDocument/2006/relationships/tags" Target="../tags/tag247.xml"/><Relationship Id="rId51" Type="http://schemas.openxmlformats.org/officeDocument/2006/relationships/image" Target="../media/image58.png"/><Relationship Id="rId3" Type="http://schemas.openxmlformats.org/officeDocument/2006/relationships/tags" Target="../tags/tag242.xml"/><Relationship Id="rId12" Type="http://schemas.openxmlformats.org/officeDocument/2006/relationships/tags" Target="../tags/tag251.xml"/><Relationship Id="rId17" Type="http://schemas.openxmlformats.org/officeDocument/2006/relationships/tags" Target="../tags/tag256.xml"/><Relationship Id="rId25" Type="http://schemas.openxmlformats.org/officeDocument/2006/relationships/tags" Target="../tags/tag264.xml"/><Relationship Id="rId33" Type="http://schemas.openxmlformats.org/officeDocument/2006/relationships/tags" Target="../tags/tag272.xml"/><Relationship Id="rId38" Type="http://schemas.openxmlformats.org/officeDocument/2006/relationships/tags" Target="../tags/tag277.xml"/><Relationship Id="rId46" Type="http://schemas.openxmlformats.org/officeDocument/2006/relationships/image" Target="../media/image32.png"/><Relationship Id="rId20" Type="http://schemas.openxmlformats.org/officeDocument/2006/relationships/tags" Target="../tags/tag259.xml"/><Relationship Id="rId41" Type="http://schemas.openxmlformats.org/officeDocument/2006/relationships/image" Target="../media/image18.png"/><Relationship Id="rId54" Type="http://schemas.openxmlformats.org/officeDocument/2006/relationships/image" Target="../media/image61.png"/><Relationship Id="rId1" Type="http://schemas.openxmlformats.org/officeDocument/2006/relationships/tags" Target="../tags/tag240.xml"/><Relationship Id="rId6" Type="http://schemas.openxmlformats.org/officeDocument/2006/relationships/tags" Target="../tags/tag245.xml"/><Relationship Id="rId15" Type="http://schemas.openxmlformats.org/officeDocument/2006/relationships/tags" Target="../tags/tag254.xml"/><Relationship Id="rId23" Type="http://schemas.openxmlformats.org/officeDocument/2006/relationships/tags" Target="../tags/tag262.xml"/><Relationship Id="rId28" Type="http://schemas.openxmlformats.org/officeDocument/2006/relationships/tags" Target="../tags/tag267.xml"/><Relationship Id="rId36" Type="http://schemas.openxmlformats.org/officeDocument/2006/relationships/tags" Target="../tags/tag275.xml"/><Relationship Id="rId4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290.xml"/><Relationship Id="rId18" Type="http://schemas.openxmlformats.org/officeDocument/2006/relationships/tags" Target="../tags/tag295.xml"/><Relationship Id="rId26" Type="http://schemas.openxmlformats.org/officeDocument/2006/relationships/tags" Target="../tags/tag303.xml"/><Relationship Id="rId39" Type="http://schemas.openxmlformats.org/officeDocument/2006/relationships/image" Target="../media/image67.png"/><Relationship Id="rId21" Type="http://schemas.openxmlformats.org/officeDocument/2006/relationships/tags" Target="../tags/tag298.xml"/><Relationship Id="rId34" Type="http://schemas.openxmlformats.org/officeDocument/2006/relationships/image" Target="../media/image28.png"/><Relationship Id="rId7" Type="http://schemas.openxmlformats.org/officeDocument/2006/relationships/tags" Target="../tags/tag284.xml"/><Relationship Id="rId2" Type="http://schemas.openxmlformats.org/officeDocument/2006/relationships/tags" Target="../tags/tag279.xml"/><Relationship Id="rId16" Type="http://schemas.openxmlformats.org/officeDocument/2006/relationships/tags" Target="../tags/tag293.xml"/><Relationship Id="rId20" Type="http://schemas.openxmlformats.org/officeDocument/2006/relationships/tags" Target="../tags/tag297.xml"/><Relationship Id="rId29" Type="http://schemas.openxmlformats.org/officeDocument/2006/relationships/slideLayout" Target="../slideLayouts/slideLayout7.xml"/><Relationship Id="rId41" Type="http://schemas.openxmlformats.org/officeDocument/2006/relationships/image" Target="../media/image69.png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11" Type="http://schemas.openxmlformats.org/officeDocument/2006/relationships/tags" Target="../tags/tag288.xml"/><Relationship Id="rId24" Type="http://schemas.openxmlformats.org/officeDocument/2006/relationships/tags" Target="../tags/tag301.xml"/><Relationship Id="rId32" Type="http://schemas.openxmlformats.org/officeDocument/2006/relationships/image" Target="../media/image11.png"/><Relationship Id="rId37" Type="http://schemas.openxmlformats.org/officeDocument/2006/relationships/image" Target="../media/image65.png"/><Relationship Id="rId40" Type="http://schemas.openxmlformats.org/officeDocument/2006/relationships/image" Target="../media/image68.png"/><Relationship Id="rId5" Type="http://schemas.openxmlformats.org/officeDocument/2006/relationships/tags" Target="../tags/tag282.xml"/><Relationship Id="rId15" Type="http://schemas.openxmlformats.org/officeDocument/2006/relationships/tags" Target="../tags/tag292.xml"/><Relationship Id="rId23" Type="http://schemas.openxmlformats.org/officeDocument/2006/relationships/tags" Target="../tags/tag300.xml"/><Relationship Id="rId28" Type="http://schemas.openxmlformats.org/officeDocument/2006/relationships/tags" Target="../tags/tag305.xml"/><Relationship Id="rId36" Type="http://schemas.openxmlformats.org/officeDocument/2006/relationships/image" Target="../media/image64.png"/><Relationship Id="rId10" Type="http://schemas.openxmlformats.org/officeDocument/2006/relationships/tags" Target="../tags/tag287.xml"/><Relationship Id="rId19" Type="http://schemas.openxmlformats.org/officeDocument/2006/relationships/tags" Target="../tags/tag296.xml"/><Relationship Id="rId31" Type="http://schemas.openxmlformats.org/officeDocument/2006/relationships/image" Target="../media/image18.png"/><Relationship Id="rId4" Type="http://schemas.openxmlformats.org/officeDocument/2006/relationships/tags" Target="../tags/tag281.xml"/><Relationship Id="rId9" Type="http://schemas.openxmlformats.org/officeDocument/2006/relationships/tags" Target="../tags/tag286.xml"/><Relationship Id="rId14" Type="http://schemas.openxmlformats.org/officeDocument/2006/relationships/tags" Target="../tags/tag291.xml"/><Relationship Id="rId22" Type="http://schemas.openxmlformats.org/officeDocument/2006/relationships/tags" Target="../tags/tag299.xml"/><Relationship Id="rId27" Type="http://schemas.openxmlformats.org/officeDocument/2006/relationships/tags" Target="../tags/tag304.xml"/><Relationship Id="rId30" Type="http://schemas.openxmlformats.org/officeDocument/2006/relationships/notesSlide" Target="../notesSlides/notesSlide10.xml"/><Relationship Id="rId35" Type="http://schemas.openxmlformats.org/officeDocument/2006/relationships/image" Target="../media/image29.png"/><Relationship Id="rId8" Type="http://schemas.openxmlformats.org/officeDocument/2006/relationships/tags" Target="../tags/tag285.xml"/><Relationship Id="rId3" Type="http://schemas.openxmlformats.org/officeDocument/2006/relationships/tags" Target="../tags/tag280.xml"/><Relationship Id="rId12" Type="http://schemas.openxmlformats.org/officeDocument/2006/relationships/tags" Target="../tags/tag289.xml"/><Relationship Id="rId17" Type="http://schemas.openxmlformats.org/officeDocument/2006/relationships/tags" Target="../tags/tag294.xml"/><Relationship Id="rId25" Type="http://schemas.openxmlformats.org/officeDocument/2006/relationships/tags" Target="../tags/tag302.xml"/><Relationship Id="rId33" Type="http://schemas.openxmlformats.org/officeDocument/2006/relationships/image" Target="../media/image12.png"/><Relationship Id="rId38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313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11.png"/><Relationship Id="rId3" Type="http://schemas.openxmlformats.org/officeDocument/2006/relationships/tags" Target="../tags/tag308.xml"/><Relationship Id="rId21" Type="http://schemas.openxmlformats.org/officeDocument/2006/relationships/image" Target="../media/image53.png"/><Relationship Id="rId7" Type="http://schemas.openxmlformats.org/officeDocument/2006/relationships/tags" Target="../tags/tag312.xml"/><Relationship Id="rId12" Type="http://schemas.openxmlformats.org/officeDocument/2006/relationships/tags" Target="../tags/tag317.xml"/><Relationship Id="rId17" Type="http://schemas.openxmlformats.org/officeDocument/2006/relationships/image" Target="../media/image72.png"/><Relationship Id="rId2" Type="http://schemas.openxmlformats.org/officeDocument/2006/relationships/tags" Target="../tags/tag307.xml"/><Relationship Id="rId16" Type="http://schemas.openxmlformats.org/officeDocument/2006/relationships/image" Target="../media/image71.png"/><Relationship Id="rId20" Type="http://schemas.openxmlformats.org/officeDocument/2006/relationships/image" Target="../media/image12.png"/><Relationship Id="rId1" Type="http://schemas.openxmlformats.org/officeDocument/2006/relationships/tags" Target="../tags/tag306.xml"/><Relationship Id="rId6" Type="http://schemas.openxmlformats.org/officeDocument/2006/relationships/tags" Target="../tags/tag311.xml"/><Relationship Id="rId11" Type="http://schemas.openxmlformats.org/officeDocument/2006/relationships/tags" Target="../tags/tag316.xml"/><Relationship Id="rId24" Type="http://schemas.openxmlformats.org/officeDocument/2006/relationships/image" Target="../media/image75.png"/><Relationship Id="rId5" Type="http://schemas.openxmlformats.org/officeDocument/2006/relationships/tags" Target="../tags/tag310.xml"/><Relationship Id="rId15" Type="http://schemas.openxmlformats.org/officeDocument/2006/relationships/image" Target="../media/image70.png"/><Relationship Id="rId23" Type="http://schemas.openxmlformats.org/officeDocument/2006/relationships/image" Target="../media/image74.png"/><Relationship Id="rId10" Type="http://schemas.openxmlformats.org/officeDocument/2006/relationships/tags" Target="../tags/tag315.xml"/><Relationship Id="rId19" Type="http://schemas.openxmlformats.org/officeDocument/2006/relationships/image" Target="../media/image18.png"/><Relationship Id="rId4" Type="http://schemas.openxmlformats.org/officeDocument/2006/relationships/tags" Target="../tags/tag309.xml"/><Relationship Id="rId9" Type="http://schemas.openxmlformats.org/officeDocument/2006/relationships/tags" Target="../tags/tag314.xml"/><Relationship Id="rId14" Type="http://schemas.openxmlformats.org/officeDocument/2006/relationships/notesSlide" Target="../notesSlides/notesSlide11.xml"/><Relationship Id="rId22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325.xml"/><Relationship Id="rId13" Type="http://schemas.openxmlformats.org/officeDocument/2006/relationships/tags" Target="../tags/tag330.xml"/><Relationship Id="rId18" Type="http://schemas.openxmlformats.org/officeDocument/2006/relationships/image" Target="../media/image12.png"/><Relationship Id="rId26" Type="http://schemas.openxmlformats.org/officeDocument/2006/relationships/image" Target="../media/image80.png"/><Relationship Id="rId3" Type="http://schemas.openxmlformats.org/officeDocument/2006/relationships/tags" Target="../tags/tag320.xml"/><Relationship Id="rId21" Type="http://schemas.openxmlformats.org/officeDocument/2006/relationships/image" Target="../media/image18.png"/><Relationship Id="rId7" Type="http://schemas.openxmlformats.org/officeDocument/2006/relationships/tags" Target="../tags/tag324.xml"/><Relationship Id="rId12" Type="http://schemas.openxmlformats.org/officeDocument/2006/relationships/tags" Target="../tags/tag329.xml"/><Relationship Id="rId17" Type="http://schemas.openxmlformats.org/officeDocument/2006/relationships/notesSlide" Target="../notesSlides/notesSlide12.xml"/><Relationship Id="rId25" Type="http://schemas.openxmlformats.org/officeDocument/2006/relationships/image" Target="../media/image79.png"/><Relationship Id="rId2" Type="http://schemas.openxmlformats.org/officeDocument/2006/relationships/tags" Target="../tags/tag319.xml"/><Relationship Id="rId16" Type="http://schemas.openxmlformats.org/officeDocument/2006/relationships/slideLayout" Target="../slideLayouts/slideLayout7.xml"/><Relationship Id="rId20" Type="http://schemas.openxmlformats.org/officeDocument/2006/relationships/image" Target="../media/image11.png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11" Type="http://schemas.openxmlformats.org/officeDocument/2006/relationships/tags" Target="../tags/tag328.xml"/><Relationship Id="rId24" Type="http://schemas.openxmlformats.org/officeDocument/2006/relationships/image" Target="../media/image78.png"/><Relationship Id="rId5" Type="http://schemas.openxmlformats.org/officeDocument/2006/relationships/tags" Target="../tags/tag322.xml"/><Relationship Id="rId15" Type="http://schemas.openxmlformats.org/officeDocument/2006/relationships/tags" Target="../tags/tag332.xml"/><Relationship Id="rId23" Type="http://schemas.openxmlformats.org/officeDocument/2006/relationships/image" Target="../media/image77.png"/><Relationship Id="rId10" Type="http://schemas.openxmlformats.org/officeDocument/2006/relationships/tags" Target="../tags/tag327.xml"/><Relationship Id="rId19" Type="http://schemas.openxmlformats.org/officeDocument/2006/relationships/image" Target="../media/image53.png"/><Relationship Id="rId4" Type="http://schemas.openxmlformats.org/officeDocument/2006/relationships/tags" Target="../tags/tag321.xml"/><Relationship Id="rId9" Type="http://schemas.openxmlformats.org/officeDocument/2006/relationships/tags" Target="../tags/tag326.xml"/><Relationship Id="rId14" Type="http://schemas.openxmlformats.org/officeDocument/2006/relationships/tags" Target="../tags/tag331.xml"/><Relationship Id="rId22" Type="http://schemas.openxmlformats.org/officeDocument/2006/relationships/image" Target="../media/image76.png"/><Relationship Id="rId27" Type="http://schemas.openxmlformats.org/officeDocument/2006/relationships/image" Target="../media/image8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340.xml"/><Relationship Id="rId13" Type="http://schemas.openxmlformats.org/officeDocument/2006/relationships/tags" Target="../tags/tag345.xml"/><Relationship Id="rId18" Type="http://schemas.openxmlformats.org/officeDocument/2006/relationships/notesSlide" Target="../notesSlides/notesSlide13.xml"/><Relationship Id="rId26" Type="http://schemas.openxmlformats.org/officeDocument/2006/relationships/image" Target="../media/image17.png"/><Relationship Id="rId3" Type="http://schemas.openxmlformats.org/officeDocument/2006/relationships/tags" Target="../tags/tag335.xml"/><Relationship Id="rId21" Type="http://schemas.openxmlformats.org/officeDocument/2006/relationships/image" Target="../media/image53.png"/><Relationship Id="rId7" Type="http://schemas.openxmlformats.org/officeDocument/2006/relationships/tags" Target="../tags/tag339.xml"/><Relationship Id="rId12" Type="http://schemas.openxmlformats.org/officeDocument/2006/relationships/tags" Target="../tags/tag344.xml"/><Relationship Id="rId17" Type="http://schemas.openxmlformats.org/officeDocument/2006/relationships/slideLayout" Target="../slideLayouts/slideLayout7.xml"/><Relationship Id="rId25" Type="http://schemas.openxmlformats.org/officeDocument/2006/relationships/image" Target="../media/image16.png"/><Relationship Id="rId2" Type="http://schemas.openxmlformats.org/officeDocument/2006/relationships/tags" Target="../tags/tag334.xml"/><Relationship Id="rId16" Type="http://schemas.openxmlformats.org/officeDocument/2006/relationships/tags" Target="../tags/tag348.xml"/><Relationship Id="rId20" Type="http://schemas.openxmlformats.org/officeDocument/2006/relationships/image" Target="../media/image12.png"/><Relationship Id="rId1" Type="http://schemas.openxmlformats.org/officeDocument/2006/relationships/tags" Target="../tags/tag333.xml"/><Relationship Id="rId6" Type="http://schemas.openxmlformats.org/officeDocument/2006/relationships/tags" Target="../tags/tag338.xml"/><Relationship Id="rId11" Type="http://schemas.openxmlformats.org/officeDocument/2006/relationships/tags" Target="../tags/tag343.xml"/><Relationship Id="rId24" Type="http://schemas.openxmlformats.org/officeDocument/2006/relationships/image" Target="../media/image19.png"/><Relationship Id="rId5" Type="http://schemas.openxmlformats.org/officeDocument/2006/relationships/tags" Target="../tags/tag337.xml"/><Relationship Id="rId15" Type="http://schemas.openxmlformats.org/officeDocument/2006/relationships/tags" Target="../tags/tag347.xml"/><Relationship Id="rId23" Type="http://schemas.openxmlformats.org/officeDocument/2006/relationships/image" Target="../media/image24.png"/><Relationship Id="rId10" Type="http://schemas.openxmlformats.org/officeDocument/2006/relationships/tags" Target="../tags/tag342.xml"/><Relationship Id="rId19" Type="http://schemas.openxmlformats.org/officeDocument/2006/relationships/image" Target="../media/image18.png"/><Relationship Id="rId4" Type="http://schemas.openxmlformats.org/officeDocument/2006/relationships/tags" Target="../tags/tag336.xml"/><Relationship Id="rId9" Type="http://schemas.openxmlformats.org/officeDocument/2006/relationships/tags" Target="../tags/tag341.xml"/><Relationship Id="rId14" Type="http://schemas.openxmlformats.org/officeDocument/2006/relationships/tags" Target="../tags/tag346.xml"/><Relationship Id="rId22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356.xml"/><Relationship Id="rId13" Type="http://schemas.openxmlformats.org/officeDocument/2006/relationships/tags" Target="../tags/tag361.xml"/><Relationship Id="rId18" Type="http://schemas.openxmlformats.org/officeDocument/2006/relationships/image" Target="../media/image16.png"/><Relationship Id="rId3" Type="http://schemas.openxmlformats.org/officeDocument/2006/relationships/tags" Target="../tags/tag351.xml"/><Relationship Id="rId21" Type="http://schemas.openxmlformats.org/officeDocument/2006/relationships/image" Target="../media/image12.png"/><Relationship Id="rId7" Type="http://schemas.openxmlformats.org/officeDocument/2006/relationships/tags" Target="../tags/tag355.xml"/><Relationship Id="rId12" Type="http://schemas.openxmlformats.org/officeDocument/2006/relationships/tags" Target="../tags/tag360.xml"/><Relationship Id="rId17" Type="http://schemas.openxmlformats.org/officeDocument/2006/relationships/image" Target="../media/image19.png"/><Relationship Id="rId2" Type="http://schemas.openxmlformats.org/officeDocument/2006/relationships/tags" Target="../tags/tag350.xml"/><Relationship Id="rId16" Type="http://schemas.openxmlformats.org/officeDocument/2006/relationships/image" Target="../media/image18.png"/><Relationship Id="rId20" Type="http://schemas.openxmlformats.org/officeDocument/2006/relationships/image" Target="../media/image11.png"/><Relationship Id="rId1" Type="http://schemas.openxmlformats.org/officeDocument/2006/relationships/tags" Target="../tags/tag349.xml"/><Relationship Id="rId6" Type="http://schemas.openxmlformats.org/officeDocument/2006/relationships/tags" Target="../tags/tag354.xml"/><Relationship Id="rId11" Type="http://schemas.openxmlformats.org/officeDocument/2006/relationships/tags" Target="../tags/tag359.xml"/><Relationship Id="rId24" Type="http://schemas.openxmlformats.org/officeDocument/2006/relationships/image" Target="../media/image39.png"/><Relationship Id="rId5" Type="http://schemas.openxmlformats.org/officeDocument/2006/relationships/tags" Target="../tags/tag353.xml"/><Relationship Id="rId15" Type="http://schemas.openxmlformats.org/officeDocument/2006/relationships/notesSlide" Target="../notesSlides/notesSlide14.xml"/><Relationship Id="rId23" Type="http://schemas.openxmlformats.org/officeDocument/2006/relationships/image" Target="../media/image83.png"/><Relationship Id="rId10" Type="http://schemas.openxmlformats.org/officeDocument/2006/relationships/tags" Target="../tags/tag358.xml"/><Relationship Id="rId19" Type="http://schemas.openxmlformats.org/officeDocument/2006/relationships/image" Target="../media/image17.png"/><Relationship Id="rId4" Type="http://schemas.openxmlformats.org/officeDocument/2006/relationships/tags" Target="../tags/tag352.xml"/><Relationship Id="rId9" Type="http://schemas.openxmlformats.org/officeDocument/2006/relationships/tags" Target="../tags/tag357.xml"/><Relationship Id="rId14" Type="http://schemas.openxmlformats.org/officeDocument/2006/relationships/slideLayout" Target="../slideLayouts/slideLayout7.xml"/><Relationship Id="rId22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E447-953D-08BF-CB52-5B76E743F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组合 74">
            <a:extLst>
              <a:ext uri="{FF2B5EF4-FFF2-40B4-BE49-F238E27FC236}">
                <a16:creationId xmlns:a16="http://schemas.microsoft.com/office/drawing/2014/main" id="{CBC80F88-9770-8AA4-0BA1-CA84AD6689FF}"/>
              </a:ext>
            </a:extLst>
          </p:cNvPr>
          <p:cNvGrpSpPr/>
          <p:nvPr/>
        </p:nvGrpSpPr>
        <p:grpSpPr>
          <a:xfrm>
            <a:off x="479674" y="5435476"/>
            <a:ext cx="4291986" cy="857113"/>
            <a:chOff x="920853" y="594812"/>
            <a:chExt cx="5255136" cy="1049455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42C50523-4BF2-7AAB-BA0C-CF6ADE12B0FB}"/>
                </a:ext>
              </a:extLst>
            </p:cNvPr>
            <p:cNvGrpSpPr/>
            <p:nvPr/>
          </p:nvGrpSpPr>
          <p:grpSpPr>
            <a:xfrm>
              <a:off x="920853" y="594812"/>
              <a:ext cx="5255136" cy="1049455"/>
              <a:chOff x="944846" y="624662"/>
              <a:chExt cx="7210786" cy="1440000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9FB818FC-2257-448E-DAFB-D5344DA6042E}"/>
                  </a:ext>
                </a:extLst>
              </p:cNvPr>
              <p:cNvSpPr/>
              <p:nvPr/>
            </p:nvSpPr>
            <p:spPr>
              <a:xfrm>
                <a:off x="944846" y="624662"/>
                <a:ext cx="7200000" cy="1440000"/>
              </a:xfrm>
              <a:prstGeom prst="rect">
                <a:avLst/>
              </a:prstGeom>
              <a:solidFill>
                <a:schemeClr val="bg1"/>
              </a:solidFill>
              <a:ln w="444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  <p:cxnSp>
            <p:nvCxnSpPr>
              <p:cNvPr id="7" name="直接连接符 6">
                <a:extLst>
                  <a:ext uri="{FF2B5EF4-FFF2-40B4-BE49-F238E27FC236}">
                    <a16:creationId xmlns:a16="http://schemas.microsoft.com/office/drawing/2014/main" id="{5DEBD76A-D6D6-7DEA-16C0-69C63AA8E4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5632" y="1712460"/>
                <a:ext cx="720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CE70911D-7915-77FF-ED87-CC016EAF2BBC}"/>
                  </a:ext>
                </a:extLst>
              </p:cNvPr>
              <p:cNvCxnSpPr>
                <a:cxnSpLocks/>
                <a:stCxn id="4" idx="1"/>
                <a:endCxn id="4" idx="3"/>
              </p:cNvCxnSpPr>
              <p:nvPr/>
            </p:nvCxnSpPr>
            <p:spPr>
              <a:xfrm>
                <a:off x="944846" y="1344662"/>
                <a:ext cx="720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833AC4B7-EB16-6814-BA7B-1F19CD0993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5632" y="976864"/>
                <a:ext cx="720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A4F5ED0-4229-9209-21E9-34016212CDF6}"/>
                </a:ext>
              </a:extLst>
            </p:cNvPr>
            <p:cNvSpPr/>
            <p:nvPr/>
          </p:nvSpPr>
          <p:spPr>
            <a:xfrm>
              <a:off x="3763621" y="716488"/>
              <a:ext cx="360000" cy="36000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B33D5A35-ECC1-3974-CB40-42A2BEB9E58B}"/>
              </a:ext>
            </a:extLst>
          </p:cNvPr>
          <p:cNvGrpSpPr/>
          <p:nvPr/>
        </p:nvGrpSpPr>
        <p:grpSpPr>
          <a:xfrm>
            <a:off x="-2942274" y="5084107"/>
            <a:ext cx="7548449" cy="6907997"/>
            <a:chOff x="-3278526" y="163888"/>
            <a:chExt cx="9242372" cy="8458199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30940865-4CC7-7C8E-568D-9B066736AE74}"/>
                </a:ext>
              </a:extLst>
            </p:cNvPr>
            <p:cNvGrpSpPr/>
            <p:nvPr/>
          </p:nvGrpSpPr>
          <p:grpSpPr>
            <a:xfrm>
              <a:off x="-3278526" y="163888"/>
              <a:ext cx="9242372" cy="8458199"/>
              <a:chOff x="-4804117" y="30109"/>
              <a:chExt cx="12681844" cy="11605845"/>
            </a:xfrm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B05F4E21-4047-D884-08CA-2CC5FD6D1315}"/>
                  </a:ext>
                </a:extLst>
              </p:cNvPr>
              <p:cNvGrpSpPr/>
              <p:nvPr/>
            </p:nvGrpSpPr>
            <p:grpSpPr>
              <a:xfrm>
                <a:off x="-4352562" y="617108"/>
                <a:ext cx="10623821" cy="10605600"/>
                <a:chOff x="-4352561" y="617108"/>
                <a:chExt cx="10605600" cy="10605600"/>
              </a:xfrm>
            </p:grpSpPr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537E6B99-8E3C-1DB1-5F7D-B0D7651978F6}"/>
                    </a:ext>
                  </a:extLst>
                </p:cNvPr>
                <p:cNvSpPr/>
                <p:nvPr/>
              </p:nvSpPr>
              <p:spPr>
                <a:xfrm>
                  <a:off x="-3637954" y="1342305"/>
                  <a:ext cx="9165600" cy="9165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75D4EF55-A71D-C6B2-F84E-A4DF119D19A2}"/>
                    </a:ext>
                  </a:extLst>
                </p:cNvPr>
                <p:cNvSpPr/>
                <p:nvPr/>
              </p:nvSpPr>
              <p:spPr>
                <a:xfrm>
                  <a:off x="-3272266" y="1715005"/>
                  <a:ext cx="8445600" cy="8445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3A2D16A0-D91A-0451-66F1-06E2E072A846}"/>
                    </a:ext>
                  </a:extLst>
                </p:cNvPr>
                <p:cNvSpPr/>
                <p:nvPr/>
              </p:nvSpPr>
              <p:spPr>
                <a:xfrm>
                  <a:off x="-2917954" y="2064728"/>
                  <a:ext cx="7725600" cy="7725600"/>
                </a:xfrm>
                <a:prstGeom prst="ellipse">
                  <a:avLst/>
                </a:prstGeom>
                <a:noFill/>
                <a:ln w="444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79C7D3F7-AD66-182A-A8AE-998A460B7190}"/>
                    </a:ext>
                  </a:extLst>
                </p:cNvPr>
                <p:cNvSpPr/>
                <p:nvPr/>
              </p:nvSpPr>
              <p:spPr>
                <a:xfrm>
                  <a:off x="-3987168" y="977108"/>
                  <a:ext cx="9885600" cy="9885600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BBE3AD21-BBA6-F081-44F0-7DF670723044}"/>
                    </a:ext>
                  </a:extLst>
                </p:cNvPr>
                <p:cNvSpPr/>
                <p:nvPr/>
              </p:nvSpPr>
              <p:spPr>
                <a:xfrm>
                  <a:off x="-4352561" y="617108"/>
                  <a:ext cx="10605600" cy="10605600"/>
                </a:xfrm>
                <a:prstGeom prst="ellipse">
                  <a:avLst/>
                </a:prstGeom>
                <a:noFill/>
                <a:ln w="444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/>
                </a:p>
              </p:txBody>
            </p:sp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BEB64C98-1536-5ACF-DCA3-48E6C17AF751}"/>
                    </a:ext>
                  </a:extLst>
                </p:cNvPr>
                <p:cNvCxnSpPr>
                  <a:cxnSpLocks/>
                  <a:stCxn id="21" idx="0"/>
                </p:cNvCxnSpPr>
                <p:nvPr/>
              </p:nvCxnSpPr>
              <p:spPr>
                <a:xfrm>
                  <a:off x="950239" y="617108"/>
                  <a:ext cx="0" cy="1440000"/>
                </a:xfrm>
                <a:prstGeom prst="line">
                  <a:avLst/>
                </a:prstGeom>
                <a:ln w="444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895D80C5-3E83-6712-F62F-BBF3F6C2BCE9}"/>
                    </a:ext>
                  </a:extLst>
                </p:cNvPr>
                <p:cNvCxnSpPr>
                  <a:cxnSpLocks/>
                  <a:stCxn id="19" idx="6"/>
                  <a:endCxn id="21" idx="6"/>
                </p:cNvCxnSpPr>
                <p:nvPr/>
              </p:nvCxnSpPr>
              <p:spPr>
                <a:xfrm flipV="1">
                  <a:off x="4807646" y="5919908"/>
                  <a:ext cx="1445393" cy="7620"/>
                </a:xfrm>
                <a:prstGeom prst="line">
                  <a:avLst/>
                </a:prstGeom>
                <a:ln w="444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8B1FC93-179C-2781-DFCC-140C4BC684C4}"/>
                  </a:ext>
                </a:extLst>
              </p:cNvPr>
              <p:cNvSpPr/>
              <p:nvPr/>
            </p:nvSpPr>
            <p:spPr>
              <a:xfrm>
                <a:off x="-4804117" y="30109"/>
                <a:ext cx="5743819" cy="1160584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2B89FB07-9F2F-6640-EEC0-34D5C4B44391}"/>
                  </a:ext>
                </a:extLst>
              </p:cNvPr>
              <p:cNvSpPr/>
              <p:nvPr/>
            </p:nvSpPr>
            <p:spPr>
              <a:xfrm>
                <a:off x="-4774187" y="5954874"/>
                <a:ext cx="12651914" cy="562204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/>
              </a:p>
            </p:txBody>
          </p:sp>
        </p:grpSp>
        <p:sp>
          <p:nvSpPr>
            <p:cNvPr id="44" name="空心弧 43">
              <a:extLst>
                <a:ext uri="{FF2B5EF4-FFF2-40B4-BE49-F238E27FC236}">
                  <a16:creationId xmlns:a16="http://schemas.microsoft.com/office/drawing/2014/main" id="{2215FC62-63E7-6BA1-9D39-6573E93D04F2}"/>
                </a:ext>
              </a:extLst>
            </p:cNvPr>
            <p:cNvSpPr/>
            <p:nvPr/>
          </p:nvSpPr>
          <p:spPr>
            <a:xfrm rot="19475674">
              <a:off x="640880" y="1538259"/>
              <a:ext cx="3700488" cy="3700488"/>
            </a:xfrm>
            <a:prstGeom prst="blockArc">
              <a:avLst>
                <a:gd name="adj1" fmla="val 21190266"/>
                <a:gd name="adj2" fmla="val 317031"/>
                <a:gd name="adj3" fmla="val 9439"/>
              </a:avLst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93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>
                <a:solidFill>
                  <a:schemeClr val="tx1"/>
                </a:solidFill>
              </a:endParaRPr>
            </a:p>
          </p:txBody>
        </p:sp>
      </p:grpSp>
      <p:pic>
        <p:nvPicPr>
          <p:cNvPr id="50" name="图片 49" descr="\documentclass{article}&#10;\usepackage{amsmath}&#10;\pagestyle{empty}&#10;\begin{document}&#10;&#10;$\mapsto$&#10;&#10;&#10;\end{document}" title="IguanaTex Bitmap Display">
            <a:extLst>
              <a:ext uri="{FF2B5EF4-FFF2-40B4-BE49-F238E27FC236}">
                <a16:creationId xmlns:a16="http://schemas.microsoft.com/office/drawing/2014/main" id="{88F40E87-AA76-C3F7-6CB9-BA279DE24D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222144" y="6616541"/>
            <a:ext cx="553125" cy="269164"/>
          </a:xfrm>
          <a:prstGeom prst="rect">
            <a:avLst/>
          </a:prstGeom>
        </p:spPr>
      </p:pic>
      <p:grpSp>
        <p:nvGrpSpPr>
          <p:cNvPr id="60" name="组合 59">
            <a:extLst>
              <a:ext uri="{FF2B5EF4-FFF2-40B4-BE49-F238E27FC236}">
                <a16:creationId xmlns:a16="http://schemas.microsoft.com/office/drawing/2014/main" id="{B560A7B5-1D66-4803-5F70-8B963F1E958E}"/>
              </a:ext>
            </a:extLst>
          </p:cNvPr>
          <p:cNvGrpSpPr/>
          <p:nvPr/>
        </p:nvGrpSpPr>
        <p:grpSpPr>
          <a:xfrm rot="3499304">
            <a:off x="5974189" y="7371715"/>
            <a:ext cx="1191995" cy="946194"/>
            <a:chOff x="6958373" y="591686"/>
            <a:chExt cx="1125413" cy="118212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AE6A36FF-B6B1-D506-114C-BA54CE3256F1}"/>
                </a:ext>
              </a:extLst>
            </p:cNvPr>
            <p:cNvSpPr/>
            <p:nvPr/>
          </p:nvSpPr>
          <p:spPr>
            <a:xfrm>
              <a:off x="6975817" y="591687"/>
              <a:ext cx="1107969" cy="1182128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0AE8868A-0C10-22BD-64D7-C724532CE886}"/>
                </a:ext>
              </a:extLst>
            </p:cNvPr>
            <p:cNvCxnSpPr>
              <a:cxnSpLocks/>
            </p:cNvCxnSpPr>
            <p:nvPr/>
          </p:nvCxnSpPr>
          <p:spPr>
            <a:xfrm>
              <a:off x="6975817" y="1182750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59A0746-F769-FCFF-F8E5-952140B6CA66}"/>
                </a:ext>
              </a:extLst>
            </p:cNvPr>
            <p:cNvCxnSpPr/>
            <p:nvPr/>
          </p:nvCxnSpPr>
          <p:spPr>
            <a:xfrm>
              <a:off x="6967094" y="985729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C6E38203-1F66-778B-231D-E888EEFBE132}"/>
                </a:ext>
              </a:extLst>
            </p:cNvPr>
            <p:cNvCxnSpPr/>
            <p:nvPr/>
          </p:nvCxnSpPr>
          <p:spPr>
            <a:xfrm>
              <a:off x="6958373" y="1379771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A64E3543-34B0-C432-6E37-43468A1F4131}"/>
                </a:ext>
              </a:extLst>
            </p:cNvPr>
            <p:cNvCxnSpPr/>
            <p:nvPr/>
          </p:nvCxnSpPr>
          <p:spPr>
            <a:xfrm>
              <a:off x="6975816" y="788708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0BFFD28-F00F-6D14-BE78-4BD22E155558}"/>
                </a:ext>
              </a:extLst>
            </p:cNvPr>
            <p:cNvCxnSpPr/>
            <p:nvPr/>
          </p:nvCxnSpPr>
          <p:spPr>
            <a:xfrm>
              <a:off x="6975816" y="591686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A651081A-E04C-9B3B-5DF9-1CDE0CEAEA4C}"/>
                </a:ext>
              </a:extLst>
            </p:cNvPr>
            <p:cNvCxnSpPr/>
            <p:nvPr/>
          </p:nvCxnSpPr>
          <p:spPr>
            <a:xfrm>
              <a:off x="6975815" y="1773815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CFAAC42A-1EC8-8361-5098-AE0479FABBDD}"/>
                </a:ext>
              </a:extLst>
            </p:cNvPr>
            <p:cNvCxnSpPr/>
            <p:nvPr/>
          </p:nvCxnSpPr>
          <p:spPr>
            <a:xfrm>
              <a:off x="6967094" y="1576792"/>
              <a:ext cx="110796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图片 16" descr="\documentclass{article}&#10;\usepackage{amsmath}&#10;\pagestyle{empty}&#10;\begin{document}&#10;&#10;$A$&#10;&#10;&#10;\end{document}" title="IguanaTex Bitmap Display">
            <a:extLst>
              <a:ext uri="{FF2B5EF4-FFF2-40B4-BE49-F238E27FC236}">
                <a16:creationId xmlns:a16="http://schemas.microsoft.com/office/drawing/2014/main" id="{E976502C-FE22-BDA5-71F6-E2158666AAB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6" y="5308077"/>
            <a:ext cx="193188" cy="199907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B$&#10;&#10;&#10;\end{document}" title="IguanaTex Bitmap Display">
            <a:extLst>
              <a:ext uri="{FF2B5EF4-FFF2-40B4-BE49-F238E27FC236}">
                <a16:creationId xmlns:a16="http://schemas.microsoft.com/office/drawing/2014/main" id="{184F02CD-EDA8-043A-0EB7-30D7C51ABC6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69" y="6229700"/>
            <a:ext cx="201586" cy="189828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C$&#10;&#10;&#10;\end{document}" title="IguanaTex Bitmap Display">
            <a:extLst>
              <a:ext uri="{FF2B5EF4-FFF2-40B4-BE49-F238E27FC236}">
                <a16:creationId xmlns:a16="http://schemas.microsoft.com/office/drawing/2014/main" id="{8873B23E-4DDA-82B0-A932-761F4317F6E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257" y="6216290"/>
            <a:ext cx="199907" cy="203269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D$&#10;&#10;&#10;\end{document}" title="IguanaTex Bitmap Display">
            <a:extLst>
              <a:ext uri="{FF2B5EF4-FFF2-40B4-BE49-F238E27FC236}">
                <a16:creationId xmlns:a16="http://schemas.microsoft.com/office/drawing/2014/main" id="{5C3FF502-26EB-E0B4-51EF-7982942ED92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685" y="5318138"/>
            <a:ext cx="215028" cy="189828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C'$&#10;&#10;&#10;\end{document}" title="IguanaTex Bitmap Display">
            <a:extLst>
              <a:ext uri="{FF2B5EF4-FFF2-40B4-BE49-F238E27FC236}">
                <a16:creationId xmlns:a16="http://schemas.microsoft.com/office/drawing/2014/main" id="{A3B40DA7-B9BC-7A09-7F4F-7FF3A35E496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32" y="8695851"/>
            <a:ext cx="265422" cy="216707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D'$&#10;&#10;&#10;\end{document}" title="IguanaTex Bitmap Display">
            <a:extLst>
              <a:ext uri="{FF2B5EF4-FFF2-40B4-BE49-F238E27FC236}">
                <a16:creationId xmlns:a16="http://schemas.microsoft.com/office/drawing/2014/main" id="{E84AFF1C-5C5B-0F3E-FED0-C7937859CA4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6828" y="8698465"/>
            <a:ext cx="287259" cy="209986"/>
          </a:xfrm>
          <a:prstGeom prst="rect">
            <a:avLst/>
          </a:prstGeom>
        </p:spPr>
      </p:pic>
      <p:pic>
        <p:nvPicPr>
          <p:cNvPr id="69" name="图片 68" descr="\documentclass{article}&#10;\usepackage{amsmath}&#10;\pagestyle{empty}&#10;\begin{document}&#10;&#10;$P$&#10;&#10;&#10;\end{document}" title="IguanaTex Bitmap Display">
            <a:extLst>
              <a:ext uri="{FF2B5EF4-FFF2-40B4-BE49-F238E27FC236}">
                <a16:creationId xmlns:a16="http://schemas.microsoft.com/office/drawing/2014/main" id="{24B58165-DA7F-9ACD-46E3-3701EFBAB6E2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745" y="6284730"/>
            <a:ext cx="201586" cy="189828"/>
          </a:xfrm>
          <a:prstGeom prst="rect">
            <a:avLst/>
          </a:prstGeom>
        </p:spPr>
      </p:pic>
      <p:pic>
        <p:nvPicPr>
          <p:cNvPr id="70" name="图片 69" descr="\documentclass{article}&#10;\usepackage{amsmath}&#10;\pagestyle{empty}&#10;\begin{document}&#10;&#10;$P'$&#10;&#10;&#10;\end{document}" title="IguanaTex Bitmap Display">
            <a:extLst>
              <a:ext uri="{FF2B5EF4-FFF2-40B4-BE49-F238E27FC236}">
                <a16:creationId xmlns:a16="http://schemas.microsoft.com/office/drawing/2014/main" id="{C4A6D1BB-0D76-CAA9-B5F1-05EE86497BAC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729" y="7474386"/>
            <a:ext cx="267103" cy="209986"/>
          </a:xfrm>
          <a:prstGeom prst="rect">
            <a:avLst/>
          </a:prstGeom>
        </p:spPr>
      </p:pic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21ED282C-7FCB-8CB7-AE7E-F63FDA0A3D6A}"/>
              </a:ext>
            </a:extLst>
          </p:cNvPr>
          <p:cNvGrpSpPr/>
          <p:nvPr/>
        </p:nvGrpSpPr>
        <p:grpSpPr>
          <a:xfrm>
            <a:off x="6020095" y="5386320"/>
            <a:ext cx="942459" cy="996300"/>
            <a:chOff x="6943622" y="706360"/>
            <a:chExt cx="942461" cy="996301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B85E1CA1-A4DA-18AE-C301-D081F86C71E1}"/>
                </a:ext>
              </a:extLst>
            </p:cNvPr>
            <p:cNvSpPr/>
            <p:nvPr/>
          </p:nvSpPr>
          <p:spPr>
            <a:xfrm>
              <a:off x="6999246" y="706361"/>
              <a:ext cx="886837" cy="946194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C0CC9915-E9B0-9D40-D1A9-F847FC0D4B70}"/>
                </a:ext>
              </a:extLst>
            </p:cNvPr>
            <p:cNvCxnSpPr>
              <a:cxnSpLocks/>
            </p:cNvCxnSpPr>
            <p:nvPr/>
          </p:nvCxnSpPr>
          <p:spPr>
            <a:xfrm>
              <a:off x="6999246" y="1179457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7F03C875-163C-2966-19E3-6F8F60412D5F}"/>
                </a:ext>
              </a:extLst>
            </p:cNvPr>
            <p:cNvCxnSpPr/>
            <p:nvPr/>
          </p:nvCxnSpPr>
          <p:spPr>
            <a:xfrm>
              <a:off x="6992264" y="1021758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D1E1BAF7-C2A0-5AE6-A37F-BCEE48DE0E87}"/>
                </a:ext>
              </a:extLst>
            </p:cNvPr>
            <p:cNvCxnSpPr/>
            <p:nvPr/>
          </p:nvCxnSpPr>
          <p:spPr>
            <a:xfrm>
              <a:off x="6985284" y="1337156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EC384A8C-C6FF-552C-8F82-8B7D055BE255}"/>
                </a:ext>
              </a:extLst>
            </p:cNvPr>
            <p:cNvCxnSpPr/>
            <p:nvPr/>
          </p:nvCxnSpPr>
          <p:spPr>
            <a:xfrm>
              <a:off x="6999246" y="864060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7751B9A6-2529-D1B9-D478-09E909D72C01}"/>
                </a:ext>
              </a:extLst>
            </p:cNvPr>
            <p:cNvCxnSpPr/>
            <p:nvPr/>
          </p:nvCxnSpPr>
          <p:spPr>
            <a:xfrm>
              <a:off x="6999246" y="706360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1C89D5E6-985F-4460-371F-2A03C4365204}"/>
                </a:ext>
              </a:extLst>
            </p:cNvPr>
            <p:cNvCxnSpPr/>
            <p:nvPr/>
          </p:nvCxnSpPr>
          <p:spPr>
            <a:xfrm>
              <a:off x="6999245" y="1652555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7BAC0974-57A8-219C-44EA-1A465AAD1655}"/>
                </a:ext>
              </a:extLst>
            </p:cNvPr>
            <p:cNvCxnSpPr/>
            <p:nvPr/>
          </p:nvCxnSpPr>
          <p:spPr>
            <a:xfrm>
              <a:off x="6992264" y="1494855"/>
              <a:ext cx="886837" cy="0"/>
            </a:xfrm>
            <a:prstGeom prst="line">
              <a:avLst/>
            </a:prstGeom>
            <a:ln w="254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C6DCAABC-7D5B-6DB0-969C-DCA638B73867}"/>
                </a:ext>
              </a:extLst>
            </p:cNvPr>
            <p:cNvSpPr/>
            <p:nvPr/>
          </p:nvSpPr>
          <p:spPr>
            <a:xfrm>
              <a:off x="6943622" y="1592795"/>
              <a:ext cx="109866" cy="109866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sp>
        <p:nvSpPr>
          <p:cNvPr id="72" name="椭圆 71">
            <a:extLst>
              <a:ext uri="{FF2B5EF4-FFF2-40B4-BE49-F238E27FC236}">
                <a16:creationId xmlns:a16="http://schemas.microsoft.com/office/drawing/2014/main" id="{6FD8FD44-2C78-BFB1-3A9F-26F1CAB39E6E}"/>
              </a:ext>
            </a:extLst>
          </p:cNvPr>
          <p:cNvSpPr/>
          <p:nvPr/>
        </p:nvSpPr>
        <p:spPr>
          <a:xfrm>
            <a:off x="5814078" y="7542005"/>
            <a:ext cx="109865" cy="109865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/>
          </a:p>
        </p:txBody>
      </p: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82BCD4C1-E34C-8C22-F223-1C2594FD966F}"/>
              </a:ext>
            </a:extLst>
          </p:cNvPr>
          <p:cNvCxnSpPr>
            <a:cxnSpLocks/>
          </p:cNvCxnSpPr>
          <p:nvPr/>
        </p:nvCxnSpPr>
        <p:spPr>
          <a:xfrm>
            <a:off x="8221812" y="7420421"/>
            <a:ext cx="374162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EF14C1BA-B392-8345-CE9E-2169BF8FA0A6}"/>
              </a:ext>
            </a:extLst>
          </p:cNvPr>
          <p:cNvCxnSpPr>
            <a:cxnSpLocks/>
          </p:cNvCxnSpPr>
          <p:nvPr/>
        </p:nvCxnSpPr>
        <p:spPr>
          <a:xfrm flipV="1">
            <a:off x="8751262" y="5205067"/>
            <a:ext cx="0" cy="349345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图片 81" descr="\documentclass{article}&#10;\usepackage{amsmath}&#10;\pagestyle{empty}&#10;\begin{document}&#10;&#10;$P(P')$&#10;&#10;&#10;\end{document}" title="IguanaTex Bitmap Display">
            <a:extLst>
              <a:ext uri="{FF2B5EF4-FFF2-40B4-BE49-F238E27FC236}">
                <a16:creationId xmlns:a16="http://schemas.microsoft.com/office/drawing/2014/main" id="{7A306278-8EC4-E38E-D83B-982A9A84F29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521" y="7550290"/>
            <a:ext cx="693794" cy="280541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EEBE360-9E81-2DE2-11E0-DF2F78642A8F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9922" y="7543633"/>
            <a:ext cx="245264" cy="164632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76E3A0D-DAA5-BD95-B619-8BF1CF6E59B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295" y="5134368"/>
            <a:ext cx="251987" cy="164632"/>
          </a:xfrm>
          <a:prstGeom prst="rect">
            <a:avLst/>
          </a:prstGeom>
        </p:spPr>
      </p:pic>
      <p:sp>
        <p:nvSpPr>
          <p:cNvPr id="90" name="矩形 89">
            <a:extLst>
              <a:ext uri="{FF2B5EF4-FFF2-40B4-BE49-F238E27FC236}">
                <a16:creationId xmlns:a16="http://schemas.microsoft.com/office/drawing/2014/main" id="{126FB33E-92C9-16B8-8CF2-D1C33E02F13C}"/>
              </a:ext>
            </a:extLst>
          </p:cNvPr>
          <p:cNvSpPr/>
          <p:nvPr/>
        </p:nvSpPr>
        <p:spPr>
          <a:xfrm>
            <a:off x="8750520" y="5684765"/>
            <a:ext cx="16229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4E55422A-15ED-B964-2A2D-EFEB7429036D}"/>
              </a:ext>
            </a:extLst>
          </p:cNvPr>
          <p:cNvCxnSpPr/>
          <p:nvPr/>
        </p:nvCxnSpPr>
        <p:spPr>
          <a:xfrm>
            <a:off x="8750518" y="7418639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515CC4B8-3753-A2A3-3BCE-EFAA719430AB}"/>
              </a:ext>
            </a:extLst>
          </p:cNvPr>
          <p:cNvCxnSpPr>
            <a:cxnSpLocks/>
          </p:cNvCxnSpPr>
          <p:nvPr/>
        </p:nvCxnSpPr>
        <p:spPr>
          <a:xfrm flipV="1">
            <a:off x="8750171" y="5657941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E54B2CB9-DBED-5496-BA71-65DDC5361E8A}"/>
              </a:ext>
            </a:extLst>
          </p:cNvPr>
          <p:cNvCxnSpPr>
            <a:cxnSpLocks/>
          </p:cNvCxnSpPr>
          <p:nvPr/>
        </p:nvCxnSpPr>
        <p:spPr>
          <a:xfrm>
            <a:off x="8735301" y="7418633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\documentclass{article}&#10;\usepackage{amsmath}&#10;\pagestyle{empty}&#10;\begin{document}&#10;&#10;$\mathrm{d} \sigma$&#10;&#10;&#10;\end{document}" title="IguanaTex Bitmap Display">
            <a:extLst>
              <a:ext uri="{FF2B5EF4-FFF2-40B4-BE49-F238E27FC236}">
                <a16:creationId xmlns:a16="http://schemas.microsoft.com/office/drawing/2014/main" id="{0FDE3593-3378-7FE2-7BE8-F3C2AD654F5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492" y="5603444"/>
            <a:ext cx="305740" cy="196548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\mathrm{d} \sigma'$&#10;&#10;&#10;\end{document}" title="IguanaTex Bitmap Display">
            <a:extLst>
              <a:ext uri="{FF2B5EF4-FFF2-40B4-BE49-F238E27FC236}">
                <a16:creationId xmlns:a16="http://schemas.microsoft.com/office/drawing/2014/main" id="{C3E727F4-8B27-1E0B-DA83-2C93B755E055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9565" y="6646003"/>
            <a:ext cx="374616" cy="213346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A95D93B-D8B0-7DD8-92CB-25CBE2D68B7E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69055" t="61514"/>
          <a:stretch>
            <a:fillRect/>
          </a:stretch>
        </p:blipFill>
        <p:spPr>
          <a:xfrm rot="3307765">
            <a:off x="3567699" y="6556766"/>
            <a:ext cx="942680" cy="1157786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22224456-A190-48DE-C6D8-C9C0F63BDBD6}"/>
              </a:ext>
            </a:extLst>
          </p:cNvPr>
          <p:cNvCxnSpPr>
            <a:cxnSpLocks/>
          </p:cNvCxnSpPr>
          <p:nvPr/>
        </p:nvCxnSpPr>
        <p:spPr>
          <a:xfrm>
            <a:off x="8750517" y="5701712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F678146-C2A1-EAE5-800B-714BF27A0C02}"/>
              </a:ext>
            </a:extLst>
          </p:cNvPr>
          <p:cNvCxnSpPr>
            <a:cxnSpLocks/>
          </p:cNvCxnSpPr>
          <p:nvPr/>
        </p:nvCxnSpPr>
        <p:spPr>
          <a:xfrm>
            <a:off x="8750517" y="717137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4EA27A34-4D28-242A-E6BE-79273F02003B}"/>
              </a:ext>
            </a:extLst>
          </p:cNvPr>
          <p:cNvCxnSpPr>
            <a:cxnSpLocks/>
          </p:cNvCxnSpPr>
          <p:nvPr/>
        </p:nvCxnSpPr>
        <p:spPr>
          <a:xfrm>
            <a:off x="8750517" y="692642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7E83D6D-9FFF-8CC1-6699-0D89A93E4925}"/>
              </a:ext>
            </a:extLst>
          </p:cNvPr>
          <p:cNvCxnSpPr>
            <a:cxnSpLocks/>
          </p:cNvCxnSpPr>
          <p:nvPr/>
        </p:nvCxnSpPr>
        <p:spPr>
          <a:xfrm>
            <a:off x="8750517" y="6681484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0692A8A-D3E5-02FE-08AC-440D5D2DB687}"/>
              </a:ext>
            </a:extLst>
          </p:cNvPr>
          <p:cNvCxnSpPr>
            <a:cxnSpLocks/>
          </p:cNvCxnSpPr>
          <p:nvPr/>
        </p:nvCxnSpPr>
        <p:spPr>
          <a:xfrm>
            <a:off x="8750517" y="643654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F4BB8085-FD4C-87D9-CAB1-F875F49132E3}"/>
              </a:ext>
            </a:extLst>
          </p:cNvPr>
          <p:cNvCxnSpPr>
            <a:cxnSpLocks/>
          </p:cNvCxnSpPr>
          <p:nvPr/>
        </p:nvCxnSpPr>
        <p:spPr>
          <a:xfrm>
            <a:off x="8750517" y="619159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1B09826-879F-523F-C9D5-FA38C2A2E9B9}"/>
              </a:ext>
            </a:extLst>
          </p:cNvPr>
          <p:cNvCxnSpPr>
            <a:cxnSpLocks/>
          </p:cNvCxnSpPr>
          <p:nvPr/>
        </p:nvCxnSpPr>
        <p:spPr>
          <a:xfrm>
            <a:off x="8750517" y="5946656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椭圆 123">
            <a:extLst>
              <a:ext uri="{FF2B5EF4-FFF2-40B4-BE49-F238E27FC236}">
                <a16:creationId xmlns:a16="http://schemas.microsoft.com/office/drawing/2014/main" id="{1B8C91E1-45C2-829E-9E10-4359118DA622}"/>
              </a:ext>
            </a:extLst>
          </p:cNvPr>
          <p:cNvSpPr/>
          <p:nvPr/>
        </p:nvSpPr>
        <p:spPr>
          <a:xfrm>
            <a:off x="9890689" y="6015594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15" name="图片 14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6E192070-AAC8-00F1-A1B7-17A98BC9E45E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304" y="5952455"/>
            <a:ext cx="855064" cy="280541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DFA8E864-6443-D925-40D1-36AFFD657E73}"/>
              </a:ext>
            </a:extLst>
          </p:cNvPr>
          <p:cNvPicPr>
            <a:picLocks noChangeAspect="1"/>
          </p:cNvPicPr>
          <p:nvPr/>
        </p:nvPicPr>
        <p:blipFill>
          <a:blip r:embed="rId32"/>
          <a:srcRect l="54077" t="44590"/>
          <a:stretch>
            <a:fillRect/>
          </a:stretch>
        </p:blipFill>
        <p:spPr>
          <a:xfrm rot="1352517">
            <a:off x="9782610" y="6239172"/>
            <a:ext cx="1398926" cy="1666912"/>
          </a:xfrm>
          <a:prstGeom prst="rect">
            <a:avLst/>
          </a:prstGeom>
        </p:spPr>
      </p:pic>
      <p:pic>
        <p:nvPicPr>
          <p:cNvPr id="24" name="图片 23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608EDEBC-30BC-C45D-92D7-D42A7A2E5488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403" y="7984776"/>
            <a:ext cx="809709" cy="280541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E1B909A2-B55D-5126-BD71-04BF5E272873}"/>
              </a:ext>
            </a:extLst>
          </p:cNvPr>
          <p:cNvGrpSpPr/>
          <p:nvPr/>
        </p:nvGrpSpPr>
        <p:grpSpPr>
          <a:xfrm rot="3495345">
            <a:off x="8586998" y="6518747"/>
            <a:ext cx="2764199" cy="2725907"/>
            <a:chOff x="4041736" y="1056357"/>
            <a:chExt cx="2764198" cy="2725908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D06898-EF33-B68A-1E6D-77D74D2BD0DF}"/>
                </a:ext>
              </a:extLst>
            </p:cNvPr>
            <p:cNvGrpSpPr/>
            <p:nvPr/>
          </p:nvGrpSpPr>
          <p:grpSpPr>
            <a:xfrm rot="18138766">
              <a:off x="4060881" y="1037212"/>
              <a:ext cx="2725908" cy="2764198"/>
              <a:chOff x="4224985" y="2319125"/>
              <a:chExt cx="2725908" cy="2764198"/>
            </a:xfrm>
          </p:grpSpPr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C34D30E-48E5-32C6-0DBD-38C8EFC8CEB6}"/>
                  </a:ext>
                </a:extLst>
              </p:cNvPr>
              <p:cNvSpPr/>
              <p:nvPr/>
            </p:nvSpPr>
            <p:spPr>
              <a:xfrm rot="3499304">
                <a:off x="4588723" y="2816949"/>
                <a:ext cx="2147559" cy="1731550"/>
              </a:xfrm>
              <a:prstGeom prst="rect">
                <a:avLst/>
              </a:prstGeom>
              <a:solidFill>
                <a:srgbClr val="0070C0">
                  <a:alpha val="25000"/>
                </a:srgbClr>
              </a:solidFill>
              <a:ln w="44450">
                <a:solidFill>
                  <a:srgbClr val="0070C0">
                    <a:alpha val="25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  <p:cxnSp>
            <p:nvCxnSpPr>
              <p:cNvPr id="45" name="直接箭头连接符 44">
                <a:extLst>
                  <a:ext uri="{FF2B5EF4-FFF2-40B4-BE49-F238E27FC236}">
                    <a16:creationId xmlns:a16="http://schemas.microsoft.com/office/drawing/2014/main" id="{350DA4A6-9CEF-1CE9-0452-FDCBA1EBB826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 flipV="1">
                <a:off x="5099753" y="1893674"/>
                <a:ext cx="3740" cy="1753276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箭头连接符 45">
                <a:extLst>
                  <a:ext uri="{FF2B5EF4-FFF2-40B4-BE49-F238E27FC236}">
                    <a16:creationId xmlns:a16="http://schemas.microsoft.com/office/drawing/2014/main" id="{442D5FA1-95F2-9FE1-5BDC-34AFBAA562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7539" y="3237326"/>
                <a:ext cx="1149792" cy="1822394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>
                <a:extLst>
                  <a:ext uri="{FF2B5EF4-FFF2-40B4-BE49-F238E27FC236}">
                    <a16:creationId xmlns:a16="http://schemas.microsoft.com/office/drawing/2014/main" id="{455767D2-3FE2-F47B-39E0-163D8CE1CE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32239" y="2319125"/>
                <a:ext cx="1118654" cy="1812794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DD5AEF9B-A38C-59AC-B773-B88D6D1DC084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>
                <a:off x="4268112" y="3882579"/>
                <a:ext cx="2136177" cy="270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35142B69-2070-9274-78A9-825502997572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>
                <a:off x="4892092" y="3487206"/>
                <a:ext cx="2132273" cy="8788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>
                <a:extLst>
                  <a:ext uri="{FF2B5EF4-FFF2-40B4-BE49-F238E27FC236}">
                    <a16:creationId xmlns:a16="http://schemas.microsoft.com/office/drawing/2014/main" id="{D9FC5C2F-A03F-333A-3E13-40A2057F4633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>
                <a:off x="4481314" y="3755234"/>
                <a:ext cx="2128061" cy="0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接连接符 72">
                <a:extLst>
                  <a:ext uri="{FF2B5EF4-FFF2-40B4-BE49-F238E27FC236}">
                    <a16:creationId xmlns:a16="http://schemas.microsoft.com/office/drawing/2014/main" id="{27A6D527-2C56-7066-8304-81BFEABD2F7A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 flipV="1">
                <a:off x="4692961" y="3626219"/>
                <a:ext cx="2121768" cy="1730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3D926DC2-0510-5DA0-D086-E145A04CEB69}"/>
                  </a:ext>
                </a:extLst>
              </p:cNvPr>
              <p:cNvCxnSpPr>
                <a:cxnSpLocks/>
              </p:cNvCxnSpPr>
              <p:nvPr/>
            </p:nvCxnSpPr>
            <p:spPr>
              <a:xfrm rot="3461234">
                <a:off x="4051199" y="4009507"/>
                <a:ext cx="2147632" cy="0"/>
              </a:xfrm>
              <a:prstGeom prst="line">
                <a:avLst/>
              </a:prstGeom>
              <a:ln w="25400">
                <a:solidFill>
                  <a:srgbClr val="0070C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435AF8C2-9C5B-1B3E-2094-1B43F32A9A0D}"/>
                  </a:ext>
                </a:extLst>
              </p:cNvPr>
              <p:cNvSpPr/>
              <p:nvPr/>
            </p:nvSpPr>
            <p:spPr>
              <a:xfrm>
                <a:off x="6259322" y="3833701"/>
                <a:ext cx="156769" cy="156769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714FBA6-1D44-59D4-C97F-D2CFE22CB6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1383" y="1746156"/>
              <a:ext cx="2146650" cy="5756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1763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D790E-06AB-68E5-0BE6-4DB44A994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弧形 43">
            <a:extLst>
              <a:ext uri="{FF2B5EF4-FFF2-40B4-BE49-F238E27FC236}">
                <a16:creationId xmlns:a16="http://schemas.microsoft.com/office/drawing/2014/main" id="{A8FC23E2-E9BF-8B06-762E-4D88CAFC2B75}"/>
              </a:ext>
            </a:extLst>
          </p:cNvPr>
          <p:cNvSpPr/>
          <p:nvPr/>
        </p:nvSpPr>
        <p:spPr>
          <a:xfrm rot="10800000" flipH="1">
            <a:off x="9608805" y="693585"/>
            <a:ext cx="671753" cy="174163"/>
          </a:xfrm>
          <a:prstGeom prst="arc">
            <a:avLst>
              <a:gd name="adj1" fmla="val 19828073"/>
              <a:gd name="adj2" fmla="val 13435617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C4DEB2CE-6470-B6D4-136F-99126D64DD85}"/>
              </a:ext>
            </a:extLst>
          </p:cNvPr>
          <p:cNvCxnSpPr>
            <a:cxnSpLocks/>
          </p:cNvCxnSpPr>
          <p:nvPr/>
        </p:nvCxnSpPr>
        <p:spPr>
          <a:xfrm flipV="1">
            <a:off x="9950343" y="476214"/>
            <a:ext cx="0" cy="281118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7893D92-2EB8-12DC-8E5D-E782045EC630}"/>
              </a:ext>
            </a:extLst>
          </p:cNvPr>
          <p:cNvCxnSpPr>
            <a:cxnSpLocks/>
          </p:cNvCxnSpPr>
          <p:nvPr/>
        </p:nvCxnSpPr>
        <p:spPr>
          <a:xfrm>
            <a:off x="715013" y="2685945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B4FA56B-49DA-7F49-D8E2-51AC7CDC1FF4}"/>
              </a:ext>
            </a:extLst>
          </p:cNvPr>
          <p:cNvCxnSpPr>
            <a:cxnSpLocks/>
          </p:cNvCxnSpPr>
          <p:nvPr/>
        </p:nvCxnSpPr>
        <p:spPr>
          <a:xfrm flipV="1">
            <a:off x="1244472" y="470593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CB62C71-87E0-9B75-00B3-310DD81B02E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2789353"/>
            <a:ext cx="193188" cy="20326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FF26211-BCC8-2765-33E0-3848CD373093}"/>
              </a:ext>
            </a:extLst>
          </p:cNvPr>
          <p:cNvSpPr/>
          <p:nvPr/>
        </p:nvSpPr>
        <p:spPr>
          <a:xfrm>
            <a:off x="1243730" y="950291"/>
            <a:ext cx="16229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41827F2-C95E-8D10-E6CC-D677D2F237E1}"/>
              </a:ext>
            </a:extLst>
          </p:cNvPr>
          <p:cNvCxnSpPr/>
          <p:nvPr/>
        </p:nvCxnSpPr>
        <p:spPr>
          <a:xfrm>
            <a:off x="1243728" y="268416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50A06AC-6B60-2685-5BCC-6FB296CE0401}"/>
              </a:ext>
            </a:extLst>
          </p:cNvPr>
          <p:cNvCxnSpPr>
            <a:cxnSpLocks/>
          </p:cNvCxnSpPr>
          <p:nvPr/>
        </p:nvCxnSpPr>
        <p:spPr>
          <a:xfrm flipV="1">
            <a:off x="1243721" y="923466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BADC2F61-DA76-8AB4-CEDB-28840EC70527}"/>
              </a:ext>
            </a:extLst>
          </p:cNvPr>
          <p:cNvCxnSpPr>
            <a:cxnSpLocks/>
          </p:cNvCxnSpPr>
          <p:nvPr/>
        </p:nvCxnSpPr>
        <p:spPr>
          <a:xfrm>
            <a:off x="1228512" y="2684159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7E261FE-8067-210D-0A2D-2807FADC3D51}"/>
              </a:ext>
            </a:extLst>
          </p:cNvPr>
          <p:cNvCxnSpPr>
            <a:cxnSpLocks/>
          </p:cNvCxnSpPr>
          <p:nvPr/>
        </p:nvCxnSpPr>
        <p:spPr>
          <a:xfrm>
            <a:off x="1243728" y="268183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7163CE2-89CA-9AA2-DDFA-E42101779F4E}"/>
              </a:ext>
            </a:extLst>
          </p:cNvPr>
          <p:cNvCxnSpPr>
            <a:cxnSpLocks/>
          </p:cNvCxnSpPr>
          <p:nvPr/>
        </p:nvCxnSpPr>
        <p:spPr>
          <a:xfrm>
            <a:off x="1243728" y="96724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59D91DD-10AC-5A58-EA91-5FCA4324E5FE}"/>
              </a:ext>
            </a:extLst>
          </p:cNvPr>
          <p:cNvCxnSpPr>
            <a:cxnSpLocks/>
          </p:cNvCxnSpPr>
          <p:nvPr/>
        </p:nvCxnSpPr>
        <p:spPr>
          <a:xfrm>
            <a:off x="1243728" y="2436898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9DBE7E5-4DD2-83BA-6BC9-CFB1C16F19DD}"/>
              </a:ext>
            </a:extLst>
          </p:cNvPr>
          <p:cNvCxnSpPr>
            <a:cxnSpLocks/>
          </p:cNvCxnSpPr>
          <p:nvPr/>
        </p:nvCxnSpPr>
        <p:spPr>
          <a:xfrm>
            <a:off x="1243728" y="2191956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3676332-97C5-889B-E1C6-11AAB33355F8}"/>
              </a:ext>
            </a:extLst>
          </p:cNvPr>
          <p:cNvCxnSpPr>
            <a:cxnSpLocks/>
          </p:cNvCxnSpPr>
          <p:nvPr/>
        </p:nvCxnSpPr>
        <p:spPr>
          <a:xfrm>
            <a:off x="1243728" y="194701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C83314D4-67EF-EE53-00F8-BFFF189BF1C8}"/>
              </a:ext>
            </a:extLst>
          </p:cNvPr>
          <p:cNvCxnSpPr>
            <a:cxnSpLocks/>
          </p:cNvCxnSpPr>
          <p:nvPr/>
        </p:nvCxnSpPr>
        <p:spPr>
          <a:xfrm>
            <a:off x="1243728" y="1702068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1A6573E-1CA3-83EF-7770-D9BEB17B6DC0}"/>
              </a:ext>
            </a:extLst>
          </p:cNvPr>
          <p:cNvCxnSpPr>
            <a:cxnSpLocks/>
          </p:cNvCxnSpPr>
          <p:nvPr/>
        </p:nvCxnSpPr>
        <p:spPr>
          <a:xfrm>
            <a:off x="1243728" y="1457124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E280FFB-3E41-B4F8-B388-A0BF00592998}"/>
              </a:ext>
            </a:extLst>
          </p:cNvPr>
          <p:cNvCxnSpPr>
            <a:cxnSpLocks/>
          </p:cNvCxnSpPr>
          <p:nvPr/>
        </p:nvCxnSpPr>
        <p:spPr>
          <a:xfrm>
            <a:off x="1243728" y="1212182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EFA13117-B0FC-98CD-AF4C-0711B9F80888}"/>
              </a:ext>
            </a:extLst>
          </p:cNvPr>
          <p:cNvSpPr/>
          <p:nvPr/>
        </p:nvSpPr>
        <p:spPr>
          <a:xfrm>
            <a:off x="2383902" y="1281120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75361C06-2D87-B0F7-0FFE-AB34998017CD}"/>
              </a:ext>
            </a:extLst>
          </p:cNvPr>
          <p:cNvCxnSpPr>
            <a:cxnSpLocks/>
          </p:cNvCxnSpPr>
          <p:nvPr/>
        </p:nvCxnSpPr>
        <p:spPr>
          <a:xfrm flipV="1">
            <a:off x="7907413" y="2691620"/>
            <a:ext cx="4191787" cy="837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212685AF-9626-EC3A-1AE5-1BE51B77D6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572" y="2794999"/>
            <a:ext cx="193188" cy="203267"/>
          </a:xfrm>
          <a:prstGeom prst="rect">
            <a:avLst/>
          </a:prstGeom>
        </p:spPr>
      </p:pic>
      <p:sp>
        <p:nvSpPr>
          <p:cNvPr id="77" name="矩形 76">
            <a:extLst>
              <a:ext uri="{FF2B5EF4-FFF2-40B4-BE49-F238E27FC236}">
                <a16:creationId xmlns:a16="http://schemas.microsoft.com/office/drawing/2014/main" id="{3FBE1A07-175C-3A05-C14A-0A6CA8057CBC}"/>
              </a:ext>
            </a:extLst>
          </p:cNvPr>
          <p:cNvSpPr/>
          <p:nvPr/>
        </p:nvSpPr>
        <p:spPr>
          <a:xfrm>
            <a:off x="9949602" y="955936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1D32787-D4EF-AEF1-DF0B-BACD49D8ABC1}"/>
              </a:ext>
            </a:extLst>
          </p:cNvPr>
          <p:cNvCxnSpPr/>
          <p:nvPr/>
        </p:nvCxnSpPr>
        <p:spPr>
          <a:xfrm>
            <a:off x="9949599" y="268981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4705643A-F559-E88F-1CBA-34D9313E2B3C}"/>
              </a:ext>
            </a:extLst>
          </p:cNvPr>
          <p:cNvCxnSpPr>
            <a:cxnSpLocks/>
          </p:cNvCxnSpPr>
          <p:nvPr/>
        </p:nvCxnSpPr>
        <p:spPr>
          <a:xfrm>
            <a:off x="9934384" y="2689804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BF0DEB90-6047-AFE4-8B77-69C6D4FFF5EC}"/>
              </a:ext>
            </a:extLst>
          </p:cNvPr>
          <p:cNvCxnSpPr>
            <a:cxnSpLocks/>
          </p:cNvCxnSpPr>
          <p:nvPr/>
        </p:nvCxnSpPr>
        <p:spPr>
          <a:xfrm>
            <a:off x="9949598" y="97288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89FB3DBB-5268-F26B-95B0-6330DBE42E52}"/>
              </a:ext>
            </a:extLst>
          </p:cNvPr>
          <p:cNvCxnSpPr>
            <a:cxnSpLocks/>
          </p:cNvCxnSpPr>
          <p:nvPr/>
        </p:nvCxnSpPr>
        <p:spPr>
          <a:xfrm>
            <a:off x="9949598" y="2442542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8EE77531-4CB2-CD6B-BE7B-1EC7D9D791E1}"/>
              </a:ext>
            </a:extLst>
          </p:cNvPr>
          <p:cNvCxnSpPr>
            <a:cxnSpLocks/>
          </p:cNvCxnSpPr>
          <p:nvPr/>
        </p:nvCxnSpPr>
        <p:spPr>
          <a:xfrm>
            <a:off x="9949598" y="219760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83DB017D-3732-0857-271E-23478105263A}"/>
              </a:ext>
            </a:extLst>
          </p:cNvPr>
          <p:cNvCxnSpPr>
            <a:cxnSpLocks/>
          </p:cNvCxnSpPr>
          <p:nvPr/>
        </p:nvCxnSpPr>
        <p:spPr>
          <a:xfrm>
            <a:off x="9949598" y="195265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C9DB1470-CA05-A5C9-44C0-ECE889F9E78B}"/>
              </a:ext>
            </a:extLst>
          </p:cNvPr>
          <p:cNvCxnSpPr>
            <a:cxnSpLocks/>
          </p:cNvCxnSpPr>
          <p:nvPr/>
        </p:nvCxnSpPr>
        <p:spPr>
          <a:xfrm>
            <a:off x="9949598" y="1707712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FAE07796-2439-88E4-AB12-0DF0704BB1E7}"/>
              </a:ext>
            </a:extLst>
          </p:cNvPr>
          <p:cNvCxnSpPr>
            <a:cxnSpLocks/>
          </p:cNvCxnSpPr>
          <p:nvPr/>
        </p:nvCxnSpPr>
        <p:spPr>
          <a:xfrm>
            <a:off x="9949598" y="146277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67BA5344-A153-8802-4E6B-90165E43DCF2}"/>
              </a:ext>
            </a:extLst>
          </p:cNvPr>
          <p:cNvCxnSpPr>
            <a:cxnSpLocks/>
          </p:cNvCxnSpPr>
          <p:nvPr/>
        </p:nvCxnSpPr>
        <p:spPr>
          <a:xfrm>
            <a:off x="9949598" y="121782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椭圆 88">
            <a:extLst>
              <a:ext uri="{FF2B5EF4-FFF2-40B4-BE49-F238E27FC236}">
                <a16:creationId xmlns:a16="http://schemas.microsoft.com/office/drawing/2014/main" id="{C34D8932-DB57-BCD4-D16D-3D08CBCC7257}"/>
              </a:ext>
            </a:extLst>
          </p:cNvPr>
          <p:cNvSpPr/>
          <p:nvPr/>
        </p:nvSpPr>
        <p:spPr>
          <a:xfrm>
            <a:off x="11089773" y="1286765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7A779E65-6B12-C2C0-5642-7CAF4FB2CBBE}"/>
              </a:ext>
            </a:extLst>
          </p:cNvPr>
          <p:cNvSpPr/>
          <p:nvPr/>
        </p:nvSpPr>
        <p:spPr>
          <a:xfrm flipH="1">
            <a:off x="8367047" y="953883"/>
            <a:ext cx="1585962" cy="1731550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08A9DC74-22EF-F63D-A698-FC4C5D7A7901}"/>
              </a:ext>
            </a:extLst>
          </p:cNvPr>
          <p:cNvCxnSpPr/>
          <p:nvPr/>
        </p:nvCxnSpPr>
        <p:spPr>
          <a:xfrm flipH="1">
            <a:off x="8345564" y="2687757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25E34F34-7CEC-11B8-4372-44D58A714C74}"/>
              </a:ext>
            </a:extLst>
          </p:cNvPr>
          <p:cNvCxnSpPr>
            <a:cxnSpLocks/>
          </p:cNvCxnSpPr>
          <p:nvPr/>
        </p:nvCxnSpPr>
        <p:spPr>
          <a:xfrm flipH="1" flipV="1">
            <a:off x="9949597" y="929114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D443EF01-2336-13ED-A621-C2C08454E03C}"/>
              </a:ext>
            </a:extLst>
          </p:cNvPr>
          <p:cNvCxnSpPr>
            <a:cxnSpLocks/>
          </p:cNvCxnSpPr>
          <p:nvPr/>
        </p:nvCxnSpPr>
        <p:spPr>
          <a:xfrm flipH="1">
            <a:off x="8345598" y="2687751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41A8CFC7-DCA1-3F19-CF65-C23C58912260}"/>
              </a:ext>
            </a:extLst>
          </p:cNvPr>
          <p:cNvCxnSpPr>
            <a:cxnSpLocks/>
          </p:cNvCxnSpPr>
          <p:nvPr/>
        </p:nvCxnSpPr>
        <p:spPr>
          <a:xfrm flipH="1">
            <a:off x="8373291" y="97083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AFF1B913-6138-92EC-27A1-9DFF60FB28BC}"/>
              </a:ext>
            </a:extLst>
          </p:cNvPr>
          <p:cNvCxnSpPr>
            <a:cxnSpLocks/>
          </p:cNvCxnSpPr>
          <p:nvPr/>
        </p:nvCxnSpPr>
        <p:spPr>
          <a:xfrm flipH="1">
            <a:off x="8373291" y="2440489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026D5F04-21DA-83FA-8A0C-6219FD52DA56}"/>
              </a:ext>
            </a:extLst>
          </p:cNvPr>
          <p:cNvCxnSpPr>
            <a:cxnSpLocks/>
          </p:cNvCxnSpPr>
          <p:nvPr/>
        </p:nvCxnSpPr>
        <p:spPr>
          <a:xfrm flipH="1">
            <a:off x="8373291" y="2195547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连接符 115">
            <a:extLst>
              <a:ext uri="{FF2B5EF4-FFF2-40B4-BE49-F238E27FC236}">
                <a16:creationId xmlns:a16="http://schemas.microsoft.com/office/drawing/2014/main" id="{168C255A-ED8C-C470-AF51-1B05B1A26AAE}"/>
              </a:ext>
            </a:extLst>
          </p:cNvPr>
          <p:cNvCxnSpPr>
            <a:cxnSpLocks/>
          </p:cNvCxnSpPr>
          <p:nvPr/>
        </p:nvCxnSpPr>
        <p:spPr>
          <a:xfrm flipH="1">
            <a:off x="8373291" y="195060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61F0EA81-F86A-8423-CEC7-00C951DDF0F8}"/>
              </a:ext>
            </a:extLst>
          </p:cNvPr>
          <p:cNvCxnSpPr>
            <a:cxnSpLocks/>
          </p:cNvCxnSpPr>
          <p:nvPr/>
        </p:nvCxnSpPr>
        <p:spPr>
          <a:xfrm flipH="1">
            <a:off x="8373291" y="1705659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06B9ED7E-0D0E-5FC7-9DC6-4D782EB35874}"/>
              </a:ext>
            </a:extLst>
          </p:cNvPr>
          <p:cNvCxnSpPr>
            <a:cxnSpLocks/>
          </p:cNvCxnSpPr>
          <p:nvPr/>
        </p:nvCxnSpPr>
        <p:spPr>
          <a:xfrm flipH="1">
            <a:off x="8367052" y="1460717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接连接符 118">
            <a:extLst>
              <a:ext uri="{FF2B5EF4-FFF2-40B4-BE49-F238E27FC236}">
                <a16:creationId xmlns:a16="http://schemas.microsoft.com/office/drawing/2014/main" id="{0DDE1F06-978A-0167-74B0-6CC40AB02598}"/>
              </a:ext>
            </a:extLst>
          </p:cNvPr>
          <p:cNvCxnSpPr>
            <a:cxnSpLocks/>
          </p:cNvCxnSpPr>
          <p:nvPr/>
        </p:nvCxnSpPr>
        <p:spPr>
          <a:xfrm flipH="1">
            <a:off x="8373291" y="1215774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椭圆 119">
            <a:extLst>
              <a:ext uri="{FF2B5EF4-FFF2-40B4-BE49-F238E27FC236}">
                <a16:creationId xmlns:a16="http://schemas.microsoft.com/office/drawing/2014/main" id="{E58C3E47-C3C6-F329-A4C4-DE01374FA1A8}"/>
              </a:ext>
            </a:extLst>
          </p:cNvPr>
          <p:cNvSpPr/>
          <p:nvPr/>
        </p:nvSpPr>
        <p:spPr>
          <a:xfrm flipH="1">
            <a:off x="8671550" y="1284712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06B06C4-8AF2-D8F7-2251-60C3E8EC4658}"/>
              </a:ext>
            </a:extLst>
          </p:cNvPr>
          <p:cNvCxnSpPr>
            <a:cxnSpLocks/>
          </p:cNvCxnSpPr>
          <p:nvPr/>
        </p:nvCxnSpPr>
        <p:spPr>
          <a:xfrm>
            <a:off x="4289000" y="2690548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7D0F6E2-FAA8-310E-17A3-F53D144F6F66}"/>
              </a:ext>
            </a:extLst>
          </p:cNvPr>
          <p:cNvCxnSpPr>
            <a:cxnSpLocks/>
          </p:cNvCxnSpPr>
          <p:nvPr/>
        </p:nvCxnSpPr>
        <p:spPr>
          <a:xfrm flipV="1">
            <a:off x="5139436" y="475200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B227C13-661D-1CBF-47E0-4A91AC5716A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665" y="2793957"/>
            <a:ext cx="193188" cy="203267"/>
          </a:xfrm>
          <a:prstGeom prst="rect">
            <a:avLst/>
          </a:prstGeom>
        </p:spPr>
      </p:pic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A5260F78-91A8-EEEF-D1E2-C0A12319FCBB}"/>
              </a:ext>
            </a:extLst>
          </p:cNvPr>
          <p:cNvCxnSpPr/>
          <p:nvPr/>
        </p:nvCxnSpPr>
        <p:spPr>
          <a:xfrm>
            <a:off x="5138693" y="2688768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D371063F-CF71-8178-4223-8D687FFF432D}"/>
              </a:ext>
            </a:extLst>
          </p:cNvPr>
          <p:cNvGrpSpPr/>
          <p:nvPr/>
        </p:nvGrpSpPr>
        <p:grpSpPr>
          <a:xfrm>
            <a:off x="5115828" y="928070"/>
            <a:ext cx="1638170" cy="1770885"/>
            <a:chOff x="5123447" y="1820767"/>
            <a:chExt cx="1638170" cy="177088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D8277A0-800B-7538-DA4A-D45B405C94D8}"/>
                </a:ext>
              </a:extLst>
            </p:cNvPr>
            <p:cNvSpPr/>
            <p:nvPr/>
          </p:nvSpPr>
          <p:spPr>
            <a:xfrm>
              <a:off x="5138693" y="1847618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7C3C1F30-F6C1-8F38-FD1B-E3E5633C5D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846" y="1820767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D9265204-0FA4-3C84-1923-8F1AEDDEFB1C}"/>
                </a:ext>
              </a:extLst>
            </p:cNvPr>
            <p:cNvCxnSpPr>
              <a:cxnSpLocks/>
            </p:cNvCxnSpPr>
            <p:nvPr/>
          </p:nvCxnSpPr>
          <p:spPr>
            <a:xfrm>
              <a:off x="5123447" y="3581486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6AF0626E-B5A6-9B4D-0786-A6EE00CAF855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1864567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BC55FF8C-AAF1-514B-1ED7-6F8D6452092A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334224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E0C3375-EEF4-6E81-F2B2-FE49ED26CD1E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089282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5812D79-828C-5B92-3D24-A5C256C94477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844337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68120568-2D37-E153-EE74-66C88B44969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599394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81CD2C2C-6A55-33C3-9A39-20D826382F7C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354452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4F65E5A-2F7F-3383-0B4F-2233283C545F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109509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FC222594-8ACF-18B8-552B-8B6C71369DE2}"/>
                </a:ext>
              </a:extLst>
            </p:cNvPr>
            <p:cNvSpPr/>
            <p:nvPr/>
          </p:nvSpPr>
          <p:spPr>
            <a:xfrm>
              <a:off x="6278862" y="2178444"/>
              <a:ext cx="156769" cy="15676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583625D2-D01A-29E7-4757-06D3EFB62AF8}"/>
              </a:ext>
            </a:extLst>
          </p:cNvPr>
          <p:cNvGrpSpPr/>
          <p:nvPr/>
        </p:nvGrpSpPr>
        <p:grpSpPr>
          <a:xfrm rot="17854836">
            <a:off x="3923049" y="699100"/>
            <a:ext cx="1638170" cy="1770885"/>
            <a:chOff x="5123447" y="1820767"/>
            <a:chExt cx="1638170" cy="1770885"/>
          </a:xfrm>
        </p:grpSpPr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19266173-D7F5-131E-5597-69E0E283BF00}"/>
                </a:ext>
              </a:extLst>
            </p:cNvPr>
            <p:cNvSpPr/>
            <p:nvPr/>
          </p:nvSpPr>
          <p:spPr>
            <a:xfrm>
              <a:off x="5138693" y="1847618"/>
              <a:ext cx="1622924" cy="1731550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165FD682-C13C-7E8D-4438-D9BAABF337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846" y="1820767"/>
              <a:ext cx="0" cy="17708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>
              <a:extLst>
                <a:ext uri="{FF2B5EF4-FFF2-40B4-BE49-F238E27FC236}">
                  <a16:creationId xmlns:a16="http://schemas.microsoft.com/office/drawing/2014/main" id="{8BFC97F8-0ECA-31AE-69DC-9781C1DC26FE}"/>
                </a:ext>
              </a:extLst>
            </p:cNvPr>
            <p:cNvCxnSpPr>
              <a:cxnSpLocks/>
            </p:cNvCxnSpPr>
            <p:nvPr/>
          </p:nvCxnSpPr>
          <p:spPr>
            <a:xfrm>
              <a:off x="5123447" y="3581486"/>
              <a:ext cx="1638165" cy="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C07835E3-3418-C993-39C7-E9415621AD44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579167"/>
              <a:ext cx="1595194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A148E5A0-0960-099C-9DA2-52257C914AD3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1864567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接连接符 129">
              <a:extLst>
                <a:ext uri="{FF2B5EF4-FFF2-40B4-BE49-F238E27FC236}">
                  <a16:creationId xmlns:a16="http://schemas.microsoft.com/office/drawing/2014/main" id="{E02D332D-6C10-A819-ECD5-2845977E4E65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334224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DB16BBB6-7838-FD2D-13D7-56051CF41E8C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089282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连接符 132">
              <a:extLst>
                <a:ext uri="{FF2B5EF4-FFF2-40B4-BE49-F238E27FC236}">
                  <a16:creationId xmlns:a16="http://schemas.microsoft.com/office/drawing/2014/main" id="{3FB3078E-0DD5-1F5A-5201-532E38453B17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844337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647D9F00-740E-8ACD-3410-6F8D058956EB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599394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C06738DA-5161-1C05-3C81-79B95CB8EA74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354452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>
              <a:extLst>
                <a:ext uri="{FF2B5EF4-FFF2-40B4-BE49-F238E27FC236}">
                  <a16:creationId xmlns:a16="http://schemas.microsoft.com/office/drawing/2014/main" id="{DBB7B184-BB48-9476-6306-76F0C0D8FD70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109509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EBF16EF6-1E9C-6267-5E00-75532C2474AD}"/>
                </a:ext>
              </a:extLst>
            </p:cNvPr>
            <p:cNvSpPr/>
            <p:nvPr/>
          </p:nvSpPr>
          <p:spPr>
            <a:xfrm>
              <a:off x="6278862" y="2178444"/>
              <a:ext cx="156769" cy="15676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sp>
        <p:nvSpPr>
          <p:cNvPr id="39" name="弧形 38">
            <a:extLst>
              <a:ext uri="{FF2B5EF4-FFF2-40B4-BE49-F238E27FC236}">
                <a16:creationId xmlns:a16="http://schemas.microsoft.com/office/drawing/2014/main" id="{957138E6-A376-B59B-D222-562E026D3945}"/>
              </a:ext>
            </a:extLst>
          </p:cNvPr>
          <p:cNvSpPr/>
          <p:nvPr/>
        </p:nvSpPr>
        <p:spPr>
          <a:xfrm rot="407351">
            <a:off x="4917565" y="2376799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9E43F80E-2F71-3C68-822A-E9A7A83CC6E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064" y="2316561"/>
            <a:ext cx="117594" cy="199907"/>
          </a:xfrm>
          <a:prstGeom prst="rect">
            <a:avLst/>
          </a:prstGeom>
        </p:spPr>
      </p:pic>
      <p:pic>
        <p:nvPicPr>
          <p:cNvPr id="53" name="图片 52" descr="\documentclass{article}&#10;\usepackage{amsmath}&#10;\pagestyle{empty}&#10;\begin{document}&#10;&#10;\begin{align}&#10;(1)~&#10;\begin{cases}&#10;        y_1 = \cos \theta \cdot x_1 - \sin \theta \, \cdot x_2\\&#10;        y_2 = \sin \theta \, \cdot x_1 + \cos \theta \cdot x_2&#10;    \end{cases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1239367-C55A-74CD-AC22-20241F9AFBBD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2661" y="3459745"/>
            <a:ext cx="3746160" cy="836593"/>
          </a:xfrm>
          <a:prstGeom prst="rect">
            <a:avLst/>
          </a:prstGeom>
        </p:spPr>
      </p:pic>
      <p:pic>
        <p:nvPicPr>
          <p:cNvPr id="55" name="图片 54" descr="\documentclass{article}&#10;\usepackage{amsmath}&#10;\pagestyle{empty}&#10;\begin{document}&#10;&#10;$$&#10;(2)~&#10;\begin{cases}&#10;       y_1 = -1 \cdot x_1 + 0 \cdot x_2\\&#10;       y_2 = ~~\, 0 \cdot x_1 + 1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5229853D-2B4B-80FC-DAC4-1A89BD55DC7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867" y="3459746"/>
            <a:ext cx="3124601" cy="836593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63481CFE-E57A-B1E5-DA5C-7F94FDBF78D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161" y="1187404"/>
            <a:ext cx="855064" cy="280541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0E4D60B0-4B7A-2E0A-5C73-FA8F298D2EB4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9078" y="1187403"/>
            <a:ext cx="855064" cy="280541"/>
          </a:xfrm>
          <a:prstGeom prst="rect">
            <a:avLst/>
          </a:prstGeom>
        </p:spPr>
      </p:pic>
      <p:pic>
        <p:nvPicPr>
          <p:cNvPr id="42" name="图片 41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ED80BA45-8E11-126F-1365-F25A164640B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4397" y="1184341"/>
            <a:ext cx="855064" cy="280541"/>
          </a:xfrm>
          <a:prstGeom prst="rect">
            <a:avLst/>
          </a:prstGeom>
        </p:spPr>
      </p:pic>
      <p:pic>
        <p:nvPicPr>
          <p:cNvPr id="43" name="图片 42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C2F802B6-9C85-05D0-6C35-0EC2928FF7A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699" y="635443"/>
            <a:ext cx="809709" cy="280541"/>
          </a:xfrm>
          <a:prstGeom prst="rect">
            <a:avLst/>
          </a:prstGeom>
        </p:spPr>
      </p:pic>
      <p:pic>
        <p:nvPicPr>
          <p:cNvPr id="45" name="图片 44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E318B12E-BA3A-7621-3760-E543784460B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8057" y="1184341"/>
            <a:ext cx="809709" cy="280541"/>
          </a:xfrm>
          <a:prstGeom prst="rect">
            <a:avLst/>
          </a:prstGeom>
        </p:spPr>
      </p:pic>
      <p:pic>
        <p:nvPicPr>
          <p:cNvPr id="46" name="图片 45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9E00040D-3128-61D4-16B2-EADBE32BE132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6541" y="2827969"/>
            <a:ext cx="245264" cy="164632"/>
          </a:xfrm>
          <a:prstGeom prst="rect">
            <a:avLst/>
          </a:prstGeom>
        </p:spPr>
      </p:pic>
      <p:pic>
        <p:nvPicPr>
          <p:cNvPr id="47" name="图片 4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DFD7FCE5-1898-45EE-6FFD-DD01951948C0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398" y="2827970"/>
            <a:ext cx="245264" cy="164632"/>
          </a:xfrm>
          <a:prstGeom prst="rect">
            <a:avLst/>
          </a:prstGeom>
        </p:spPr>
      </p:pic>
      <p:pic>
        <p:nvPicPr>
          <p:cNvPr id="48" name="图片 4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16B685A-3572-02D9-319D-DEDA68514435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657" y="2827970"/>
            <a:ext cx="245264" cy="164632"/>
          </a:xfrm>
          <a:prstGeom prst="rect">
            <a:avLst/>
          </a:prstGeom>
        </p:spPr>
      </p:pic>
      <p:pic>
        <p:nvPicPr>
          <p:cNvPr id="49" name="图片 4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BD8F6D41-5338-B7D6-F936-D0CE1BA52BC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15" y="388259"/>
            <a:ext cx="251987" cy="164632"/>
          </a:xfrm>
          <a:prstGeom prst="rect">
            <a:avLst/>
          </a:prstGeom>
        </p:spPr>
      </p:pic>
      <p:pic>
        <p:nvPicPr>
          <p:cNvPr id="50" name="图片 49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5D9884D-7F2C-4A83-DB8A-1702CE93161C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629" y="388259"/>
            <a:ext cx="251987" cy="164632"/>
          </a:xfrm>
          <a:prstGeom prst="rect">
            <a:avLst/>
          </a:prstGeom>
        </p:spPr>
      </p:pic>
      <p:pic>
        <p:nvPicPr>
          <p:cNvPr id="51" name="图片 5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B2323AE1-ECE9-AF1D-E83F-8EFCD0B9D12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186" y="384905"/>
            <a:ext cx="251987" cy="16463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583F6AC-39E4-F975-D4D2-B3297A75CC16}"/>
              </a:ext>
            </a:extLst>
          </p:cNvPr>
          <p:cNvSpPr/>
          <p:nvPr/>
        </p:nvSpPr>
        <p:spPr>
          <a:xfrm>
            <a:off x="1243730" y="5407737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57FDE4-A551-1286-2CEB-22D8E170BDF1}"/>
              </a:ext>
            </a:extLst>
          </p:cNvPr>
          <p:cNvCxnSpPr>
            <a:cxnSpLocks/>
          </p:cNvCxnSpPr>
          <p:nvPr/>
        </p:nvCxnSpPr>
        <p:spPr>
          <a:xfrm>
            <a:off x="715000" y="7143391"/>
            <a:ext cx="289906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C54FB171-B567-0D0E-904C-507FE7ADA22C}"/>
              </a:ext>
            </a:extLst>
          </p:cNvPr>
          <p:cNvCxnSpPr>
            <a:cxnSpLocks/>
          </p:cNvCxnSpPr>
          <p:nvPr/>
        </p:nvCxnSpPr>
        <p:spPr>
          <a:xfrm flipV="1">
            <a:off x="1244472" y="4928014"/>
            <a:ext cx="0" cy="291957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3CFB3E0-F4F9-C9FC-BADE-D512636FB7F0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7246798"/>
            <a:ext cx="193188" cy="203267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EE0D146-7C36-02F8-7E17-6F6B9E0C43F6}"/>
              </a:ext>
            </a:extLst>
          </p:cNvPr>
          <p:cNvCxnSpPr/>
          <p:nvPr/>
        </p:nvCxnSpPr>
        <p:spPr>
          <a:xfrm>
            <a:off x="1243728" y="7141611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166FF14-561C-417D-6D47-6467C84A1203}"/>
              </a:ext>
            </a:extLst>
          </p:cNvPr>
          <p:cNvCxnSpPr>
            <a:cxnSpLocks/>
          </p:cNvCxnSpPr>
          <p:nvPr/>
        </p:nvCxnSpPr>
        <p:spPr>
          <a:xfrm flipV="1">
            <a:off x="1244356" y="5380913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E22BDC0-0737-881B-C3FD-F140F8BC25D1}"/>
              </a:ext>
            </a:extLst>
          </p:cNvPr>
          <p:cNvCxnSpPr>
            <a:cxnSpLocks/>
          </p:cNvCxnSpPr>
          <p:nvPr/>
        </p:nvCxnSpPr>
        <p:spPr>
          <a:xfrm>
            <a:off x="1243728" y="7139286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6325EFA0-5FF7-B6A0-C902-1666A498EAA4}"/>
              </a:ext>
            </a:extLst>
          </p:cNvPr>
          <p:cNvCxnSpPr>
            <a:cxnSpLocks/>
          </p:cNvCxnSpPr>
          <p:nvPr/>
        </p:nvCxnSpPr>
        <p:spPr>
          <a:xfrm>
            <a:off x="1243728" y="542468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650D7443-8B0E-CD21-DDC6-F4F543E62F62}"/>
              </a:ext>
            </a:extLst>
          </p:cNvPr>
          <p:cNvCxnSpPr>
            <a:cxnSpLocks/>
          </p:cNvCxnSpPr>
          <p:nvPr/>
        </p:nvCxnSpPr>
        <p:spPr>
          <a:xfrm>
            <a:off x="1243728" y="6894342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09425CF-D98D-0B13-FC3D-6F946685126A}"/>
              </a:ext>
            </a:extLst>
          </p:cNvPr>
          <p:cNvCxnSpPr>
            <a:cxnSpLocks/>
          </p:cNvCxnSpPr>
          <p:nvPr/>
        </p:nvCxnSpPr>
        <p:spPr>
          <a:xfrm>
            <a:off x="1243728" y="664940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D7899369-D552-0881-CEDE-08550C58D355}"/>
              </a:ext>
            </a:extLst>
          </p:cNvPr>
          <p:cNvCxnSpPr>
            <a:cxnSpLocks/>
          </p:cNvCxnSpPr>
          <p:nvPr/>
        </p:nvCxnSpPr>
        <p:spPr>
          <a:xfrm>
            <a:off x="1243728" y="640445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93A436BB-FE9B-B679-69BD-42F46AB34ADA}"/>
              </a:ext>
            </a:extLst>
          </p:cNvPr>
          <p:cNvCxnSpPr>
            <a:cxnSpLocks/>
          </p:cNvCxnSpPr>
          <p:nvPr/>
        </p:nvCxnSpPr>
        <p:spPr>
          <a:xfrm>
            <a:off x="1243728" y="615951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351EC62-1D5E-9FFF-84A3-BC2DB2A0EBDC}"/>
              </a:ext>
            </a:extLst>
          </p:cNvPr>
          <p:cNvCxnSpPr>
            <a:cxnSpLocks/>
          </p:cNvCxnSpPr>
          <p:nvPr/>
        </p:nvCxnSpPr>
        <p:spPr>
          <a:xfrm>
            <a:off x="1243728" y="591457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BB7B54A1-1F30-1C8A-FF1F-1BCAB1F06E5D}"/>
              </a:ext>
            </a:extLst>
          </p:cNvPr>
          <p:cNvCxnSpPr>
            <a:cxnSpLocks/>
          </p:cNvCxnSpPr>
          <p:nvPr/>
        </p:nvCxnSpPr>
        <p:spPr>
          <a:xfrm>
            <a:off x="1243728" y="566962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平行四边形 60">
            <a:extLst>
              <a:ext uri="{FF2B5EF4-FFF2-40B4-BE49-F238E27FC236}">
                <a16:creationId xmlns:a16="http://schemas.microsoft.com/office/drawing/2014/main" id="{A7AE51FB-E756-CFCA-68D8-5C2CEC47216E}"/>
              </a:ext>
            </a:extLst>
          </p:cNvPr>
          <p:cNvSpPr/>
          <p:nvPr/>
        </p:nvSpPr>
        <p:spPr>
          <a:xfrm>
            <a:off x="1232478" y="5400429"/>
            <a:ext cx="2788781" cy="1758325"/>
          </a:xfrm>
          <a:prstGeom prst="parallelogram">
            <a:avLst>
              <a:gd name="adj" fmla="val 67455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E5B97647-AB62-9EAA-EF2E-95A6274A982E}"/>
              </a:ext>
            </a:extLst>
          </p:cNvPr>
          <p:cNvCxnSpPr>
            <a:cxnSpLocks/>
          </p:cNvCxnSpPr>
          <p:nvPr/>
        </p:nvCxnSpPr>
        <p:spPr>
          <a:xfrm flipH="1">
            <a:off x="2401750" y="5423199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442F40AD-9CE1-3D75-FDFC-B123A673ACB3}"/>
              </a:ext>
            </a:extLst>
          </p:cNvPr>
          <p:cNvCxnSpPr>
            <a:cxnSpLocks/>
          </p:cNvCxnSpPr>
          <p:nvPr/>
        </p:nvCxnSpPr>
        <p:spPr>
          <a:xfrm flipH="1">
            <a:off x="1418662" y="6892856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CD0080E0-1DF7-3767-14C3-CC3920DA3D90}"/>
              </a:ext>
            </a:extLst>
          </p:cNvPr>
          <p:cNvCxnSpPr>
            <a:cxnSpLocks/>
          </p:cNvCxnSpPr>
          <p:nvPr/>
        </p:nvCxnSpPr>
        <p:spPr>
          <a:xfrm flipH="1">
            <a:off x="1576140" y="6647914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D95D2BE0-437A-02F1-3BFA-68EB7A08C7BC}"/>
              </a:ext>
            </a:extLst>
          </p:cNvPr>
          <p:cNvCxnSpPr>
            <a:cxnSpLocks/>
          </p:cNvCxnSpPr>
          <p:nvPr/>
        </p:nvCxnSpPr>
        <p:spPr>
          <a:xfrm flipH="1">
            <a:off x="1740114" y="6402968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121A25EE-17FF-DCC9-D302-255E82A77591}"/>
              </a:ext>
            </a:extLst>
          </p:cNvPr>
          <p:cNvCxnSpPr>
            <a:cxnSpLocks/>
          </p:cNvCxnSpPr>
          <p:nvPr/>
        </p:nvCxnSpPr>
        <p:spPr>
          <a:xfrm flipH="1">
            <a:off x="1902638" y="6158024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EDCE0DA-5093-49F9-D558-A342EE62C6C9}"/>
              </a:ext>
            </a:extLst>
          </p:cNvPr>
          <p:cNvCxnSpPr>
            <a:cxnSpLocks/>
          </p:cNvCxnSpPr>
          <p:nvPr/>
        </p:nvCxnSpPr>
        <p:spPr>
          <a:xfrm flipH="1">
            <a:off x="2069053" y="591308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FAB40022-4354-2E84-78D0-F9F7BE213C52}"/>
              </a:ext>
            </a:extLst>
          </p:cNvPr>
          <p:cNvCxnSpPr>
            <a:cxnSpLocks/>
          </p:cNvCxnSpPr>
          <p:nvPr/>
        </p:nvCxnSpPr>
        <p:spPr>
          <a:xfrm flipH="1">
            <a:off x="2226419" y="5668140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006993BF-A1F2-B26C-4C54-FC451F4CD4FA}"/>
              </a:ext>
            </a:extLst>
          </p:cNvPr>
          <p:cNvSpPr/>
          <p:nvPr/>
        </p:nvSpPr>
        <p:spPr>
          <a:xfrm flipH="1">
            <a:off x="3256926" y="5736780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EEB6C922-F8EA-9A89-DA73-212D2E6D6E91}"/>
              </a:ext>
            </a:extLst>
          </p:cNvPr>
          <p:cNvCxnSpPr>
            <a:cxnSpLocks/>
          </p:cNvCxnSpPr>
          <p:nvPr/>
        </p:nvCxnSpPr>
        <p:spPr>
          <a:xfrm>
            <a:off x="4609245" y="7139289"/>
            <a:ext cx="376190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81EE523-2D3F-EBE0-5043-4A14F057214C}"/>
              </a:ext>
            </a:extLst>
          </p:cNvPr>
          <p:cNvCxnSpPr>
            <a:cxnSpLocks/>
          </p:cNvCxnSpPr>
          <p:nvPr/>
        </p:nvCxnSpPr>
        <p:spPr>
          <a:xfrm flipV="1">
            <a:off x="5138693" y="4923918"/>
            <a:ext cx="0" cy="29236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图片 78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CF0CC1A1-C275-DF06-5232-71C6FC0285B4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21" y="7242697"/>
            <a:ext cx="193188" cy="203267"/>
          </a:xfrm>
          <a:prstGeom prst="rect">
            <a:avLst/>
          </a:prstGeom>
        </p:spPr>
      </p:pic>
      <p:sp>
        <p:nvSpPr>
          <p:cNvPr id="81" name="矩形 80">
            <a:extLst>
              <a:ext uri="{FF2B5EF4-FFF2-40B4-BE49-F238E27FC236}">
                <a16:creationId xmlns:a16="http://schemas.microsoft.com/office/drawing/2014/main" id="{1F095AB3-62F2-1D6D-8E04-3750D4E1F1C7}"/>
              </a:ext>
            </a:extLst>
          </p:cNvPr>
          <p:cNvSpPr/>
          <p:nvPr/>
        </p:nvSpPr>
        <p:spPr>
          <a:xfrm>
            <a:off x="5137950" y="5403634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BD638CCB-C715-78BE-22A1-60258E15E95C}"/>
              </a:ext>
            </a:extLst>
          </p:cNvPr>
          <p:cNvCxnSpPr/>
          <p:nvPr/>
        </p:nvCxnSpPr>
        <p:spPr>
          <a:xfrm>
            <a:off x="5137950" y="7137509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1E5D6629-42C1-58AD-1B57-9C11EA75CCDC}"/>
              </a:ext>
            </a:extLst>
          </p:cNvPr>
          <p:cNvCxnSpPr>
            <a:cxnSpLocks/>
          </p:cNvCxnSpPr>
          <p:nvPr/>
        </p:nvCxnSpPr>
        <p:spPr>
          <a:xfrm flipV="1">
            <a:off x="5143022" y="5376811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5CF62F14-563C-C90E-C419-FDD162B910AB}"/>
              </a:ext>
            </a:extLst>
          </p:cNvPr>
          <p:cNvCxnSpPr>
            <a:cxnSpLocks/>
          </p:cNvCxnSpPr>
          <p:nvPr/>
        </p:nvCxnSpPr>
        <p:spPr>
          <a:xfrm>
            <a:off x="5137952" y="7135182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183949FB-7CEA-9486-DA84-400A3771AF6A}"/>
              </a:ext>
            </a:extLst>
          </p:cNvPr>
          <p:cNvCxnSpPr>
            <a:cxnSpLocks/>
          </p:cNvCxnSpPr>
          <p:nvPr/>
        </p:nvCxnSpPr>
        <p:spPr>
          <a:xfrm>
            <a:off x="5143663" y="542058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3A23E408-D338-F077-AF2A-E974A089F9E0}"/>
              </a:ext>
            </a:extLst>
          </p:cNvPr>
          <p:cNvCxnSpPr>
            <a:cxnSpLocks/>
          </p:cNvCxnSpPr>
          <p:nvPr/>
        </p:nvCxnSpPr>
        <p:spPr>
          <a:xfrm>
            <a:off x="5137952" y="6155411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690E5D9C-EDC7-7D1C-71FA-285501E491BF}"/>
              </a:ext>
            </a:extLst>
          </p:cNvPr>
          <p:cNvCxnSpPr>
            <a:cxnSpLocks/>
          </p:cNvCxnSpPr>
          <p:nvPr/>
        </p:nvCxnSpPr>
        <p:spPr>
          <a:xfrm>
            <a:off x="5143663" y="591046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C0B579B4-AE08-A0F9-5337-3932C8E7820A}"/>
              </a:ext>
            </a:extLst>
          </p:cNvPr>
          <p:cNvCxnSpPr>
            <a:cxnSpLocks/>
          </p:cNvCxnSpPr>
          <p:nvPr/>
        </p:nvCxnSpPr>
        <p:spPr>
          <a:xfrm>
            <a:off x="5143663" y="566552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椭圆 96">
            <a:extLst>
              <a:ext uri="{FF2B5EF4-FFF2-40B4-BE49-F238E27FC236}">
                <a16:creationId xmlns:a16="http://schemas.microsoft.com/office/drawing/2014/main" id="{DFB42D9B-1F3F-3D81-78C6-12B37DB6A2FC}"/>
              </a:ext>
            </a:extLst>
          </p:cNvPr>
          <p:cNvSpPr/>
          <p:nvPr/>
        </p:nvSpPr>
        <p:spPr>
          <a:xfrm>
            <a:off x="6278122" y="5734465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6F395150-6DD0-8271-9393-EC8379BE3DD6}"/>
              </a:ext>
            </a:extLst>
          </p:cNvPr>
          <p:cNvCxnSpPr>
            <a:cxnSpLocks/>
          </p:cNvCxnSpPr>
          <p:nvPr/>
        </p:nvCxnSpPr>
        <p:spPr>
          <a:xfrm flipV="1">
            <a:off x="1238648" y="5420612"/>
            <a:ext cx="1163448" cy="174137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椭圆 98">
            <a:extLst>
              <a:ext uri="{FF2B5EF4-FFF2-40B4-BE49-F238E27FC236}">
                <a16:creationId xmlns:a16="http://schemas.microsoft.com/office/drawing/2014/main" id="{267CCDB2-E765-4DB6-59C0-573EC25C6045}"/>
              </a:ext>
            </a:extLst>
          </p:cNvPr>
          <p:cNvSpPr/>
          <p:nvPr/>
        </p:nvSpPr>
        <p:spPr>
          <a:xfrm>
            <a:off x="2383902" y="5738567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DF0A7C84-139E-3106-8A4B-6AF748566D09}"/>
              </a:ext>
            </a:extLst>
          </p:cNvPr>
          <p:cNvCxnSpPr>
            <a:cxnSpLocks/>
          </p:cNvCxnSpPr>
          <p:nvPr/>
        </p:nvCxnSpPr>
        <p:spPr>
          <a:xfrm>
            <a:off x="1228512" y="7141605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6F9A3A31-F893-0D0D-5732-4E9EA74540D1}"/>
              </a:ext>
            </a:extLst>
          </p:cNvPr>
          <p:cNvSpPr/>
          <p:nvPr/>
        </p:nvSpPr>
        <p:spPr>
          <a:xfrm flipH="1">
            <a:off x="5145469" y="6132888"/>
            <a:ext cx="2870772" cy="100401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C90E5563-E6EF-D715-EB86-4673D7665FF4}"/>
              </a:ext>
            </a:extLst>
          </p:cNvPr>
          <p:cNvCxnSpPr>
            <a:cxnSpLocks/>
          </p:cNvCxnSpPr>
          <p:nvPr/>
        </p:nvCxnSpPr>
        <p:spPr>
          <a:xfrm flipH="1">
            <a:off x="5130328" y="6155411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14958B13-56A9-CD7B-C67A-39A3C7928A59}"/>
              </a:ext>
            </a:extLst>
          </p:cNvPr>
          <p:cNvCxnSpPr>
            <a:cxnSpLocks/>
          </p:cNvCxnSpPr>
          <p:nvPr/>
        </p:nvCxnSpPr>
        <p:spPr>
          <a:xfrm>
            <a:off x="5122733" y="7138065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77FBB069-A6AC-D553-F83C-3C30FEB79303}"/>
              </a:ext>
            </a:extLst>
          </p:cNvPr>
          <p:cNvCxnSpPr>
            <a:cxnSpLocks/>
          </p:cNvCxnSpPr>
          <p:nvPr/>
        </p:nvCxnSpPr>
        <p:spPr>
          <a:xfrm flipV="1">
            <a:off x="5137848" y="6149723"/>
            <a:ext cx="0" cy="101588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BBE3305-5CC3-588C-7A9D-89036FB05B35}"/>
              </a:ext>
            </a:extLst>
          </p:cNvPr>
          <p:cNvCxnSpPr>
            <a:cxnSpLocks/>
          </p:cNvCxnSpPr>
          <p:nvPr/>
        </p:nvCxnSpPr>
        <p:spPr>
          <a:xfrm>
            <a:off x="5122708" y="7139582"/>
            <a:ext cx="2893538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椭圆 122">
            <a:extLst>
              <a:ext uri="{FF2B5EF4-FFF2-40B4-BE49-F238E27FC236}">
                <a16:creationId xmlns:a16="http://schemas.microsoft.com/office/drawing/2014/main" id="{337B271C-C958-5AA5-FB66-403002FF4EDF}"/>
              </a:ext>
            </a:extLst>
          </p:cNvPr>
          <p:cNvSpPr/>
          <p:nvPr/>
        </p:nvSpPr>
        <p:spPr>
          <a:xfrm>
            <a:off x="7461146" y="6304430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A393D9A7-565B-0F62-2986-7B6B2722FD2A}"/>
              </a:ext>
            </a:extLst>
          </p:cNvPr>
          <p:cNvCxnSpPr>
            <a:cxnSpLocks/>
          </p:cNvCxnSpPr>
          <p:nvPr/>
        </p:nvCxnSpPr>
        <p:spPr>
          <a:xfrm flipH="1">
            <a:off x="5130328" y="6433862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连接符 124">
            <a:extLst>
              <a:ext uri="{FF2B5EF4-FFF2-40B4-BE49-F238E27FC236}">
                <a16:creationId xmlns:a16="http://schemas.microsoft.com/office/drawing/2014/main" id="{0DFA230E-93ED-2923-F298-91C32C86039E}"/>
              </a:ext>
            </a:extLst>
          </p:cNvPr>
          <p:cNvCxnSpPr>
            <a:cxnSpLocks/>
          </p:cNvCxnSpPr>
          <p:nvPr/>
        </p:nvCxnSpPr>
        <p:spPr>
          <a:xfrm flipH="1">
            <a:off x="5130328" y="6573089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C4A112B5-0346-83A8-8465-398196B98A21}"/>
              </a:ext>
            </a:extLst>
          </p:cNvPr>
          <p:cNvCxnSpPr>
            <a:cxnSpLocks/>
          </p:cNvCxnSpPr>
          <p:nvPr/>
        </p:nvCxnSpPr>
        <p:spPr>
          <a:xfrm flipH="1">
            <a:off x="5130328" y="6712313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79482DF0-D2FE-DB55-11CD-501958B391B9}"/>
              </a:ext>
            </a:extLst>
          </p:cNvPr>
          <p:cNvCxnSpPr>
            <a:cxnSpLocks/>
          </p:cNvCxnSpPr>
          <p:nvPr/>
        </p:nvCxnSpPr>
        <p:spPr>
          <a:xfrm flipH="1">
            <a:off x="5125247" y="6294636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5FCE4F0D-9D3F-7C24-2256-093A4A63189B}"/>
              </a:ext>
            </a:extLst>
          </p:cNvPr>
          <p:cNvCxnSpPr>
            <a:cxnSpLocks/>
          </p:cNvCxnSpPr>
          <p:nvPr/>
        </p:nvCxnSpPr>
        <p:spPr>
          <a:xfrm flipH="1">
            <a:off x="5130328" y="6851541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706E49A7-D3A0-1F00-3DFE-5CD3B91E71C7}"/>
              </a:ext>
            </a:extLst>
          </p:cNvPr>
          <p:cNvCxnSpPr>
            <a:cxnSpLocks/>
          </p:cNvCxnSpPr>
          <p:nvPr/>
        </p:nvCxnSpPr>
        <p:spPr>
          <a:xfrm flipH="1">
            <a:off x="5130328" y="6990766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8AB6C2C1-212F-1FFB-B2C4-D36A5B66E451}"/>
              </a:ext>
            </a:extLst>
          </p:cNvPr>
          <p:cNvCxnSpPr>
            <a:cxnSpLocks/>
          </p:cNvCxnSpPr>
          <p:nvPr/>
        </p:nvCxnSpPr>
        <p:spPr>
          <a:xfrm>
            <a:off x="8906965" y="7134096"/>
            <a:ext cx="320884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327983A8-6A7B-7718-06F4-FBF71B6357A0}"/>
              </a:ext>
            </a:extLst>
          </p:cNvPr>
          <p:cNvCxnSpPr>
            <a:cxnSpLocks/>
          </p:cNvCxnSpPr>
          <p:nvPr/>
        </p:nvCxnSpPr>
        <p:spPr>
          <a:xfrm flipV="1">
            <a:off x="9436436" y="4918749"/>
            <a:ext cx="0" cy="292886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1" name="图片 14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EBA63501-301F-1BD7-14C0-84F89863E64C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64" y="7237503"/>
            <a:ext cx="193188" cy="203267"/>
          </a:xfrm>
          <a:prstGeom prst="rect">
            <a:avLst/>
          </a:prstGeom>
        </p:spPr>
      </p:pic>
      <p:sp>
        <p:nvSpPr>
          <p:cNvPr id="142" name="矩形 141">
            <a:extLst>
              <a:ext uri="{FF2B5EF4-FFF2-40B4-BE49-F238E27FC236}">
                <a16:creationId xmlns:a16="http://schemas.microsoft.com/office/drawing/2014/main" id="{D7F967D2-FC51-22F2-D036-485EF2C34637}"/>
              </a:ext>
            </a:extLst>
          </p:cNvPr>
          <p:cNvSpPr/>
          <p:nvPr/>
        </p:nvSpPr>
        <p:spPr>
          <a:xfrm>
            <a:off x="9435694" y="539844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F9031D9-F7D0-1A4F-D7A7-372D4DEEC6FF}"/>
              </a:ext>
            </a:extLst>
          </p:cNvPr>
          <p:cNvCxnSpPr/>
          <p:nvPr/>
        </p:nvCxnSpPr>
        <p:spPr>
          <a:xfrm>
            <a:off x="9435692" y="713231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A232AEB1-383A-5D01-C819-E7451BD549A1}"/>
              </a:ext>
            </a:extLst>
          </p:cNvPr>
          <p:cNvCxnSpPr>
            <a:cxnSpLocks/>
          </p:cNvCxnSpPr>
          <p:nvPr/>
        </p:nvCxnSpPr>
        <p:spPr>
          <a:xfrm flipV="1">
            <a:off x="9440128" y="5371618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1AD4F990-D36C-0510-853D-D9B9EF6967D8}"/>
              </a:ext>
            </a:extLst>
          </p:cNvPr>
          <p:cNvCxnSpPr>
            <a:cxnSpLocks/>
          </p:cNvCxnSpPr>
          <p:nvPr/>
        </p:nvCxnSpPr>
        <p:spPr>
          <a:xfrm>
            <a:off x="9420475" y="7132310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133EB1F6-4A90-B472-22D2-A02B92ED24BA}"/>
              </a:ext>
            </a:extLst>
          </p:cNvPr>
          <p:cNvCxnSpPr>
            <a:cxnSpLocks/>
          </p:cNvCxnSpPr>
          <p:nvPr/>
        </p:nvCxnSpPr>
        <p:spPr>
          <a:xfrm>
            <a:off x="9435691" y="541539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FB22E564-0CDE-73EF-1D74-8E8C78E9EC77}"/>
              </a:ext>
            </a:extLst>
          </p:cNvPr>
          <p:cNvCxnSpPr>
            <a:cxnSpLocks/>
          </p:cNvCxnSpPr>
          <p:nvPr/>
        </p:nvCxnSpPr>
        <p:spPr>
          <a:xfrm>
            <a:off x="9435691" y="688504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ADD14320-FF6D-7B81-732A-49A2B408C6CB}"/>
              </a:ext>
            </a:extLst>
          </p:cNvPr>
          <p:cNvCxnSpPr>
            <a:cxnSpLocks/>
          </p:cNvCxnSpPr>
          <p:nvPr/>
        </p:nvCxnSpPr>
        <p:spPr>
          <a:xfrm>
            <a:off x="9435691" y="664010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80377F77-1105-D62F-AD09-0C9A80BE39CB}"/>
              </a:ext>
            </a:extLst>
          </p:cNvPr>
          <p:cNvCxnSpPr>
            <a:cxnSpLocks/>
          </p:cNvCxnSpPr>
          <p:nvPr/>
        </p:nvCxnSpPr>
        <p:spPr>
          <a:xfrm>
            <a:off x="9435691" y="639516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83E1469D-DED8-DDB6-2B6F-363504479DFA}"/>
              </a:ext>
            </a:extLst>
          </p:cNvPr>
          <p:cNvCxnSpPr>
            <a:cxnSpLocks/>
          </p:cNvCxnSpPr>
          <p:nvPr/>
        </p:nvCxnSpPr>
        <p:spPr>
          <a:xfrm>
            <a:off x="9435691" y="615021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2F6ACEA4-5DF0-D828-311D-694012172F76}"/>
              </a:ext>
            </a:extLst>
          </p:cNvPr>
          <p:cNvCxnSpPr>
            <a:cxnSpLocks/>
          </p:cNvCxnSpPr>
          <p:nvPr/>
        </p:nvCxnSpPr>
        <p:spPr>
          <a:xfrm>
            <a:off x="9435691" y="590527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4E8F8971-B911-B7A3-C4FF-CD37C73D172B}"/>
              </a:ext>
            </a:extLst>
          </p:cNvPr>
          <p:cNvCxnSpPr>
            <a:cxnSpLocks/>
          </p:cNvCxnSpPr>
          <p:nvPr/>
        </p:nvCxnSpPr>
        <p:spPr>
          <a:xfrm>
            <a:off x="9435691" y="566033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0C05767C-B80A-B4A6-1BEE-4CFBEE59046A}"/>
              </a:ext>
            </a:extLst>
          </p:cNvPr>
          <p:cNvCxnSpPr>
            <a:cxnSpLocks/>
          </p:cNvCxnSpPr>
          <p:nvPr/>
        </p:nvCxnSpPr>
        <p:spPr>
          <a:xfrm>
            <a:off x="9420450" y="7131235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弧形 153">
            <a:extLst>
              <a:ext uri="{FF2B5EF4-FFF2-40B4-BE49-F238E27FC236}">
                <a16:creationId xmlns:a16="http://schemas.microsoft.com/office/drawing/2014/main" id="{D1A7472B-1402-16BC-B28D-B811788556B6}"/>
              </a:ext>
            </a:extLst>
          </p:cNvPr>
          <p:cNvSpPr/>
          <p:nvPr/>
        </p:nvSpPr>
        <p:spPr>
          <a:xfrm rot="20584892">
            <a:off x="706371" y="6752281"/>
            <a:ext cx="838370" cy="453496"/>
          </a:xfrm>
          <a:prstGeom prst="arc">
            <a:avLst>
              <a:gd name="adj1" fmla="val 18993039"/>
              <a:gd name="adj2" fmla="val 20807300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5" name="图片 154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BDA00FB5-9FBF-C43C-52FF-051884E86970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1" y="6478165"/>
            <a:ext cx="117594" cy="199907"/>
          </a:xfrm>
          <a:prstGeom prst="rect">
            <a:avLst/>
          </a:prstGeom>
        </p:spPr>
      </p:pic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8B99C5A6-BA94-C1FA-B34C-EA1813B681FF}"/>
              </a:ext>
            </a:extLst>
          </p:cNvPr>
          <p:cNvCxnSpPr>
            <a:cxnSpLocks/>
          </p:cNvCxnSpPr>
          <p:nvPr/>
        </p:nvCxnSpPr>
        <p:spPr>
          <a:xfrm flipV="1">
            <a:off x="9437590" y="6990790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7" name="图片 156" descr="\documentclass{article}&#10;\usepackage{amsmath}&#10;\pagestyle{empty}&#10;\begin{document}&#10;&#10;$$&#10;(3)~&#10;\begin{cases}&#10;        y_1 = 1 \cdot x_1 + \tan \theta \cdot x_2\\&#10;        y_2 = 0 \cdot x_1 + ~~~~~1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720D7375-537D-FD8F-0085-8388D3103393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08" y="8077798"/>
            <a:ext cx="3356426" cy="836593"/>
          </a:xfrm>
          <a:prstGeom prst="rect">
            <a:avLst/>
          </a:prstGeom>
        </p:spPr>
      </p:pic>
      <p:pic>
        <p:nvPicPr>
          <p:cNvPr id="158" name="图片 157" descr="\documentclass{article}&#10;\usepackage{amsmath}&#10;\pagestyle{empty}&#10;\begin{document}&#10;&#10;$$&#10;(4)~&#10;\begin{cases}&#10;        y_1 = k_1 \cdot x_1 + ~ \, 0 \cdot x_2\\&#10;        y_2 = \, ~0 \cdot x_1 + k_2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0E588F19-FA9E-E596-C9A2-46835A049CE0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408" y="8077799"/>
            <a:ext cx="3161558" cy="836593"/>
          </a:xfrm>
          <a:prstGeom prst="rect">
            <a:avLst/>
          </a:prstGeom>
        </p:spPr>
      </p:pic>
      <p:pic>
        <p:nvPicPr>
          <p:cNvPr id="186" name="图片 185" descr="\documentclass{article}&#10;\usepackage{amsmath}&#10;\pagestyle{empty}&#10;\begin{document}&#10;&#10;$$&#10;(5)~&#10;\begin{cases}&#10;        y_1 = 1 \cdot x_1 + \cot \theta \cdot x_2\\&#10;        y_2 = 0 \cdot x_2 + ~~~~\,0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74CA8734-056E-E667-60F8-D3D22D99D7DB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185" y="8082511"/>
            <a:ext cx="3311065" cy="836593"/>
          </a:xfrm>
          <a:prstGeom prst="rect">
            <a:avLst/>
          </a:prstGeom>
        </p:spPr>
      </p:pic>
      <p:sp>
        <p:nvSpPr>
          <p:cNvPr id="160" name="椭圆 159">
            <a:extLst>
              <a:ext uri="{FF2B5EF4-FFF2-40B4-BE49-F238E27FC236}">
                <a16:creationId xmlns:a16="http://schemas.microsoft.com/office/drawing/2014/main" id="{4FC7CACC-48C2-B98D-FCBD-04699B22CE3D}"/>
              </a:ext>
            </a:extLst>
          </p:cNvPr>
          <p:cNvSpPr/>
          <p:nvPr/>
        </p:nvSpPr>
        <p:spPr>
          <a:xfrm>
            <a:off x="10575862" y="5729271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61" name="椭圆 160">
            <a:extLst>
              <a:ext uri="{FF2B5EF4-FFF2-40B4-BE49-F238E27FC236}">
                <a16:creationId xmlns:a16="http://schemas.microsoft.com/office/drawing/2014/main" id="{54EBDE25-876D-4121-1C0B-7637CABDF144}"/>
              </a:ext>
            </a:extLst>
          </p:cNvPr>
          <p:cNvSpPr/>
          <p:nvPr/>
        </p:nvSpPr>
        <p:spPr>
          <a:xfrm>
            <a:off x="11166085" y="7051609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1257E1CF-668B-B3E7-B347-4D408EDB3FF1}"/>
              </a:ext>
            </a:extLst>
          </p:cNvPr>
          <p:cNvCxnSpPr>
            <a:cxnSpLocks/>
          </p:cNvCxnSpPr>
          <p:nvPr/>
        </p:nvCxnSpPr>
        <p:spPr>
          <a:xfrm>
            <a:off x="10275251" y="4946818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弧形 162">
            <a:extLst>
              <a:ext uri="{FF2B5EF4-FFF2-40B4-BE49-F238E27FC236}">
                <a16:creationId xmlns:a16="http://schemas.microsoft.com/office/drawing/2014/main" id="{783ED968-9790-EFD5-E98C-3A02B7B7B2C4}"/>
              </a:ext>
            </a:extLst>
          </p:cNvPr>
          <p:cNvSpPr/>
          <p:nvPr/>
        </p:nvSpPr>
        <p:spPr>
          <a:xfrm rot="21192649" flipH="1">
            <a:off x="10206601" y="5105468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4" name="图片 163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C9DEC1EA-27AA-5212-4032-948D679906B2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611" y="5064611"/>
            <a:ext cx="117594" cy="199907"/>
          </a:xfrm>
          <a:prstGeom prst="rect">
            <a:avLst/>
          </a:prstGeom>
        </p:spPr>
      </p:pic>
      <p:pic>
        <p:nvPicPr>
          <p:cNvPr id="165" name="图片 164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B2F901D9-9943-109F-2259-FA2B10E0E0C1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91" y="5902506"/>
            <a:ext cx="855064" cy="280541"/>
          </a:xfrm>
          <a:prstGeom prst="rect">
            <a:avLst/>
          </a:prstGeom>
        </p:spPr>
      </p:pic>
      <p:pic>
        <p:nvPicPr>
          <p:cNvPr id="166" name="图片 16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05712D45-F6BC-D4FB-3FDA-A4933284A67D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034" y="5651769"/>
            <a:ext cx="855064" cy="280541"/>
          </a:xfrm>
          <a:prstGeom prst="rect">
            <a:avLst/>
          </a:prstGeom>
        </p:spPr>
      </p:pic>
      <p:pic>
        <p:nvPicPr>
          <p:cNvPr id="167" name="图片 166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F7DA7C4C-B694-DBA8-974E-FF49F4726837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04" y="5651597"/>
            <a:ext cx="855064" cy="280541"/>
          </a:xfrm>
          <a:prstGeom prst="rect">
            <a:avLst/>
          </a:prstGeom>
        </p:spPr>
      </p:pic>
      <p:pic>
        <p:nvPicPr>
          <p:cNvPr id="168" name="图片 167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949C4E7A-D526-8BC0-88E9-B78FD7D7952C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438" y="5905300"/>
            <a:ext cx="809709" cy="280541"/>
          </a:xfrm>
          <a:prstGeom prst="rect">
            <a:avLst/>
          </a:prstGeom>
        </p:spPr>
      </p:pic>
      <p:pic>
        <p:nvPicPr>
          <p:cNvPr id="169" name="图片 168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B9DB0198-BC06-4EED-581C-768E3F5BA5C4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538" y="5944509"/>
            <a:ext cx="809709" cy="280541"/>
          </a:xfrm>
          <a:prstGeom prst="rect">
            <a:avLst/>
          </a:prstGeom>
        </p:spPr>
      </p:pic>
      <p:pic>
        <p:nvPicPr>
          <p:cNvPr id="170" name="图片 169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AD088969-FD1E-10E6-2544-75C63020DBA5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58" y="7192734"/>
            <a:ext cx="809709" cy="280541"/>
          </a:xfrm>
          <a:prstGeom prst="rect">
            <a:avLst/>
          </a:prstGeom>
        </p:spPr>
      </p:pic>
      <p:pic>
        <p:nvPicPr>
          <p:cNvPr id="171" name="图片 170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28DCF7B-0089-29DB-66A7-4C4FE1BFEFD7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559" y="7266095"/>
            <a:ext cx="245264" cy="164632"/>
          </a:xfrm>
          <a:prstGeom prst="rect">
            <a:avLst/>
          </a:prstGeom>
        </p:spPr>
      </p:pic>
      <p:pic>
        <p:nvPicPr>
          <p:cNvPr id="172" name="图片 17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339486FD-77F0-E5F7-8EEF-2F42C30A6DD5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483" y="7256802"/>
            <a:ext cx="245264" cy="164632"/>
          </a:xfrm>
          <a:prstGeom prst="rect">
            <a:avLst/>
          </a:prstGeom>
        </p:spPr>
      </p:pic>
      <p:pic>
        <p:nvPicPr>
          <p:cNvPr id="173" name="图片 17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5C722D3-DACA-8249-8AB4-0441EBE11814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426" y="7256914"/>
            <a:ext cx="245264" cy="164632"/>
          </a:xfrm>
          <a:prstGeom prst="rect">
            <a:avLst/>
          </a:prstGeom>
        </p:spPr>
      </p:pic>
      <p:pic>
        <p:nvPicPr>
          <p:cNvPr id="174" name="图片 173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2F9BFEB-8EB2-6893-CAE7-298FEDAC52D7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49" y="4836410"/>
            <a:ext cx="251987" cy="164632"/>
          </a:xfrm>
          <a:prstGeom prst="rect">
            <a:avLst/>
          </a:prstGeom>
        </p:spPr>
      </p:pic>
      <p:pic>
        <p:nvPicPr>
          <p:cNvPr id="175" name="图片 17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0421B88-46D6-7706-A03A-4C6B976B9802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55" y="4836410"/>
            <a:ext cx="251987" cy="164632"/>
          </a:xfrm>
          <a:prstGeom prst="rect">
            <a:avLst/>
          </a:prstGeom>
        </p:spPr>
      </p:pic>
      <p:pic>
        <p:nvPicPr>
          <p:cNvPr id="176" name="图片 17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2081701-E6FC-257C-17A8-4C239239A9F9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97" y="4835590"/>
            <a:ext cx="251987" cy="1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7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563CA-C1A9-BC60-5AAE-1616CA58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4D139A5-AD84-19A1-F480-0E5D1EAE6881}"/>
              </a:ext>
            </a:extLst>
          </p:cNvPr>
          <p:cNvSpPr/>
          <p:nvPr/>
        </p:nvSpPr>
        <p:spPr>
          <a:xfrm>
            <a:off x="1243730" y="5505815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FCC9950B-02C8-6CD9-4FE7-055A6B8168D2}"/>
              </a:ext>
            </a:extLst>
          </p:cNvPr>
          <p:cNvCxnSpPr>
            <a:cxnSpLocks/>
          </p:cNvCxnSpPr>
          <p:nvPr/>
        </p:nvCxnSpPr>
        <p:spPr>
          <a:xfrm>
            <a:off x="715000" y="7241469"/>
            <a:ext cx="289906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5B599EF-F069-8A8F-E7C0-BED9277C2445}"/>
              </a:ext>
            </a:extLst>
          </p:cNvPr>
          <p:cNvCxnSpPr>
            <a:cxnSpLocks/>
          </p:cNvCxnSpPr>
          <p:nvPr/>
        </p:nvCxnSpPr>
        <p:spPr>
          <a:xfrm flipV="1">
            <a:off x="1244472" y="5026092"/>
            <a:ext cx="0" cy="291957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D735D7F2-6CC7-5030-817A-D3224C2A60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7344876"/>
            <a:ext cx="193188" cy="203267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7FC6888-DDDA-D605-1100-CEBDC6F0B48F}"/>
              </a:ext>
            </a:extLst>
          </p:cNvPr>
          <p:cNvCxnSpPr/>
          <p:nvPr/>
        </p:nvCxnSpPr>
        <p:spPr>
          <a:xfrm>
            <a:off x="1243728" y="7239689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EB27FFE-242B-5E55-CC09-2E2B42666FE0}"/>
              </a:ext>
            </a:extLst>
          </p:cNvPr>
          <p:cNvCxnSpPr>
            <a:cxnSpLocks/>
          </p:cNvCxnSpPr>
          <p:nvPr/>
        </p:nvCxnSpPr>
        <p:spPr>
          <a:xfrm flipV="1">
            <a:off x="1244356" y="5478991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8B1E4CD-44A7-70AD-2FFC-B82B5651A983}"/>
              </a:ext>
            </a:extLst>
          </p:cNvPr>
          <p:cNvCxnSpPr>
            <a:cxnSpLocks/>
          </p:cNvCxnSpPr>
          <p:nvPr/>
        </p:nvCxnSpPr>
        <p:spPr>
          <a:xfrm>
            <a:off x="1243728" y="7237364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9EAA676-10C3-CC96-4CBB-5C12F942A012}"/>
              </a:ext>
            </a:extLst>
          </p:cNvPr>
          <p:cNvCxnSpPr>
            <a:cxnSpLocks/>
          </p:cNvCxnSpPr>
          <p:nvPr/>
        </p:nvCxnSpPr>
        <p:spPr>
          <a:xfrm>
            <a:off x="1243728" y="5522764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181319F7-9BB5-99C5-1B2C-3923A6CE37FD}"/>
              </a:ext>
            </a:extLst>
          </p:cNvPr>
          <p:cNvCxnSpPr>
            <a:cxnSpLocks/>
          </p:cNvCxnSpPr>
          <p:nvPr/>
        </p:nvCxnSpPr>
        <p:spPr>
          <a:xfrm>
            <a:off x="1243728" y="699242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50E1AB79-BE51-6AA9-81C3-C2E56308A4BB}"/>
              </a:ext>
            </a:extLst>
          </p:cNvPr>
          <p:cNvCxnSpPr>
            <a:cxnSpLocks/>
          </p:cNvCxnSpPr>
          <p:nvPr/>
        </p:nvCxnSpPr>
        <p:spPr>
          <a:xfrm>
            <a:off x="1243728" y="674747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78B283A-CF81-088B-A734-FF12B8230982}"/>
              </a:ext>
            </a:extLst>
          </p:cNvPr>
          <p:cNvCxnSpPr>
            <a:cxnSpLocks/>
          </p:cNvCxnSpPr>
          <p:nvPr/>
        </p:nvCxnSpPr>
        <p:spPr>
          <a:xfrm>
            <a:off x="1243728" y="650253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A2784A0F-2396-3AA3-17AD-91AA236F2FF8}"/>
              </a:ext>
            </a:extLst>
          </p:cNvPr>
          <p:cNvCxnSpPr>
            <a:cxnSpLocks/>
          </p:cNvCxnSpPr>
          <p:nvPr/>
        </p:nvCxnSpPr>
        <p:spPr>
          <a:xfrm>
            <a:off x="1243728" y="625759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4BAFAF8-E80A-1CFC-D06E-452576CFFCF8}"/>
              </a:ext>
            </a:extLst>
          </p:cNvPr>
          <p:cNvCxnSpPr>
            <a:cxnSpLocks/>
          </p:cNvCxnSpPr>
          <p:nvPr/>
        </p:nvCxnSpPr>
        <p:spPr>
          <a:xfrm>
            <a:off x="1243728" y="601264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B2F42F2-0FBC-AD95-BB01-2D63C1C404FE}"/>
              </a:ext>
            </a:extLst>
          </p:cNvPr>
          <p:cNvCxnSpPr>
            <a:cxnSpLocks/>
          </p:cNvCxnSpPr>
          <p:nvPr/>
        </p:nvCxnSpPr>
        <p:spPr>
          <a:xfrm>
            <a:off x="1243728" y="576770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D6FA16F4-C92A-7867-32F5-2C5AAA5D97DA}"/>
              </a:ext>
            </a:extLst>
          </p:cNvPr>
          <p:cNvSpPr/>
          <p:nvPr/>
        </p:nvSpPr>
        <p:spPr>
          <a:xfrm>
            <a:off x="1232478" y="5498507"/>
            <a:ext cx="2788781" cy="1758325"/>
          </a:xfrm>
          <a:prstGeom prst="parallelogram">
            <a:avLst>
              <a:gd name="adj" fmla="val 67455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459A5E7-13E3-AD7C-B42C-CABC2A043549}"/>
              </a:ext>
            </a:extLst>
          </p:cNvPr>
          <p:cNvCxnSpPr>
            <a:cxnSpLocks/>
          </p:cNvCxnSpPr>
          <p:nvPr/>
        </p:nvCxnSpPr>
        <p:spPr>
          <a:xfrm flipH="1">
            <a:off x="2401750" y="5521277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1817FE13-DE73-62FD-20D3-DE8E91C2E270}"/>
              </a:ext>
            </a:extLst>
          </p:cNvPr>
          <p:cNvCxnSpPr>
            <a:cxnSpLocks/>
          </p:cNvCxnSpPr>
          <p:nvPr/>
        </p:nvCxnSpPr>
        <p:spPr>
          <a:xfrm flipH="1">
            <a:off x="1418662" y="6990934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2472D63C-2ABD-3C99-198A-66A78D55922F}"/>
              </a:ext>
            </a:extLst>
          </p:cNvPr>
          <p:cNvCxnSpPr>
            <a:cxnSpLocks/>
          </p:cNvCxnSpPr>
          <p:nvPr/>
        </p:nvCxnSpPr>
        <p:spPr>
          <a:xfrm flipH="1">
            <a:off x="1576140" y="674599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22796E2-BDAC-8F65-126B-75CF65DD1999}"/>
              </a:ext>
            </a:extLst>
          </p:cNvPr>
          <p:cNvCxnSpPr>
            <a:cxnSpLocks/>
          </p:cNvCxnSpPr>
          <p:nvPr/>
        </p:nvCxnSpPr>
        <p:spPr>
          <a:xfrm flipH="1">
            <a:off x="1740114" y="6501046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E853DB7-C664-5204-4541-B0C5FB0DEE26}"/>
              </a:ext>
            </a:extLst>
          </p:cNvPr>
          <p:cNvCxnSpPr>
            <a:cxnSpLocks/>
          </p:cNvCxnSpPr>
          <p:nvPr/>
        </p:nvCxnSpPr>
        <p:spPr>
          <a:xfrm flipH="1">
            <a:off x="1902638" y="6256102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1B6F67DD-3CE8-FC91-94CC-A17189CA4838}"/>
              </a:ext>
            </a:extLst>
          </p:cNvPr>
          <p:cNvCxnSpPr>
            <a:cxnSpLocks/>
          </p:cNvCxnSpPr>
          <p:nvPr/>
        </p:nvCxnSpPr>
        <p:spPr>
          <a:xfrm flipH="1">
            <a:off x="2069053" y="6011160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461B5A6D-807E-C55F-9B81-498DE920987C}"/>
              </a:ext>
            </a:extLst>
          </p:cNvPr>
          <p:cNvCxnSpPr>
            <a:cxnSpLocks/>
          </p:cNvCxnSpPr>
          <p:nvPr/>
        </p:nvCxnSpPr>
        <p:spPr>
          <a:xfrm flipH="1">
            <a:off x="2226419" y="5766218"/>
            <a:ext cx="1595194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>
            <a:extLst>
              <a:ext uri="{FF2B5EF4-FFF2-40B4-BE49-F238E27FC236}">
                <a16:creationId xmlns:a16="http://schemas.microsoft.com/office/drawing/2014/main" id="{A584F130-E7C8-F65F-CC0E-56FF23D8D6DB}"/>
              </a:ext>
            </a:extLst>
          </p:cNvPr>
          <p:cNvSpPr/>
          <p:nvPr/>
        </p:nvSpPr>
        <p:spPr>
          <a:xfrm flipH="1">
            <a:off x="3256926" y="5834858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F1B8867B-E9AC-74BC-4985-71069ED90CB1}"/>
              </a:ext>
            </a:extLst>
          </p:cNvPr>
          <p:cNvCxnSpPr>
            <a:cxnSpLocks/>
          </p:cNvCxnSpPr>
          <p:nvPr/>
        </p:nvCxnSpPr>
        <p:spPr>
          <a:xfrm>
            <a:off x="4609245" y="7237367"/>
            <a:ext cx="376190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箭头连接符 94">
            <a:extLst>
              <a:ext uri="{FF2B5EF4-FFF2-40B4-BE49-F238E27FC236}">
                <a16:creationId xmlns:a16="http://schemas.microsoft.com/office/drawing/2014/main" id="{90491888-2260-908F-C05A-6BBE528ED111}"/>
              </a:ext>
            </a:extLst>
          </p:cNvPr>
          <p:cNvCxnSpPr>
            <a:cxnSpLocks/>
          </p:cNvCxnSpPr>
          <p:nvPr/>
        </p:nvCxnSpPr>
        <p:spPr>
          <a:xfrm flipV="1">
            <a:off x="5138693" y="5021996"/>
            <a:ext cx="0" cy="29236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图片 9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DDE4BC0-ECA2-562B-082B-A7C45C64E63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21" y="7340775"/>
            <a:ext cx="193188" cy="203267"/>
          </a:xfrm>
          <a:prstGeom prst="rect">
            <a:avLst/>
          </a:prstGeom>
        </p:spPr>
      </p:pic>
      <p:sp>
        <p:nvSpPr>
          <p:cNvPr id="99" name="矩形 98">
            <a:extLst>
              <a:ext uri="{FF2B5EF4-FFF2-40B4-BE49-F238E27FC236}">
                <a16:creationId xmlns:a16="http://schemas.microsoft.com/office/drawing/2014/main" id="{241C345F-ED69-FB68-0236-76DF415B7FF7}"/>
              </a:ext>
            </a:extLst>
          </p:cNvPr>
          <p:cNvSpPr/>
          <p:nvPr/>
        </p:nvSpPr>
        <p:spPr>
          <a:xfrm>
            <a:off x="5137950" y="550171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1388F0CE-734C-0612-C8DF-F30013909A62}"/>
              </a:ext>
            </a:extLst>
          </p:cNvPr>
          <p:cNvCxnSpPr/>
          <p:nvPr/>
        </p:nvCxnSpPr>
        <p:spPr>
          <a:xfrm>
            <a:off x="5137950" y="7235587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F48FA9BF-3111-2050-5778-0677958D5DE5}"/>
              </a:ext>
            </a:extLst>
          </p:cNvPr>
          <p:cNvCxnSpPr>
            <a:cxnSpLocks/>
          </p:cNvCxnSpPr>
          <p:nvPr/>
        </p:nvCxnSpPr>
        <p:spPr>
          <a:xfrm flipV="1">
            <a:off x="5143022" y="5474889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A88448A0-8526-9C4E-C825-5E3D92150EEB}"/>
              </a:ext>
            </a:extLst>
          </p:cNvPr>
          <p:cNvCxnSpPr>
            <a:cxnSpLocks/>
          </p:cNvCxnSpPr>
          <p:nvPr/>
        </p:nvCxnSpPr>
        <p:spPr>
          <a:xfrm>
            <a:off x="5137952" y="7233260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C8B3C23C-8866-B204-5B3E-5C0AE550E17F}"/>
              </a:ext>
            </a:extLst>
          </p:cNvPr>
          <p:cNvCxnSpPr>
            <a:cxnSpLocks/>
          </p:cNvCxnSpPr>
          <p:nvPr/>
        </p:nvCxnSpPr>
        <p:spPr>
          <a:xfrm>
            <a:off x="5143663" y="551866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E7CF5DF1-A7F5-BE72-2717-84951DDE0BB9}"/>
              </a:ext>
            </a:extLst>
          </p:cNvPr>
          <p:cNvCxnSpPr>
            <a:cxnSpLocks/>
          </p:cNvCxnSpPr>
          <p:nvPr/>
        </p:nvCxnSpPr>
        <p:spPr>
          <a:xfrm>
            <a:off x="5137952" y="625348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E149C8E1-BD82-2DD5-23A9-B8DEEBF862CF}"/>
              </a:ext>
            </a:extLst>
          </p:cNvPr>
          <p:cNvCxnSpPr>
            <a:cxnSpLocks/>
          </p:cNvCxnSpPr>
          <p:nvPr/>
        </p:nvCxnSpPr>
        <p:spPr>
          <a:xfrm>
            <a:off x="5143663" y="6008547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连接符 123">
            <a:extLst>
              <a:ext uri="{FF2B5EF4-FFF2-40B4-BE49-F238E27FC236}">
                <a16:creationId xmlns:a16="http://schemas.microsoft.com/office/drawing/2014/main" id="{A2371DE7-9BF3-F365-C361-A065138BD813}"/>
              </a:ext>
            </a:extLst>
          </p:cNvPr>
          <p:cNvCxnSpPr>
            <a:cxnSpLocks/>
          </p:cNvCxnSpPr>
          <p:nvPr/>
        </p:nvCxnSpPr>
        <p:spPr>
          <a:xfrm>
            <a:off x="5143663" y="576360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椭圆 124">
            <a:extLst>
              <a:ext uri="{FF2B5EF4-FFF2-40B4-BE49-F238E27FC236}">
                <a16:creationId xmlns:a16="http://schemas.microsoft.com/office/drawing/2014/main" id="{3D83CDAF-75A7-8430-90C5-E3846EC6E851}"/>
              </a:ext>
            </a:extLst>
          </p:cNvPr>
          <p:cNvSpPr/>
          <p:nvPr/>
        </p:nvSpPr>
        <p:spPr>
          <a:xfrm>
            <a:off x="6278122" y="5832543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51A7A26-3B54-5E59-BCB0-E4979CAD8E56}"/>
              </a:ext>
            </a:extLst>
          </p:cNvPr>
          <p:cNvCxnSpPr>
            <a:cxnSpLocks/>
          </p:cNvCxnSpPr>
          <p:nvPr/>
        </p:nvCxnSpPr>
        <p:spPr>
          <a:xfrm flipV="1">
            <a:off x="1238648" y="5518690"/>
            <a:ext cx="1163448" cy="174137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椭圆 22">
            <a:extLst>
              <a:ext uri="{FF2B5EF4-FFF2-40B4-BE49-F238E27FC236}">
                <a16:creationId xmlns:a16="http://schemas.microsoft.com/office/drawing/2014/main" id="{DD5A1BD7-9FB0-5E91-5DEF-9FE820CEB075}"/>
              </a:ext>
            </a:extLst>
          </p:cNvPr>
          <p:cNvSpPr/>
          <p:nvPr/>
        </p:nvSpPr>
        <p:spPr>
          <a:xfrm>
            <a:off x="2383902" y="5836645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5285791-7435-C992-6353-8CD7FD85E6F0}"/>
              </a:ext>
            </a:extLst>
          </p:cNvPr>
          <p:cNvCxnSpPr>
            <a:cxnSpLocks/>
          </p:cNvCxnSpPr>
          <p:nvPr/>
        </p:nvCxnSpPr>
        <p:spPr>
          <a:xfrm>
            <a:off x="1228512" y="7239683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矩形 131">
            <a:extLst>
              <a:ext uri="{FF2B5EF4-FFF2-40B4-BE49-F238E27FC236}">
                <a16:creationId xmlns:a16="http://schemas.microsoft.com/office/drawing/2014/main" id="{A867AA9B-E174-BCA7-C5E4-79A9B2A8B2E2}"/>
              </a:ext>
            </a:extLst>
          </p:cNvPr>
          <p:cNvSpPr/>
          <p:nvPr/>
        </p:nvSpPr>
        <p:spPr>
          <a:xfrm flipH="1">
            <a:off x="5145469" y="6230966"/>
            <a:ext cx="2870772" cy="100401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33" name="直接连接符 132">
            <a:extLst>
              <a:ext uri="{FF2B5EF4-FFF2-40B4-BE49-F238E27FC236}">
                <a16:creationId xmlns:a16="http://schemas.microsoft.com/office/drawing/2014/main" id="{B360B98A-1D58-122A-FC77-B60545350AE6}"/>
              </a:ext>
            </a:extLst>
          </p:cNvPr>
          <p:cNvCxnSpPr>
            <a:cxnSpLocks/>
          </p:cNvCxnSpPr>
          <p:nvPr/>
        </p:nvCxnSpPr>
        <p:spPr>
          <a:xfrm flipH="1">
            <a:off x="5130328" y="6253489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09124116-79BE-BABD-2ACB-BD42CC625452}"/>
              </a:ext>
            </a:extLst>
          </p:cNvPr>
          <p:cNvCxnSpPr>
            <a:cxnSpLocks/>
          </p:cNvCxnSpPr>
          <p:nvPr/>
        </p:nvCxnSpPr>
        <p:spPr>
          <a:xfrm>
            <a:off x="5122733" y="7236143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A6EDFEFA-3C9E-2DA6-3A71-701F639DA900}"/>
              </a:ext>
            </a:extLst>
          </p:cNvPr>
          <p:cNvCxnSpPr>
            <a:cxnSpLocks/>
          </p:cNvCxnSpPr>
          <p:nvPr/>
        </p:nvCxnSpPr>
        <p:spPr>
          <a:xfrm flipV="1">
            <a:off x="5137848" y="6247801"/>
            <a:ext cx="0" cy="101588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71DDDC78-282E-ED52-AAA6-F2E1683E7302}"/>
              </a:ext>
            </a:extLst>
          </p:cNvPr>
          <p:cNvCxnSpPr>
            <a:cxnSpLocks/>
          </p:cNvCxnSpPr>
          <p:nvPr/>
        </p:nvCxnSpPr>
        <p:spPr>
          <a:xfrm>
            <a:off x="5122708" y="7237660"/>
            <a:ext cx="2893538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椭圆 137">
            <a:extLst>
              <a:ext uri="{FF2B5EF4-FFF2-40B4-BE49-F238E27FC236}">
                <a16:creationId xmlns:a16="http://schemas.microsoft.com/office/drawing/2014/main" id="{3A98F1C8-B880-6A25-7AAC-12E940B6DA90}"/>
              </a:ext>
            </a:extLst>
          </p:cNvPr>
          <p:cNvSpPr/>
          <p:nvPr/>
        </p:nvSpPr>
        <p:spPr>
          <a:xfrm>
            <a:off x="7461146" y="6402508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1D153769-6F52-1F34-42A6-91710E4AB0BF}"/>
              </a:ext>
            </a:extLst>
          </p:cNvPr>
          <p:cNvCxnSpPr>
            <a:cxnSpLocks/>
          </p:cNvCxnSpPr>
          <p:nvPr/>
        </p:nvCxnSpPr>
        <p:spPr>
          <a:xfrm flipH="1">
            <a:off x="5130328" y="6531940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73215400-7EAD-EE56-F237-876B8D30E08E}"/>
              </a:ext>
            </a:extLst>
          </p:cNvPr>
          <p:cNvCxnSpPr>
            <a:cxnSpLocks/>
          </p:cNvCxnSpPr>
          <p:nvPr/>
        </p:nvCxnSpPr>
        <p:spPr>
          <a:xfrm flipH="1">
            <a:off x="5130328" y="6671167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3754795-1D45-1660-DCEE-B2225FE0D666}"/>
              </a:ext>
            </a:extLst>
          </p:cNvPr>
          <p:cNvCxnSpPr>
            <a:cxnSpLocks/>
          </p:cNvCxnSpPr>
          <p:nvPr/>
        </p:nvCxnSpPr>
        <p:spPr>
          <a:xfrm flipH="1">
            <a:off x="5130328" y="6810391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CF111FF2-7A1D-3FF2-DE25-3FFC6C2B72F6}"/>
              </a:ext>
            </a:extLst>
          </p:cNvPr>
          <p:cNvCxnSpPr>
            <a:cxnSpLocks/>
          </p:cNvCxnSpPr>
          <p:nvPr/>
        </p:nvCxnSpPr>
        <p:spPr>
          <a:xfrm flipH="1">
            <a:off x="5125247" y="6392714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39592B90-6FC1-0234-4238-76616302AD10}"/>
              </a:ext>
            </a:extLst>
          </p:cNvPr>
          <p:cNvCxnSpPr>
            <a:cxnSpLocks/>
          </p:cNvCxnSpPr>
          <p:nvPr/>
        </p:nvCxnSpPr>
        <p:spPr>
          <a:xfrm flipH="1">
            <a:off x="5130328" y="6949619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8724F56E-B5E3-9C40-6CDD-6BE5E155E3DF}"/>
              </a:ext>
            </a:extLst>
          </p:cNvPr>
          <p:cNvCxnSpPr>
            <a:cxnSpLocks/>
          </p:cNvCxnSpPr>
          <p:nvPr/>
        </p:nvCxnSpPr>
        <p:spPr>
          <a:xfrm flipH="1">
            <a:off x="5130328" y="7088844"/>
            <a:ext cx="2878292" cy="0"/>
          </a:xfrm>
          <a:prstGeom prst="line">
            <a:avLst/>
          </a:prstGeom>
          <a:ln w="2540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26BA1E42-2F8D-4A32-8093-1C6EB0D35F88}"/>
              </a:ext>
            </a:extLst>
          </p:cNvPr>
          <p:cNvCxnSpPr>
            <a:cxnSpLocks/>
          </p:cNvCxnSpPr>
          <p:nvPr/>
        </p:nvCxnSpPr>
        <p:spPr>
          <a:xfrm>
            <a:off x="8906965" y="7232174"/>
            <a:ext cx="320884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04AFF76-65D8-0075-1E8A-B076D3CB0454}"/>
              </a:ext>
            </a:extLst>
          </p:cNvPr>
          <p:cNvCxnSpPr>
            <a:cxnSpLocks/>
          </p:cNvCxnSpPr>
          <p:nvPr/>
        </p:nvCxnSpPr>
        <p:spPr>
          <a:xfrm flipV="1">
            <a:off x="9436436" y="5016827"/>
            <a:ext cx="0" cy="292886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4" name="图片 15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7E3FC4CB-9E2A-BE0B-E723-74DD079BBF1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64" y="7335581"/>
            <a:ext cx="193188" cy="203267"/>
          </a:xfrm>
          <a:prstGeom prst="rect">
            <a:avLst/>
          </a:prstGeom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35F70BC3-3DC3-48EC-FB22-E10C9397BFF3}"/>
              </a:ext>
            </a:extLst>
          </p:cNvPr>
          <p:cNvSpPr/>
          <p:nvPr/>
        </p:nvSpPr>
        <p:spPr>
          <a:xfrm>
            <a:off x="9435694" y="5496520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D6F4888C-7923-DE07-6B59-435AE0876400}"/>
              </a:ext>
            </a:extLst>
          </p:cNvPr>
          <p:cNvCxnSpPr/>
          <p:nvPr/>
        </p:nvCxnSpPr>
        <p:spPr>
          <a:xfrm>
            <a:off x="9435692" y="7230394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2981EB7D-DE3F-E05E-0EFF-1091FD0931AC}"/>
              </a:ext>
            </a:extLst>
          </p:cNvPr>
          <p:cNvCxnSpPr>
            <a:cxnSpLocks/>
          </p:cNvCxnSpPr>
          <p:nvPr/>
        </p:nvCxnSpPr>
        <p:spPr>
          <a:xfrm flipV="1">
            <a:off x="9440128" y="5469696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B01FBFE0-6AC3-1E7B-9D24-71D723777042}"/>
              </a:ext>
            </a:extLst>
          </p:cNvPr>
          <p:cNvCxnSpPr>
            <a:cxnSpLocks/>
          </p:cNvCxnSpPr>
          <p:nvPr/>
        </p:nvCxnSpPr>
        <p:spPr>
          <a:xfrm>
            <a:off x="9420475" y="7230388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2F2E1CD9-0520-DE50-826A-55C59287B6C3}"/>
              </a:ext>
            </a:extLst>
          </p:cNvPr>
          <p:cNvCxnSpPr>
            <a:cxnSpLocks/>
          </p:cNvCxnSpPr>
          <p:nvPr/>
        </p:nvCxnSpPr>
        <p:spPr>
          <a:xfrm>
            <a:off x="9435691" y="551346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3934F6BB-964C-5138-C63D-8F880218C680}"/>
              </a:ext>
            </a:extLst>
          </p:cNvPr>
          <p:cNvCxnSpPr>
            <a:cxnSpLocks/>
          </p:cNvCxnSpPr>
          <p:nvPr/>
        </p:nvCxnSpPr>
        <p:spPr>
          <a:xfrm>
            <a:off x="9435691" y="698312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连接符 163">
            <a:extLst>
              <a:ext uri="{FF2B5EF4-FFF2-40B4-BE49-F238E27FC236}">
                <a16:creationId xmlns:a16="http://schemas.microsoft.com/office/drawing/2014/main" id="{25B6AB80-CFDC-70B0-9F24-CF5B10F34C7A}"/>
              </a:ext>
            </a:extLst>
          </p:cNvPr>
          <p:cNvCxnSpPr>
            <a:cxnSpLocks/>
          </p:cNvCxnSpPr>
          <p:nvPr/>
        </p:nvCxnSpPr>
        <p:spPr>
          <a:xfrm>
            <a:off x="9435691" y="6738184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E4B9E2E8-1BD0-EF52-0796-9541ADD56C41}"/>
              </a:ext>
            </a:extLst>
          </p:cNvPr>
          <p:cNvCxnSpPr>
            <a:cxnSpLocks/>
          </p:cNvCxnSpPr>
          <p:nvPr/>
        </p:nvCxnSpPr>
        <p:spPr>
          <a:xfrm>
            <a:off x="9435691" y="649324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2C80CE6C-3933-310C-699D-5F3511F85D4A}"/>
              </a:ext>
            </a:extLst>
          </p:cNvPr>
          <p:cNvCxnSpPr>
            <a:cxnSpLocks/>
          </p:cNvCxnSpPr>
          <p:nvPr/>
        </p:nvCxnSpPr>
        <p:spPr>
          <a:xfrm>
            <a:off x="9435691" y="624829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FFEDDAD1-5C7B-BC02-3F62-ED9FF61FC7FB}"/>
              </a:ext>
            </a:extLst>
          </p:cNvPr>
          <p:cNvCxnSpPr>
            <a:cxnSpLocks/>
          </p:cNvCxnSpPr>
          <p:nvPr/>
        </p:nvCxnSpPr>
        <p:spPr>
          <a:xfrm>
            <a:off x="9435691" y="6003354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A06ABE5E-9175-9686-7A31-5C1C403E887B}"/>
              </a:ext>
            </a:extLst>
          </p:cNvPr>
          <p:cNvCxnSpPr>
            <a:cxnSpLocks/>
          </p:cNvCxnSpPr>
          <p:nvPr/>
        </p:nvCxnSpPr>
        <p:spPr>
          <a:xfrm>
            <a:off x="9435691" y="575841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0188C10C-60F2-3633-7F8B-B3FDDDA15047}"/>
              </a:ext>
            </a:extLst>
          </p:cNvPr>
          <p:cNvCxnSpPr>
            <a:cxnSpLocks/>
          </p:cNvCxnSpPr>
          <p:nvPr/>
        </p:nvCxnSpPr>
        <p:spPr>
          <a:xfrm>
            <a:off x="9420450" y="7229313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弧形 3">
            <a:extLst>
              <a:ext uri="{FF2B5EF4-FFF2-40B4-BE49-F238E27FC236}">
                <a16:creationId xmlns:a16="http://schemas.microsoft.com/office/drawing/2014/main" id="{5CC38158-2933-2FBD-9097-2DE891BA62B1}"/>
              </a:ext>
            </a:extLst>
          </p:cNvPr>
          <p:cNvSpPr/>
          <p:nvPr/>
        </p:nvSpPr>
        <p:spPr>
          <a:xfrm rot="20584892">
            <a:off x="706371" y="6850359"/>
            <a:ext cx="838370" cy="453496"/>
          </a:xfrm>
          <a:prstGeom prst="arc">
            <a:avLst>
              <a:gd name="adj1" fmla="val 18993039"/>
              <a:gd name="adj2" fmla="val 20807300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B91C5A3E-0ADC-6D9F-7C28-BB47731AB6A9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1" y="6576243"/>
            <a:ext cx="117594" cy="199907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84BEA3A-9DCA-A445-D2AA-828DF4F3013E}"/>
              </a:ext>
            </a:extLst>
          </p:cNvPr>
          <p:cNvCxnSpPr>
            <a:cxnSpLocks/>
          </p:cNvCxnSpPr>
          <p:nvPr/>
        </p:nvCxnSpPr>
        <p:spPr>
          <a:xfrm flipV="1">
            <a:off x="9437590" y="7088868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\documentclass{article}&#10;\usepackage{amsmath}&#10;\pagestyle{empty}&#10;\begin{document}&#10;&#10;$$&#10;(3)~&#10;\begin{cases}&#10;        y_1 = 1 \cdot x_1 + \tan \theta \cdot x_2\\&#10;        y_2 = 0 \cdot x_1 + ~~~~~1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278258C3-8543-A362-7A62-4C1386056FD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08" y="8175876"/>
            <a:ext cx="3356426" cy="836593"/>
          </a:xfrm>
          <a:prstGeom prst="rect">
            <a:avLst/>
          </a:prstGeom>
        </p:spPr>
      </p:pic>
      <p:pic>
        <p:nvPicPr>
          <p:cNvPr id="45" name="图片 44" descr="\documentclass{article}&#10;\usepackage{amsmath}&#10;\pagestyle{empty}&#10;\begin{document}&#10;&#10;$$&#10;(4)~&#10;\begin{cases}&#10;        y_1 = k_1 \cdot x_1 + ~ \, 0 \cdot x_2\\&#10;        y_2 = \, ~0 \cdot x_1 + k_2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91AF6EA7-2E28-E9B3-FE13-5B3B857DF41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514" y="8175877"/>
            <a:ext cx="3161558" cy="836593"/>
          </a:xfrm>
          <a:prstGeom prst="rect">
            <a:avLst/>
          </a:prstGeom>
        </p:spPr>
      </p:pic>
      <p:pic>
        <p:nvPicPr>
          <p:cNvPr id="47" name="图片 46" descr="\documentclass{article}&#10;\usepackage{amsmath}&#10;\pagestyle{empty}&#10;\begin{document}&#10;&#10;$$&#10;(5)~&#10;\begin{cases}&#10;        y_1 = (1 + \cot \theta) \cdot x_1 + 0 \cdot x_2\\&#10;        y_2 = ~~~~~~~~~~~~ 0 \cdot x_2 + 0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6A90C3BD-63A3-B628-F423-8F422FA3032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143" y="8170021"/>
            <a:ext cx="4008219" cy="836593"/>
          </a:xfrm>
          <a:prstGeom prst="rect">
            <a:avLst/>
          </a:prstGeom>
        </p:spPr>
      </p:pic>
      <p:sp>
        <p:nvSpPr>
          <p:cNvPr id="169" name="椭圆 168">
            <a:extLst>
              <a:ext uri="{FF2B5EF4-FFF2-40B4-BE49-F238E27FC236}">
                <a16:creationId xmlns:a16="http://schemas.microsoft.com/office/drawing/2014/main" id="{0BE77450-61D1-F7E6-DDF2-9261552442F3}"/>
              </a:ext>
            </a:extLst>
          </p:cNvPr>
          <p:cNvSpPr/>
          <p:nvPr/>
        </p:nvSpPr>
        <p:spPr>
          <a:xfrm>
            <a:off x="10575862" y="5827349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262" name="椭圆 261">
            <a:extLst>
              <a:ext uri="{FF2B5EF4-FFF2-40B4-BE49-F238E27FC236}">
                <a16:creationId xmlns:a16="http://schemas.microsoft.com/office/drawing/2014/main" id="{228F52E5-038D-4BF0-CDB4-DA6475E3B529}"/>
              </a:ext>
            </a:extLst>
          </p:cNvPr>
          <p:cNvSpPr/>
          <p:nvPr/>
        </p:nvSpPr>
        <p:spPr>
          <a:xfrm>
            <a:off x="11166085" y="7149687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73BA21D0-FAEC-9EFD-7871-51EAD57861CD}"/>
              </a:ext>
            </a:extLst>
          </p:cNvPr>
          <p:cNvCxnSpPr>
            <a:cxnSpLocks/>
          </p:cNvCxnSpPr>
          <p:nvPr/>
        </p:nvCxnSpPr>
        <p:spPr>
          <a:xfrm>
            <a:off x="10275251" y="5044896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弧形 76">
            <a:extLst>
              <a:ext uri="{FF2B5EF4-FFF2-40B4-BE49-F238E27FC236}">
                <a16:creationId xmlns:a16="http://schemas.microsoft.com/office/drawing/2014/main" id="{42C46517-F9F4-03A8-F61A-EE5375D24AD7}"/>
              </a:ext>
            </a:extLst>
          </p:cNvPr>
          <p:cNvSpPr/>
          <p:nvPr/>
        </p:nvSpPr>
        <p:spPr>
          <a:xfrm rot="21192649" flipH="1">
            <a:off x="10206601" y="5203546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8" name="图片 77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83A7F4DE-10FC-3317-6241-730EC07ACDB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611" y="5162689"/>
            <a:ext cx="117594" cy="19990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83CC885B-2D4B-F21C-3934-2BC641C7AE37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5191" y="6000584"/>
            <a:ext cx="855064" cy="280541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FA5EDB42-AD8D-FD47-F2B7-BCF8A840A71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034" y="5749847"/>
            <a:ext cx="855064" cy="280541"/>
          </a:xfrm>
          <a:prstGeom prst="rect">
            <a:avLst/>
          </a:prstGeom>
        </p:spPr>
      </p:pic>
      <p:pic>
        <p:nvPicPr>
          <p:cNvPr id="26" name="图片 2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877F8C3E-2825-22A2-FBDB-483FEBC55368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04" y="5749675"/>
            <a:ext cx="855064" cy="280541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0E99EA4D-B20C-3BF0-3A0A-2EC84849A905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438" y="6003378"/>
            <a:ext cx="809709" cy="280541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A3B46727-7D95-0D3B-CB4A-364CCF55BE4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538" y="6042587"/>
            <a:ext cx="809709" cy="280541"/>
          </a:xfrm>
          <a:prstGeom prst="rect">
            <a:avLst/>
          </a:prstGeom>
        </p:spPr>
      </p:pic>
      <p:pic>
        <p:nvPicPr>
          <p:cNvPr id="29" name="图片 28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D8C5DAC9-251B-F878-2E39-9C7B67621536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58" y="7290812"/>
            <a:ext cx="809709" cy="280541"/>
          </a:xfrm>
          <a:prstGeom prst="rect">
            <a:avLst/>
          </a:prstGeom>
        </p:spPr>
      </p:pic>
      <p:pic>
        <p:nvPicPr>
          <p:cNvPr id="30" name="图片 2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B3F3C1B4-B574-6BD6-DD25-ACC4F1DE84E5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559" y="7364173"/>
            <a:ext cx="245264" cy="164632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6D7E422-DF49-54F3-CBAE-7D7B09E32B1B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483" y="7354880"/>
            <a:ext cx="245264" cy="164632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073EDD9C-A157-FF30-4F2D-E90C730538BF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426" y="7354992"/>
            <a:ext cx="245264" cy="164632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D62245A-D3CD-408B-56FC-480DF53F3CD1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49" y="4934488"/>
            <a:ext cx="251987" cy="164632"/>
          </a:xfrm>
          <a:prstGeom prst="rect">
            <a:avLst/>
          </a:prstGeom>
        </p:spPr>
      </p:pic>
      <p:pic>
        <p:nvPicPr>
          <p:cNvPr id="40" name="图片 39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0A01554-2686-2484-2449-9EB3410552E0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55" y="4934488"/>
            <a:ext cx="251987" cy="164632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FF1749EF-7999-2B4A-45B6-0768D08663D2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97" y="4933668"/>
            <a:ext cx="251987" cy="1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9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13C80-F178-9426-AF7F-1C9959B69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C58E5565-95C6-E378-0609-3A3F9FD02D8B}"/>
              </a:ext>
            </a:extLst>
          </p:cNvPr>
          <p:cNvGrpSpPr/>
          <p:nvPr/>
        </p:nvGrpSpPr>
        <p:grpSpPr>
          <a:xfrm>
            <a:off x="350494" y="2892206"/>
            <a:ext cx="2811908" cy="2899159"/>
            <a:chOff x="350494" y="2892206"/>
            <a:chExt cx="2811908" cy="2899159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460D8A1A-4D88-94C1-B075-1B25312AB6C1}"/>
                </a:ext>
              </a:extLst>
            </p:cNvPr>
            <p:cNvCxnSpPr>
              <a:cxnSpLocks/>
            </p:cNvCxnSpPr>
            <p:nvPr/>
          </p:nvCxnSpPr>
          <p:spPr>
            <a:xfrm>
              <a:off x="350494" y="518989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569AF951-98E5-54C2-F325-B504A53B6B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955" y="2974540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5F7D005F-4F87-EF44-6CCC-51FB4F619221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183" y="5293299"/>
              <a:ext cx="193188" cy="203267"/>
            </a:xfrm>
            <a:prstGeom prst="rect">
              <a:avLst/>
            </a:prstGeom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B1102466-FCAD-7E97-A9DF-1A0959DE3222}"/>
                </a:ext>
              </a:extLst>
            </p:cNvPr>
            <p:cNvSpPr/>
            <p:nvPr/>
          </p:nvSpPr>
          <p:spPr>
            <a:xfrm>
              <a:off x="879213" y="3454238"/>
              <a:ext cx="1622924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40B7C296-FABC-E7A3-F9D0-EB16FA8ACFBD}"/>
                </a:ext>
              </a:extLst>
            </p:cNvPr>
            <p:cNvCxnSpPr/>
            <p:nvPr/>
          </p:nvCxnSpPr>
          <p:spPr>
            <a:xfrm>
              <a:off x="879210" y="5188114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8C1BB719-1A70-5E74-36EE-02508E9BF9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9203" y="3427415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EB8F5082-4F31-CA2D-419D-5D25B8CA587C}"/>
                </a:ext>
              </a:extLst>
            </p:cNvPr>
            <p:cNvCxnSpPr>
              <a:cxnSpLocks/>
            </p:cNvCxnSpPr>
            <p:nvPr/>
          </p:nvCxnSpPr>
          <p:spPr>
            <a:xfrm>
              <a:off x="863993" y="5188107"/>
              <a:ext cx="1638165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41F47CE-363A-0751-1D67-467C3E99E026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518578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96C22021-555E-9EA6-00E9-C00ABE0C1F6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471189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C255B691-A64C-1AB4-15EF-89D014385C6C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940844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C6031ED-B042-D780-9A8D-64450270F385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69590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E16BFE60-3CF5-7143-FE7A-B33CA79D36E9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45095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595CDE37-4D1A-8D4C-2AC7-AF8C582C297F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4206015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13003E44-237E-DAC7-45E4-C25B15D640B7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961073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F51466D0-AD9D-2172-19C9-AAF99CE4036A}"/>
                </a:ext>
              </a:extLst>
            </p:cNvPr>
            <p:cNvCxnSpPr>
              <a:cxnSpLocks/>
            </p:cNvCxnSpPr>
            <p:nvPr/>
          </p:nvCxnSpPr>
          <p:spPr>
            <a:xfrm>
              <a:off x="879210" y="3716131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7EEDB3C6-8A79-A463-6019-7FA47C1F344C}"/>
                </a:ext>
              </a:extLst>
            </p:cNvPr>
            <p:cNvSpPr/>
            <p:nvPr/>
          </p:nvSpPr>
          <p:spPr>
            <a:xfrm>
              <a:off x="2019385" y="3785069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pic>
          <p:nvPicPr>
            <p:cNvPr id="58" name="图片 57" descr="\documentclass{article}&#10;\usepackage{amsmath}&#10;\pagestyle{empty}&#10;\begin{document}&#10;&#10;$(x_1,x_2)$&#10;&#10;&#10;\end{document}" title="IguanaTex Bitmap Display">
              <a:extLst>
                <a:ext uri="{FF2B5EF4-FFF2-40B4-BE49-F238E27FC236}">
                  <a16:creationId xmlns:a16="http://schemas.microsoft.com/office/drawing/2014/main" id="{B013AEE1-8E3C-DF7A-733C-FEEE6385FB62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4559" y="3691352"/>
              <a:ext cx="855064" cy="280541"/>
            </a:xfrm>
            <a:prstGeom prst="rect">
              <a:avLst/>
            </a:prstGeom>
          </p:spPr>
        </p:pic>
        <p:pic>
          <p:nvPicPr>
            <p:cNvPr id="59" name="图片 58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76430171-77CC-F63C-F94F-9BAB385D777F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7138" y="5331916"/>
              <a:ext cx="245264" cy="164632"/>
            </a:xfrm>
            <a:prstGeom prst="rect">
              <a:avLst/>
            </a:prstGeom>
          </p:spPr>
        </p:pic>
        <p:pic>
          <p:nvPicPr>
            <p:cNvPr id="60" name="图片 59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7D9C08AE-0FBC-E788-18F8-02A20252D501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9795" y="2892206"/>
              <a:ext cx="251987" cy="164632"/>
            </a:xfrm>
            <a:prstGeom prst="rect">
              <a:avLst/>
            </a:prstGeom>
          </p:spPr>
        </p:pic>
      </p:grp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45AED0A5-187F-91C2-BC2D-CF114BDFE0A0}"/>
              </a:ext>
            </a:extLst>
          </p:cNvPr>
          <p:cNvCxnSpPr>
            <a:cxnSpLocks/>
          </p:cNvCxnSpPr>
          <p:nvPr/>
        </p:nvCxnSpPr>
        <p:spPr>
          <a:xfrm>
            <a:off x="3686175" y="7360866"/>
            <a:ext cx="335553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D44046A-691A-AEDE-4768-3AF602900768}"/>
              </a:ext>
            </a:extLst>
          </p:cNvPr>
          <p:cNvCxnSpPr>
            <a:cxnSpLocks/>
          </p:cNvCxnSpPr>
          <p:nvPr/>
        </p:nvCxnSpPr>
        <p:spPr>
          <a:xfrm flipV="1">
            <a:off x="4377382" y="5147947"/>
            <a:ext cx="0" cy="349345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AE3F4EF1-E4EA-2EBF-69F8-641DE38CF0B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9636" y="7484076"/>
            <a:ext cx="245264" cy="164632"/>
          </a:xfrm>
          <a:prstGeom prst="rect">
            <a:avLst/>
          </a:prstGeom>
        </p:spPr>
      </p:pic>
      <p:pic>
        <p:nvPicPr>
          <p:cNvPr id="47" name="图片 46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8509414B-EF95-2835-A50A-A569175ADDE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416" y="5065610"/>
            <a:ext cx="251987" cy="164632"/>
          </a:xfrm>
          <a:prstGeom prst="rect">
            <a:avLst/>
          </a:prstGeom>
        </p:spPr>
      </p:pic>
      <p:sp>
        <p:nvSpPr>
          <p:cNvPr id="69" name="矩形 68">
            <a:extLst>
              <a:ext uri="{FF2B5EF4-FFF2-40B4-BE49-F238E27FC236}">
                <a16:creationId xmlns:a16="http://schemas.microsoft.com/office/drawing/2014/main" id="{310C8209-EF59-0306-A7F6-C2AF0DE6F489}"/>
              </a:ext>
            </a:extLst>
          </p:cNvPr>
          <p:cNvSpPr/>
          <p:nvPr/>
        </p:nvSpPr>
        <p:spPr>
          <a:xfrm>
            <a:off x="4376641" y="5627646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C0B1630-5E1B-386E-6962-E80D65ABD814}"/>
              </a:ext>
            </a:extLst>
          </p:cNvPr>
          <p:cNvCxnSpPr/>
          <p:nvPr/>
        </p:nvCxnSpPr>
        <p:spPr>
          <a:xfrm>
            <a:off x="4214885" y="7359085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51BF693D-68C0-4C53-98C9-52FCDB8A43DB}"/>
              </a:ext>
            </a:extLst>
          </p:cNvPr>
          <p:cNvCxnSpPr>
            <a:cxnSpLocks/>
          </p:cNvCxnSpPr>
          <p:nvPr/>
        </p:nvCxnSpPr>
        <p:spPr>
          <a:xfrm flipV="1">
            <a:off x="4376293" y="5600824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3166C881-C883-8D82-1AEB-95B317332857}"/>
              </a:ext>
            </a:extLst>
          </p:cNvPr>
          <p:cNvCxnSpPr>
            <a:cxnSpLocks/>
          </p:cNvCxnSpPr>
          <p:nvPr/>
        </p:nvCxnSpPr>
        <p:spPr>
          <a:xfrm>
            <a:off x="4199666" y="7359079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2A35B289-8E2B-0B61-DEE5-6184E182F338}"/>
              </a:ext>
            </a:extLst>
          </p:cNvPr>
          <p:cNvCxnSpPr>
            <a:cxnSpLocks/>
          </p:cNvCxnSpPr>
          <p:nvPr/>
        </p:nvCxnSpPr>
        <p:spPr>
          <a:xfrm>
            <a:off x="4376639" y="564459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72D39D25-068F-F468-F1F9-2FDDB72A3E3C}"/>
              </a:ext>
            </a:extLst>
          </p:cNvPr>
          <p:cNvCxnSpPr>
            <a:cxnSpLocks/>
          </p:cNvCxnSpPr>
          <p:nvPr/>
        </p:nvCxnSpPr>
        <p:spPr>
          <a:xfrm>
            <a:off x="4376293" y="710133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F24028B-78D5-917F-E2F8-8BD5BFF36B4B}"/>
              </a:ext>
            </a:extLst>
          </p:cNvPr>
          <p:cNvCxnSpPr>
            <a:cxnSpLocks/>
          </p:cNvCxnSpPr>
          <p:nvPr/>
        </p:nvCxnSpPr>
        <p:spPr>
          <a:xfrm>
            <a:off x="4376639" y="686930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2B7EC995-6344-5F1D-9DE7-3CC4F8478659}"/>
              </a:ext>
            </a:extLst>
          </p:cNvPr>
          <p:cNvCxnSpPr>
            <a:cxnSpLocks/>
          </p:cNvCxnSpPr>
          <p:nvPr/>
        </p:nvCxnSpPr>
        <p:spPr>
          <a:xfrm>
            <a:off x="4376639" y="6624364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3757B82F-9C06-B4A4-3AA2-E0AA59D35F4C}"/>
              </a:ext>
            </a:extLst>
          </p:cNvPr>
          <p:cNvCxnSpPr>
            <a:cxnSpLocks/>
          </p:cNvCxnSpPr>
          <p:nvPr/>
        </p:nvCxnSpPr>
        <p:spPr>
          <a:xfrm>
            <a:off x="4376639" y="637942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FF3F439C-A65F-2046-E2FC-7B8D702D2B32}"/>
              </a:ext>
            </a:extLst>
          </p:cNvPr>
          <p:cNvCxnSpPr>
            <a:cxnSpLocks/>
          </p:cNvCxnSpPr>
          <p:nvPr/>
        </p:nvCxnSpPr>
        <p:spPr>
          <a:xfrm>
            <a:off x="4376639" y="613447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1EE42FAA-A59D-4E2D-6F28-EFCFBC7FA15F}"/>
              </a:ext>
            </a:extLst>
          </p:cNvPr>
          <p:cNvCxnSpPr>
            <a:cxnSpLocks/>
          </p:cNvCxnSpPr>
          <p:nvPr/>
        </p:nvCxnSpPr>
        <p:spPr>
          <a:xfrm>
            <a:off x="4376639" y="588953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椭圆 98">
            <a:extLst>
              <a:ext uri="{FF2B5EF4-FFF2-40B4-BE49-F238E27FC236}">
                <a16:creationId xmlns:a16="http://schemas.microsoft.com/office/drawing/2014/main" id="{C576F74A-574B-06B6-5992-A96F8E2D03A9}"/>
              </a:ext>
            </a:extLst>
          </p:cNvPr>
          <p:cNvSpPr/>
          <p:nvPr/>
        </p:nvSpPr>
        <p:spPr>
          <a:xfrm>
            <a:off x="5516811" y="5958475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118" name="图片 117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471D61F7-F811-939C-CF60-2F7114B1BD11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607" y="7484093"/>
            <a:ext cx="193188" cy="203267"/>
          </a:xfrm>
          <a:prstGeom prst="rect">
            <a:avLst/>
          </a:prstGeom>
        </p:spPr>
      </p:pic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BD8B467C-4F75-0B5A-482E-8A6E2D3C268B}"/>
              </a:ext>
            </a:extLst>
          </p:cNvPr>
          <p:cNvGrpSpPr/>
          <p:nvPr/>
        </p:nvGrpSpPr>
        <p:grpSpPr>
          <a:xfrm rot="3453968">
            <a:off x="4721538" y="6673671"/>
            <a:ext cx="1670084" cy="1770885"/>
            <a:chOff x="4353056" y="5136975"/>
            <a:chExt cx="1670085" cy="1770885"/>
          </a:xfrm>
        </p:grpSpPr>
        <p:grpSp>
          <p:nvGrpSpPr>
            <p:cNvPr id="188" name="组合 187">
              <a:extLst>
                <a:ext uri="{FF2B5EF4-FFF2-40B4-BE49-F238E27FC236}">
                  <a16:creationId xmlns:a16="http://schemas.microsoft.com/office/drawing/2014/main" id="{59AED9E4-D2C0-2D1C-3019-FF761B6F0E01}"/>
                </a:ext>
              </a:extLst>
            </p:cNvPr>
            <p:cNvGrpSpPr/>
            <p:nvPr/>
          </p:nvGrpSpPr>
          <p:grpSpPr>
            <a:xfrm>
              <a:off x="4353056" y="5136975"/>
              <a:ext cx="1670085" cy="1770885"/>
              <a:chOff x="4351238" y="1015426"/>
              <a:chExt cx="2198770" cy="1770885"/>
            </a:xfrm>
          </p:grpSpPr>
          <p:grpSp>
            <p:nvGrpSpPr>
              <p:cNvPr id="189" name="组合 188">
                <a:extLst>
                  <a:ext uri="{FF2B5EF4-FFF2-40B4-BE49-F238E27FC236}">
                    <a16:creationId xmlns:a16="http://schemas.microsoft.com/office/drawing/2014/main" id="{6DA3BDCC-1F02-A948-0F63-F6BA39383214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192" name="矩形 191">
                  <a:extLst>
                    <a:ext uri="{FF2B5EF4-FFF2-40B4-BE49-F238E27FC236}">
                      <a16:creationId xmlns:a16="http://schemas.microsoft.com/office/drawing/2014/main" id="{34101D9C-812B-BEBC-6234-9EA9D27A84C2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193" name="直接连接符 192">
                  <a:extLst>
                    <a:ext uri="{FF2B5EF4-FFF2-40B4-BE49-F238E27FC236}">
                      <a16:creationId xmlns:a16="http://schemas.microsoft.com/office/drawing/2014/main" id="{EA6323A4-12C2-CD03-C486-C76FE59D051B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直接连接符 193">
                  <a:extLst>
                    <a:ext uri="{FF2B5EF4-FFF2-40B4-BE49-F238E27FC236}">
                      <a16:creationId xmlns:a16="http://schemas.microsoft.com/office/drawing/2014/main" id="{1E06C259-A15C-5A91-DEC9-BAAD0C821950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直接连接符 194">
                  <a:extLst>
                    <a:ext uri="{FF2B5EF4-FFF2-40B4-BE49-F238E27FC236}">
                      <a16:creationId xmlns:a16="http://schemas.microsoft.com/office/drawing/2014/main" id="{31A7F659-88CE-CBDC-A4B3-42B3FEAE8666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直接连接符 195">
                  <a:extLst>
                    <a:ext uri="{FF2B5EF4-FFF2-40B4-BE49-F238E27FC236}">
                      <a16:creationId xmlns:a16="http://schemas.microsoft.com/office/drawing/2014/main" id="{E285353B-4370-1F5C-A66B-F4A980311D20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直接连接符 196">
                  <a:extLst>
                    <a:ext uri="{FF2B5EF4-FFF2-40B4-BE49-F238E27FC236}">
                      <a16:creationId xmlns:a16="http://schemas.microsoft.com/office/drawing/2014/main" id="{90D98AD0-40A2-506C-72C8-AAFBC4212F78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直接连接符 197">
                  <a:extLst>
                    <a:ext uri="{FF2B5EF4-FFF2-40B4-BE49-F238E27FC236}">
                      <a16:creationId xmlns:a16="http://schemas.microsoft.com/office/drawing/2014/main" id="{4FA15BA1-4826-B15E-1891-7F3DCFADC5E7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直接连接符 198">
                  <a:extLst>
                    <a:ext uri="{FF2B5EF4-FFF2-40B4-BE49-F238E27FC236}">
                      <a16:creationId xmlns:a16="http://schemas.microsoft.com/office/drawing/2014/main" id="{FB35BAFB-7D4B-B796-FC0C-EFAF751D210F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连接符 199">
                  <a:extLst>
                    <a:ext uri="{FF2B5EF4-FFF2-40B4-BE49-F238E27FC236}">
                      <a16:creationId xmlns:a16="http://schemas.microsoft.com/office/drawing/2014/main" id="{114C6B47-6CAB-2DB7-EDAA-56E55C9C5D4C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0" name="直接箭头连接符 189">
                <a:extLst>
                  <a:ext uri="{FF2B5EF4-FFF2-40B4-BE49-F238E27FC236}">
                    <a16:creationId xmlns:a16="http://schemas.microsoft.com/office/drawing/2014/main" id="{A8B897EA-1D8C-AC88-B80C-D7B43EBB4C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箭头连接符 190">
                <a:extLst>
                  <a:ext uri="{FF2B5EF4-FFF2-40B4-BE49-F238E27FC236}">
                    <a16:creationId xmlns:a16="http://schemas.microsoft.com/office/drawing/2014/main" id="{6DEB6365-E54C-4D10-DD51-3015008C4F7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81F754F6-55BE-4293-DFEC-D96BD0146115}"/>
                </a:ext>
              </a:extLst>
            </p:cNvPr>
            <p:cNvSpPr/>
            <p:nvPr/>
          </p:nvSpPr>
          <p:spPr>
            <a:xfrm rot="18138766">
              <a:off x="5516809" y="5494651"/>
              <a:ext cx="156769" cy="15676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F402ECF8-C1BA-6305-C6F9-963067245425}"/>
              </a:ext>
            </a:extLst>
          </p:cNvPr>
          <p:cNvCxnSpPr>
            <a:cxnSpLocks/>
          </p:cNvCxnSpPr>
          <p:nvPr/>
        </p:nvCxnSpPr>
        <p:spPr>
          <a:xfrm flipV="1">
            <a:off x="8806203" y="5143842"/>
            <a:ext cx="0" cy="349345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" name="图片 20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473F612A-9603-EF9E-5CB7-85A6512A458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237" y="5061507"/>
            <a:ext cx="251987" cy="164632"/>
          </a:xfrm>
          <a:prstGeom prst="rect">
            <a:avLst/>
          </a:prstGeom>
        </p:spPr>
      </p:pic>
      <p:sp>
        <p:nvSpPr>
          <p:cNvPr id="206" name="矩形 205">
            <a:extLst>
              <a:ext uri="{FF2B5EF4-FFF2-40B4-BE49-F238E27FC236}">
                <a16:creationId xmlns:a16="http://schemas.microsoft.com/office/drawing/2014/main" id="{F5312210-D5D0-8CF6-B4F3-483521F5DEAA}"/>
              </a:ext>
            </a:extLst>
          </p:cNvPr>
          <p:cNvSpPr/>
          <p:nvPr/>
        </p:nvSpPr>
        <p:spPr>
          <a:xfrm>
            <a:off x="8805460" y="562354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948D6607-8865-18DA-D96F-E4722E04E3CB}"/>
              </a:ext>
            </a:extLst>
          </p:cNvPr>
          <p:cNvCxnSpPr/>
          <p:nvPr/>
        </p:nvCxnSpPr>
        <p:spPr>
          <a:xfrm>
            <a:off x="8643706" y="7354981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D35E1EE3-2815-D72D-8770-A41DBB7B36C5}"/>
              </a:ext>
            </a:extLst>
          </p:cNvPr>
          <p:cNvCxnSpPr>
            <a:cxnSpLocks/>
          </p:cNvCxnSpPr>
          <p:nvPr/>
        </p:nvCxnSpPr>
        <p:spPr>
          <a:xfrm flipV="1">
            <a:off x="8805112" y="5596719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9DAE432B-7F08-0524-A6E1-239989747D5D}"/>
              </a:ext>
            </a:extLst>
          </p:cNvPr>
          <p:cNvCxnSpPr>
            <a:cxnSpLocks/>
          </p:cNvCxnSpPr>
          <p:nvPr/>
        </p:nvCxnSpPr>
        <p:spPr>
          <a:xfrm>
            <a:off x="8628487" y="7354975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25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8DF3F3EB-6131-13EF-9D70-1F6BE44BC0C2}"/>
              </a:ext>
            </a:extLst>
          </p:cNvPr>
          <p:cNvCxnSpPr>
            <a:cxnSpLocks/>
          </p:cNvCxnSpPr>
          <p:nvPr/>
        </p:nvCxnSpPr>
        <p:spPr>
          <a:xfrm>
            <a:off x="8805458" y="564049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1BA8D302-595D-77B1-966F-A0A9C4E38CE1}"/>
              </a:ext>
            </a:extLst>
          </p:cNvPr>
          <p:cNvCxnSpPr>
            <a:cxnSpLocks/>
          </p:cNvCxnSpPr>
          <p:nvPr/>
        </p:nvCxnSpPr>
        <p:spPr>
          <a:xfrm>
            <a:off x="8825778" y="7101339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F675C137-73AC-190F-F992-20CFE5CD1703}"/>
              </a:ext>
            </a:extLst>
          </p:cNvPr>
          <p:cNvCxnSpPr>
            <a:cxnSpLocks/>
          </p:cNvCxnSpPr>
          <p:nvPr/>
        </p:nvCxnSpPr>
        <p:spPr>
          <a:xfrm>
            <a:off x="8805458" y="686520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AA4A6787-6335-6BC0-2F6B-7C9020C5C86E}"/>
              </a:ext>
            </a:extLst>
          </p:cNvPr>
          <p:cNvCxnSpPr>
            <a:cxnSpLocks/>
          </p:cNvCxnSpPr>
          <p:nvPr/>
        </p:nvCxnSpPr>
        <p:spPr>
          <a:xfrm>
            <a:off x="8805458" y="6620260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ACA5B353-D95C-8082-6C4C-6376E3E0F7F6}"/>
              </a:ext>
            </a:extLst>
          </p:cNvPr>
          <p:cNvCxnSpPr>
            <a:cxnSpLocks/>
          </p:cNvCxnSpPr>
          <p:nvPr/>
        </p:nvCxnSpPr>
        <p:spPr>
          <a:xfrm>
            <a:off x="8805458" y="6375315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F67CEF8A-1A73-BCCF-6238-ADF3BED043F8}"/>
              </a:ext>
            </a:extLst>
          </p:cNvPr>
          <p:cNvCxnSpPr>
            <a:cxnSpLocks/>
          </p:cNvCxnSpPr>
          <p:nvPr/>
        </p:nvCxnSpPr>
        <p:spPr>
          <a:xfrm>
            <a:off x="8805458" y="613037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155F6CFF-5CA1-5449-38A9-9EBF5258BE9E}"/>
              </a:ext>
            </a:extLst>
          </p:cNvPr>
          <p:cNvCxnSpPr>
            <a:cxnSpLocks/>
          </p:cNvCxnSpPr>
          <p:nvPr/>
        </p:nvCxnSpPr>
        <p:spPr>
          <a:xfrm>
            <a:off x="8805458" y="5885432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椭圆 216">
            <a:extLst>
              <a:ext uri="{FF2B5EF4-FFF2-40B4-BE49-F238E27FC236}">
                <a16:creationId xmlns:a16="http://schemas.microsoft.com/office/drawing/2014/main" id="{D1ECDE26-D662-E2F2-1CD2-195BE5ABED1F}"/>
              </a:ext>
            </a:extLst>
          </p:cNvPr>
          <p:cNvSpPr/>
          <p:nvPr/>
        </p:nvSpPr>
        <p:spPr>
          <a:xfrm>
            <a:off x="9945631" y="5954371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218" name="图片 217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79E9E98E-1D90-D023-1197-13184139399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426" y="7479989"/>
            <a:ext cx="193188" cy="203267"/>
          </a:xfrm>
          <a:prstGeom prst="rect">
            <a:avLst/>
          </a:prstGeom>
        </p:spPr>
      </p:pic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240075ED-31F4-9EA6-3D90-1B51C3A172CA}"/>
              </a:ext>
            </a:extLst>
          </p:cNvPr>
          <p:cNvCxnSpPr>
            <a:cxnSpLocks/>
          </p:cNvCxnSpPr>
          <p:nvPr/>
        </p:nvCxnSpPr>
        <p:spPr>
          <a:xfrm>
            <a:off x="8114995" y="7348280"/>
            <a:ext cx="374162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5" name="图片 23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7E9FADB4-3486-ADDD-8ED5-18755C3B59E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3109" y="7471489"/>
            <a:ext cx="245264" cy="164632"/>
          </a:xfrm>
          <a:prstGeom prst="rect">
            <a:avLst/>
          </a:prstGeom>
        </p:spPr>
      </p:pic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6D09F5EE-1086-9270-E0AE-90911E78968A}"/>
              </a:ext>
            </a:extLst>
          </p:cNvPr>
          <p:cNvGrpSpPr/>
          <p:nvPr/>
        </p:nvGrpSpPr>
        <p:grpSpPr>
          <a:xfrm>
            <a:off x="8788569" y="6379422"/>
            <a:ext cx="3132077" cy="2371550"/>
            <a:chOff x="4345681" y="877378"/>
            <a:chExt cx="3132077" cy="2371550"/>
          </a:xfrm>
        </p:grpSpPr>
        <p:pic>
          <p:nvPicPr>
            <p:cNvPr id="276" name="图片 275">
              <a:extLst>
                <a:ext uri="{FF2B5EF4-FFF2-40B4-BE49-F238E27FC236}">
                  <a16:creationId xmlns:a16="http://schemas.microsoft.com/office/drawing/2014/main" id="{1286D292-53FB-AF94-F626-D46F25DAC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345681" y="877378"/>
              <a:ext cx="3132077" cy="2371550"/>
            </a:xfrm>
            <a:prstGeom prst="rect">
              <a:avLst/>
            </a:prstGeom>
          </p:spPr>
        </p:pic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CFBEB310-61A2-BA17-7430-F1B817D208CB}"/>
                </a:ext>
              </a:extLst>
            </p:cNvPr>
            <p:cNvSpPr/>
            <p:nvPr/>
          </p:nvSpPr>
          <p:spPr>
            <a:xfrm rot="21592734">
              <a:off x="6600593" y="2100227"/>
              <a:ext cx="156769" cy="15676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pic>
        <p:nvPicPr>
          <p:cNvPr id="278" name="图片 277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5D7C427C-C0B5-3B4D-F246-CEA96A475E0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799" y="7551831"/>
            <a:ext cx="809709" cy="280541"/>
          </a:xfrm>
          <a:prstGeom prst="rect">
            <a:avLst/>
          </a:prstGeom>
        </p:spPr>
      </p:pic>
      <p:pic>
        <p:nvPicPr>
          <p:cNvPr id="279" name="图片 278" descr="\documentclass{article}&#10;\usepackage{amsmath}&#10;\pagestyle{empty}&#10;\begin{document}&#10;&#10;$\mapsto$&#10;&#10;&#10;\end{document}" title="IguanaTex Bitmap Display">
            <a:extLst>
              <a:ext uri="{FF2B5EF4-FFF2-40B4-BE49-F238E27FC236}">
                <a16:creationId xmlns:a16="http://schemas.microsoft.com/office/drawing/2014/main" id="{0B13FAA2-AC81-52F3-6868-E5E502AF1A7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375801" flipV="1">
            <a:off x="2626415" y="6146211"/>
            <a:ext cx="1096165" cy="290522"/>
          </a:xfrm>
          <a:prstGeom prst="rect">
            <a:avLst/>
          </a:prstGeom>
        </p:spPr>
      </p:pic>
      <p:pic>
        <p:nvPicPr>
          <p:cNvPr id="281" name="图片 280" descr="\documentclass{article}&#10;\usepackage{amsmath}&#10;\pagestyle{empty}&#10;\begin{document}&#10;&#10;$\mapsto$&#10;&#10;&#10;\end{document}" title="IguanaTex Bitmap Display">
            <a:extLst>
              <a:ext uri="{FF2B5EF4-FFF2-40B4-BE49-F238E27FC236}">
                <a16:creationId xmlns:a16="http://schemas.microsoft.com/office/drawing/2014/main" id="{84CFFBA6-6639-DD89-C55E-E5324A8CC6D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412" y="6453920"/>
            <a:ext cx="1096165" cy="290522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D8351A5A-DE28-BE77-3C1D-BE6A2999A44F}"/>
              </a:ext>
            </a:extLst>
          </p:cNvPr>
          <p:cNvGrpSpPr/>
          <p:nvPr/>
        </p:nvGrpSpPr>
        <p:grpSpPr>
          <a:xfrm>
            <a:off x="2626415" y="2391260"/>
            <a:ext cx="1096165" cy="504535"/>
            <a:chOff x="2626415" y="2391260"/>
            <a:chExt cx="1096165" cy="504535"/>
          </a:xfrm>
        </p:grpSpPr>
        <p:pic>
          <p:nvPicPr>
            <p:cNvPr id="61" name="图片 60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6E541A5E-6CA4-A9AC-6BCE-B9F48FD2691E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224199">
              <a:off x="2626415" y="2605273"/>
              <a:ext cx="1096165" cy="290522"/>
            </a:xfrm>
            <a:prstGeom prst="rect">
              <a:avLst/>
            </a:prstGeom>
          </p:spPr>
        </p:pic>
        <p:pic>
          <p:nvPicPr>
            <p:cNvPr id="21" name="图片 20" descr="\documentclass{article}&#10;\usepackage{amsmath}&#10;\pagestyle{empty}&#10;\begin{document}&#10;&#10;$A$&#10;&#10;&#10;\end{document}" title="IguanaTex Bitmap Display">
              <a:extLst>
                <a:ext uri="{FF2B5EF4-FFF2-40B4-BE49-F238E27FC236}">
                  <a16:creationId xmlns:a16="http://schemas.microsoft.com/office/drawing/2014/main" id="{19941D6F-89EA-FBE3-7175-8733633474E0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1545" y="2391260"/>
              <a:ext cx="262857" cy="272000"/>
            </a:xfrm>
            <a:prstGeom prst="rect">
              <a:avLst/>
            </a:prstGeom>
          </p:spPr>
        </p:pic>
      </p:grpSp>
      <p:pic>
        <p:nvPicPr>
          <p:cNvPr id="25" name="图片 24" descr="\documentclass{article}&#10;\usepackage{amsmath}&#10;\pagestyle{empty}&#10;\begin{document}&#10;&#10;$B$&#10;&#10;&#10;\end{document}" title="IguanaTex Bitmap Display">
            <a:extLst>
              <a:ext uri="{FF2B5EF4-FFF2-40B4-BE49-F238E27FC236}">
                <a16:creationId xmlns:a16="http://schemas.microsoft.com/office/drawing/2014/main" id="{879F1FAB-FC76-6FA6-431A-C80413FC125E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1252" y="6353018"/>
            <a:ext cx="274286" cy="258286"/>
          </a:xfrm>
          <a:prstGeom prst="rect">
            <a:avLst/>
          </a:prstGeom>
        </p:spPr>
      </p:pic>
      <p:grpSp>
        <p:nvGrpSpPr>
          <p:cNvPr id="28" name="组合 27">
            <a:extLst>
              <a:ext uri="{FF2B5EF4-FFF2-40B4-BE49-F238E27FC236}">
                <a16:creationId xmlns:a16="http://schemas.microsoft.com/office/drawing/2014/main" id="{50344BC3-5E49-B449-C5A8-6956B682190E}"/>
              </a:ext>
            </a:extLst>
          </p:cNvPr>
          <p:cNvGrpSpPr/>
          <p:nvPr/>
        </p:nvGrpSpPr>
        <p:grpSpPr>
          <a:xfrm>
            <a:off x="3847931" y="381450"/>
            <a:ext cx="3458723" cy="3626652"/>
            <a:chOff x="3847931" y="381450"/>
            <a:chExt cx="3458723" cy="3626652"/>
          </a:xfrm>
        </p:grpSpPr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541E02A4-6E58-7936-84F2-03745A48FFE0}"/>
                </a:ext>
              </a:extLst>
            </p:cNvPr>
            <p:cNvCxnSpPr>
              <a:cxnSpLocks/>
            </p:cNvCxnSpPr>
            <p:nvPr/>
          </p:nvCxnSpPr>
          <p:spPr>
            <a:xfrm>
              <a:off x="3847931" y="2730009"/>
              <a:ext cx="335553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83F53B0D-EC20-716D-2D24-19DF2D5879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7382" y="514643"/>
              <a:ext cx="0" cy="3493459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图片 64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4D19B5B4-D2F2-B0E0-3B8A-F9FA8EF62CC7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1390" y="2853220"/>
              <a:ext cx="245264" cy="164632"/>
            </a:xfrm>
            <a:prstGeom prst="rect">
              <a:avLst/>
            </a:prstGeom>
          </p:spPr>
        </p:pic>
        <p:pic>
          <p:nvPicPr>
            <p:cNvPr id="66" name="图片 65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5D93623-6984-CA45-1C5E-E1E8A1743ABB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28409" y="381450"/>
              <a:ext cx="251987" cy="164632"/>
            </a:xfrm>
            <a:prstGeom prst="rect">
              <a:avLst/>
            </a:prstGeom>
          </p:spPr>
        </p:pic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55B22DC-6BB5-15CE-AEAF-E55645E9237F}"/>
                </a:ext>
              </a:extLst>
            </p:cNvPr>
            <p:cNvSpPr/>
            <p:nvPr/>
          </p:nvSpPr>
          <p:spPr>
            <a:xfrm>
              <a:off x="4376640" y="994355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8CE2D0F-FBA0-97EF-5F20-BD39A79E9DE8}"/>
                </a:ext>
              </a:extLst>
            </p:cNvPr>
            <p:cNvCxnSpPr/>
            <p:nvPr/>
          </p:nvCxnSpPr>
          <p:spPr>
            <a:xfrm>
              <a:off x="4376639" y="2728228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>
              <a:extLst>
                <a:ext uri="{FF2B5EF4-FFF2-40B4-BE49-F238E27FC236}">
                  <a16:creationId xmlns:a16="http://schemas.microsoft.com/office/drawing/2014/main" id="{E9D1071E-2B4F-7745-E055-40A883FE47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76293" y="967522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BAFCE552-E711-AED0-7BF4-7DDA9E8F1461}"/>
                </a:ext>
              </a:extLst>
            </p:cNvPr>
            <p:cNvCxnSpPr>
              <a:cxnSpLocks/>
            </p:cNvCxnSpPr>
            <p:nvPr/>
          </p:nvCxnSpPr>
          <p:spPr>
            <a:xfrm>
              <a:off x="4361423" y="2728222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25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D72987AF-9110-E321-7B8C-D85BC47B726E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480960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67AE78B2-FD2B-E5C5-9388-A20976AB0C81}"/>
                </a:ext>
              </a:extLst>
            </p:cNvPr>
            <p:cNvCxnSpPr>
              <a:cxnSpLocks/>
            </p:cNvCxnSpPr>
            <p:nvPr/>
          </p:nvCxnSpPr>
          <p:spPr>
            <a:xfrm>
              <a:off x="4376639" y="2236018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图片 38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EAA6F1AF-0107-10CB-22C2-A14A344C8373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361" y="2853239"/>
              <a:ext cx="193188" cy="203267"/>
            </a:xfrm>
            <a:prstGeom prst="rect">
              <a:avLst/>
            </a:prstGeom>
          </p:spPr>
        </p:pic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6B2F3688-0380-5666-B3AD-BD09BB803DA9}"/>
                </a:ext>
              </a:extLst>
            </p:cNvPr>
            <p:cNvSpPr/>
            <p:nvPr/>
          </p:nvSpPr>
          <p:spPr>
            <a:xfrm rot="34111">
              <a:off x="5944556" y="1321087"/>
              <a:ext cx="156770" cy="15677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D0740AE6-C3B6-4ED5-49EE-673D461AD065}"/>
                </a:ext>
              </a:extLst>
            </p:cNvPr>
            <p:cNvGrpSpPr/>
            <p:nvPr/>
          </p:nvGrpSpPr>
          <p:grpSpPr>
            <a:xfrm>
              <a:off x="4351257" y="963599"/>
              <a:ext cx="2198771" cy="1770885"/>
              <a:chOff x="4351238" y="1015426"/>
              <a:chExt cx="2198770" cy="1770885"/>
            </a:xfrm>
          </p:grpSpPr>
          <p:grpSp>
            <p:nvGrpSpPr>
              <p:cNvPr id="133" name="组合 132">
                <a:extLst>
                  <a:ext uri="{FF2B5EF4-FFF2-40B4-BE49-F238E27FC236}">
                    <a16:creationId xmlns:a16="http://schemas.microsoft.com/office/drawing/2014/main" id="{D67E27C6-9053-52D2-DBAC-65080CA0AC3E}"/>
                  </a:ext>
                </a:extLst>
              </p:cNvPr>
              <p:cNvGrpSpPr/>
              <p:nvPr/>
            </p:nvGrpSpPr>
            <p:grpSpPr>
              <a:xfrm>
                <a:off x="4376292" y="1045548"/>
                <a:ext cx="2150462" cy="1731550"/>
                <a:chOff x="4376292" y="1045548"/>
                <a:chExt cx="2150462" cy="1731550"/>
              </a:xfrm>
            </p:grpSpPr>
            <p:sp>
              <p:nvSpPr>
                <p:cNvPr id="122" name="矩形 121">
                  <a:extLst>
                    <a:ext uri="{FF2B5EF4-FFF2-40B4-BE49-F238E27FC236}">
                      <a16:creationId xmlns:a16="http://schemas.microsoft.com/office/drawing/2014/main" id="{CFFA1AA7-4843-3F13-BA67-23E58A2B56B8}"/>
                    </a:ext>
                  </a:extLst>
                </p:cNvPr>
                <p:cNvSpPr/>
                <p:nvPr/>
              </p:nvSpPr>
              <p:spPr>
                <a:xfrm>
                  <a:off x="437629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121" name="直接连接符 120">
                  <a:extLst>
                    <a:ext uri="{FF2B5EF4-FFF2-40B4-BE49-F238E27FC236}">
                      <a16:creationId xmlns:a16="http://schemas.microsoft.com/office/drawing/2014/main" id="{8A2EDF75-45E1-F8C3-EAF1-9342F31E7E47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连接符 125">
                  <a:extLst>
                    <a:ext uri="{FF2B5EF4-FFF2-40B4-BE49-F238E27FC236}">
                      <a16:creationId xmlns:a16="http://schemas.microsoft.com/office/drawing/2014/main" id="{48945323-B99B-8955-CFCD-BF3CE33579A1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直接连接符 126">
                  <a:extLst>
                    <a:ext uri="{FF2B5EF4-FFF2-40B4-BE49-F238E27FC236}">
                      <a16:creationId xmlns:a16="http://schemas.microsoft.com/office/drawing/2014/main" id="{CE6EFE74-A78A-2020-E12E-8DF14D7CFC46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直接连接符 127">
                  <a:extLst>
                    <a:ext uri="{FF2B5EF4-FFF2-40B4-BE49-F238E27FC236}">
                      <a16:creationId xmlns:a16="http://schemas.microsoft.com/office/drawing/2014/main" id="{68485E44-3336-E375-69E0-1C9E9F108B04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直接连接符 128">
                  <a:extLst>
                    <a:ext uri="{FF2B5EF4-FFF2-40B4-BE49-F238E27FC236}">
                      <a16:creationId xmlns:a16="http://schemas.microsoft.com/office/drawing/2014/main" id="{24EF5F0B-6957-C595-1562-5766DC2C60DD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直接连接符 129">
                  <a:extLst>
                    <a:ext uri="{FF2B5EF4-FFF2-40B4-BE49-F238E27FC236}">
                      <a16:creationId xmlns:a16="http://schemas.microsoft.com/office/drawing/2014/main" id="{1AE139BF-DFE5-88F4-CF99-D69CECDFBF9E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直接连接符 130">
                  <a:extLst>
                    <a:ext uri="{FF2B5EF4-FFF2-40B4-BE49-F238E27FC236}">
                      <a16:creationId xmlns:a16="http://schemas.microsoft.com/office/drawing/2014/main" id="{3BB40823-0AF4-8813-8AC1-7C262DB1FBA1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连接符 131">
                  <a:extLst>
                    <a:ext uri="{FF2B5EF4-FFF2-40B4-BE49-F238E27FC236}">
                      <a16:creationId xmlns:a16="http://schemas.microsoft.com/office/drawing/2014/main" id="{57288093-BEA9-29E1-E329-9DC8D7DB39F1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5" name="直接箭头连接符 124">
                <a:extLst>
                  <a:ext uri="{FF2B5EF4-FFF2-40B4-BE49-F238E27FC236}">
                    <a16:creationId xmlns:a16="http://schemas.microsoft.com/office/drawing/2014/main" id="{7EBCF138-18AE-EF2B-FBD6-59A4601CF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1238" y="2779638"/>
                <a:ext cx="2198770" cy="0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箭头连接符 123">
                <a:extLst>
                  <a:ext uri="{FF2B5EF4-FFF2-40B4-BE49-F238E27FC236}">
                    <a16:creationId xmlns:a16="http://schemas.microsoft.com/office/drawing/2014/main" id="{CCC43005-F50B-5BA7-F63A-23EEDAB2244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76292" y="1015426"/>
                <a:ext cx="0" cy="177088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8" name="椭圆 87">
              <a:extLst>
                <a:ext uri="{FF2B5EF4-FFF2-40B4-BE49-F238E27FC236}">
                  <a16:creationId xmlns:a16="http://schemas.microsoft.com/office/drawing/2014/main" id="{C8EC9648-0205-8914-01A2-7A953D0F805E}"/>
                </a:ext>
              </a:extLst>
            </p:cNvPr>
            <p:cNvSpPr/>
            <p:nvPr/>
          </p:nvSpPr>
          <p:spPr>
            <a:xfrm>
              <a:off x="5516812" y="1321055"/>
              <a:ext cx="156770" cy="15677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5A9DA17-2804-6995-6565-DB67D161A0DA}"/>
              </a:ext>
            </a:extLst>
          </p:cNvPr>
          <p:cNvGrpSpPr/>
          <p:nvPr/>
        </p:nvGrpSpPr>
        <p:grpSpPr>
          <a:xfrm>
            <a:off x="8276752" y="379954"/>
            <a:ext cx="3903375" cy="4162223"/>
            <a:chOff x="8276752" y="379954"/>
            <a:chExt cx="3903375" cy="4162223"/>
          </a:xfrm>
        </p:grpSpPr>
        <p:cxnSp>
          <p:nvCxnSpPr>
            <p:cNvPr id="2" name="直接箭头连接符 1">
              <a:extLst>
                <a:ext uri="{FF2B5EF4-FFF2-40B4-BE49-F238E27FC236}">
                  <a16:creationId xmlns:a16="http://schemas.microsoft.com/office/drawing/2014/main" id="{ABF246FA-C65B-817B-6236-97391AE3D57F}"/>
                </a:ext>
              </a:extLst>
            </p:cNvPr>
            <p:cNvCxnSpPr>
              <a:cxnSpLocks/>
            </p:cNvCxnSpPr>
            <p:nvPr/>
          </p:nvCxnSpPr>
          <p:spPr>
            <a:xfrm>
              <a:off x="8276752" y="2716876"/>
              <a:ext cx="3741621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D717ABE4-C50F-AB28-E00A-47962B8FB7A4}"/>
                </a:ext>
              </a:extLst>
            </p:cNvPr>
            <p:cNvGrpSpPr/>
            <p:nvPr/>
          </p:nvGrpSpPr>
          <p:grpSpPr>
            <a:xfrm>
              <a:off x="8457229" y="379954"/>
              <a:ext cx="3722898" cy="4162223"/>
              <a:chOff x="8457229" y="379954"/>
              <a:chExt cx="3722898" cy="4162223"/>
            </a:xfrm>
          </p:grpSpPr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41D94FC4-8D4F-B491-5507-33CE975636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06203" y="501510"/>
                <a:ext cx="0" cy="3493459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7" name="图片 6" descr="\documentclass{article}&#10;\usepackage{amsmath}&#10;\pagestyle{empty}&#10;\begin{document}&#10;&#10;$x_1$&#10;&#10;&#10;\end{document}" title="IguanaTex Bitmap Display">
                <a:extLst>
                  <a:ext uri="{FF2B5EF4-FFF2-40B4-BE49-F238E27FC236}">
                    <a16:creationId xmlns:a16="http://schemas.microsoft.com/office/drawing/2014/main" id="{AE4269E2-A558-7B27-9736-CD59D341E7E9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3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934863" y="2840085"/>
                <a:ext cx="245264" cy="164632"/>
              </a:xfrm>
              <a:prstGeom prst="rect">
                <a:avLst/>
              </a:prstGeom>
            </p:spPr>
          </p:pic>
          <p:pic>
            <p:nvPicPr>
              <p:cNvPr id="8" name="图片 7" descr="\documentclass{article}&#10;\usepackage{amsmath}&#10;\pagestyle{empty}&#10;\begin{document}&#10;&#10;$x_2$&#10;&#10;&#10;\end{document}" title="IguanaTex Bitmap Display">
                <a:extLst>
                  <a:ext uri="{FF2B5EF4-FFF2-40B4-BE49-F238E27FC236}">
                    <a16:creationId xmlns:a16="http://schemas.microsoft.com/office/drawing/2014/main" id="{7BFCBB60-74B6-BAE7-7D21-C8E1F3A1F1B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5"/>
                </p:custDataLst>
              </p:nvPr>
            </p:nvPicPr>
            <p:blipFill>
              <a:blip r:embed="rId3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57229" y="379954"/>
                <a:ext cx="251987" cy="164632"/>
              </a:xfrm>
              <a:prstGeom prst="rect">
                <a:avLst/>
              </a:prstGeom>
            </p:spPr>
          </p:pic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8EE2BEBA-D348-C568-F2E6-1ECE6D1D7C11}"/>
                  </a:ext>
                </a:extLst>
              </p:cNvPr>
              <p:cNvSpPr/>
              <p:nvPr/>
            </p:nvSpPr>
            <p:spPr>
              <a:xfrm>
                <a:off x="8805460" y="981220"/>
                <a:ext cx="1622924" cy="1731550"/>
              </a:xfrm>
              <a:prstGeom prst="rect">
                <a:avLst/>
              </a:prstGeom>
              <a:solidFill>
                <a:srgbClr val="00B0F0">
                  <a:alpha val="10000"/>
                </a:srgbClr>
              </a:solidFill>
              <a:ln w="44450">
                <a:solidFill>
                  <a:srgbClr val="00B0F0">
                    <a:alpha val="10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  <p:cxnSp>
            <p:nvCxnSpPr>
              <p:cNvPr id="10" name="直接连接符 9">
                <a:extLst>
                  <a:ext uri="{FF2B5EF4-FFF2-40B4-BE49-F238E27FC236}">
                    <a16:creationId xmlns:a16="http://schemas.microsoft.com/office/drawing/2014/main" id="{D1FD1E7C-5E5B-E358-AC89-1975379E6EB0}"/>
                  </a:ext>
                </a:extLst>
              </p:cNvPr>
              <p:cNvCxnSpPr/>
              <p:nvPr/>
            </p:nvCxnSpPr>
            <p:spPr>
              <a:xfrm>
                <a:off x="8805460" y="2715094"/>
                <a:ext cx="1622924" cy="0"/>
              </a:xfrm>
              <a:prstGeom prst="line">
                <a:avLst/>
              </a:prstGeom>
              <a:ln w="25400">
                <a:solidFill>
                  <a:srgbClr val="00B0F0">
                    <a:alpha val="25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BE44BF60-6615-B10E-568D-D3F4706260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811209" y="954385"/>
                <a:ext cx="0" cy="1770885"/>
              </a:xfrm>
              <a:prstGeom prst="straightConnector1">
                <a:avLst/>
              </a:prstGeom>
              <a:ln w="444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4EB5DFDD-331E-9F54-A497-7F6B5160AC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90243" y="2715088"/>
                <a:ext cx="1638165" cy="0"/>
              </a:xfrm>
              <a:prstGeom prst="straightConnector1">
                <a:avLst/>
              </a:prstGeom>
              <a:ln w="4445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7DC96BDE-EAE4-C79B-2CEC-9F7059DC7B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011719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9D4DFFFE-3526-0FD1-E143-C44A1A80C2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2467826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7AB24312-8BE3-8AA1-7A0A-DBDE2E3417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2222884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>
                <a:extLst>
                  <a:ext uri="{FF2B5EF4-FFF2-40B4-BE49-F238E27FC236}">
                    <a16:creationId xmlns:a16="http://schemas.microsoft.com/office/drawing/2014/main" id="{659B5701-4773-75F2-B3A3-64AF3AAFC3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503612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353E09FE-33D6-3A39-B929-CA4F89898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993311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74E3BC1A-09E8-4EBF-0725-79549D185A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255979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106D1456-F474-ED79-0F4B-D6ADAE4A2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25778" y="1747324"/>
                <a:ext cx="1595194" cy="0"/>
              </a:xfrm>
              <a:prstGeom prst="line">
                <a:avLst/>
              </a:prstGeom>
              <a:ln w="25400">
                <a:solidFill>
                  <a:srgbClr val="00B0F0">
                    <a:alpha val="5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BFF06A88-E0EA-63EE-4CC6-5CAE2C759911}"/>
                  </a:ext>
                </a:extLst>
              </p:cNvPr>
              <p:cNvCxnSpPr>
                <a:cxnSpLocks/>
              </p:cNvCxnSpPr>
              <p:nvPr/>
            </p:nvCxnSpPr>
            <p:spPr>
              <a:xfrm rot="3495345" flipV="1">
                <a:off x="9553440" y="1377871"/>
                <a:ext cx="3740" cy="175327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303875F5-F848-3EC5-82CC-26E78A24CCE7}"/>
                  </a:ext>
                </a:extLst>
              </p:cNvPr>
              <p:cNvCxnSpPr>
                <a:cxnSpLocks/>
              </p:cNvCxnSpPr>
              <p:nvPr/>
            </p:nvCxnSpPr>
            <p:spPr>
              <a:xfrm rot="34111">
                <a:off x="8797561" y="2719782"/>
                <a:ext cx="1149792" cy="1822395"/>
              </a:xfrm>
              <a:prstGeom prst="straightConnector1">
                <a:avLst/>
              </a:prstGeom>
              <a:ln w="444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76A39415-0D3B-09AC-414C-B2EB5730D75E}"/>
                  </a:ext>
                </a:extLst>
              </p:cNvPr>
              <p:cNvSpPr/>
              <p:nvPr/>
            </p:nvSpPr>
            <p:spPr>
              <a:xfrm rot="34111">
                <a:off x="10701621" y="3330092"/>
                <a:ext cx="156770" cy="15677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  <p:pic>
            <p:nvPicPr>
              <p:cNvPr id="23" name="图片 22" descr="\documentclass{article}&#10;\usepackage{amsmath}&#10;\pagestyle{empty}&#10;\begin{document}&#10;&#10;$(y_1,y_2)$&#10;&#10;&#10;\end{document}" title="IguanaTex Bitmap Display">
                <a:extLst>
                  <a:ext uri="{FF2B5EF4-FFF2-40B4-BE49-F238E27FC236}">
                    <a16:creationId xmlns:a16="http://schemas.microsoft.com/office/drawing/2014/main" id="{D8D16341-C4EE-D6B9-E374-382C443BE6B7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>
              <a:blip r:embed="rId3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17345" y="3281231"/>
                <a:ext cx="809709" cy="280541"/>
              </a:xfrm>
              <a:prstGeom prst="rect">
                <a:avLst/>
              </a:prstGeom>
            </p:spPr>
          </p:pic>
          <p:pic>
            <p:nvPicPr>
              <p:cNvPr id="40" name="图片 39" descr="\documentclass{article}&#10;\usepackage{amsmath}&#10;\pagestyle{empty}&#10;\begin{document}&#10;&#10;$O$&#10;&#10;&#10;\end{document}" title="IguanaTex Bitmap Display">
                <a:extLst>
                  <a:ext uri="{FF2B5EF4-FFF2-40B4-BE49-F238E27FC236}">
                    <a16:creationId xmlns:a16="http://schemas.microsoft.com/office/drawing/2014/main" id="{F237DC4B-B42E-7139-A72B-8A137BC3E515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7"/>
                </p:custDataLst>
              </p:nvPr>
            </p:nvPicPr>
            <p:blipFill>
              <a:blip r:embed="rId2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98768" y="2845667"/>
                <a:ext cx="193188" cy="203267"/>
              </a:xfrm>
              <a:prstGeom prst="rect">
                <a:avLst/>
              </a:prstGeom>
            </p:spPr>
          </p:pic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99602BAD-05F3-5FF9-3E19-CEDAB2C959CB}"/>
                  </a:ext>
                </a:extLst>
              </p:cNvPr>
              <p:cNvGrpSpPr/>
              <p:nvPr/>
            </p:nvGrpSpPr>
            <p:grpSpPr>
              <a:xfrm rot="3496957">
                <a:off x="9030784" y="2301272"/>
                <a:ext cx="2161889" cy="1731550"/>
                <a:chOff x="4376292" y="1045548"/>
                <a:chExt cx="2161889" cy="1731550"/>
              </a:xfrm>
            </p:grpSpPr>
            <p:sp>
              <p:nvSpPr>
                <p:cNvPr id="135" name="矩形 134">
                  <a:extLst>
                    <a:ext uri="{FF2B5EF4-FFF2-40B4-BE49-F238E27FC236}">
                      <a16:creationId xmlns:a16="http://schemas.microsoft.com/office/drawing/2014/main" id="{DF95B0E2-7819-63B7-A1DB-6FA4827B4918}"/>
                    </a:ext>
                  </a:extLst>
                </p:cNvPr>
                <p:cNvSpPr/>
                <p:nvPr/>
              </p:nvSpPr>
              <p:spPr>
                <a:xfrm>
                  <a:off x="4391533" y="1045548"/>
                  <a:ext cx="2146648" cy="1731550"/>
                </a:xfrm>
                <a:prstGeom prst="rect">
                  <a:avLst/>
                </a:prstGeom>
                <a:solidFill>
                  <a:srgbClr val="0070C0">
                    <a:alpha val="25000"/>
                  </a:srgbClr>
                </a:solidFill>
                <a:ln w="44450">
                  <a:solidFill>
                    <a:srgbClr val="0070C0">
                      <a:alpha val="25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324" dirty="0"/>
                </a:p>
              </p:txBody>
            </p:sp>
            <p:cxnSp>
              <p:nvCxnSpPr>
                <p:cNvPr id="136" name="直接连接符 135">
                  <a:extLst>
                    <a:ext uri="{FF2B5EF4-FFF2-40B4-BE49-F238E27FC236}">
                      <a16:creationId xmlns:a16="http://schemas.microsoft.com/office/drawing/2014/main" id="{79FF66F5-C391-CAAF-128C-5382AD761537}"/>
                    </a:ext>
                  </a:extLst>
                </p:cNvPr>
                <p:cNvCxnSpPr/>
                <p:nvPr/>
              </p:nvCxnSpPr>
              <p:spPr>
                <a:xfrm>
                  <a:off x="4376292" y="106314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直接连接符 136">
                  <a:extLst>
                    <a:ext uri="{FF2B5EF4-FFF2-40B4-BE49-F238E27FC236}">
                      <a16:creationId xmlns:a16="http://schemas.microsoft.com/office/drawing/2014/main" id="{28F0F538-6637-A8BE-F810-D350683C1EDD}"/>
                    </a:ext>
                  </a:extLst>
                </p:cNvPr>
                <p:cNvCxnSpPr/>
                <p:nvPr/>
              </p:nvCxnSpPr>
              <p:spPr>
                <a:xfrm>
                  <a:off x="4376292" y="277709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直接连接符 137">
                  <a:extLst>
                    <a:ext uri="{FF2B5EF4-FFF2-40B4-BE49-F238E27FC236}">
                      <a16:creationId xmlns:a16="http://schemas.microsoft.com/office/drawing/2014/main" id="{6D89493C-432B-8C42-D719-3FEEBD48FB7B}"/>
                    </a:ext>
                  </a:extLst>
                </p:cNvPr>
                <p:cNvCxnSpPr/>
                <p:nvPr/>
              </p:nvCxnSpPr>
              <p:spPr>
                <a:xfrm>
                  <a:off x="4378195" y="1308085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直接连接符 138">
                  <a:extLst>
                    <a:ext uri="{FF2B5EF4-FFF2-40B4-BE49-F238E27FC236}">
                      <a16:creationId xmlns:a16="http://schemas.microsoft.com/office/drawing/2014/main" id="{64A16385-F381-71D2-04F5-DC2537CD0FA6}"/>
                    </a:ext>
                  </a:extLst>
                </p:cNvPr>
                <p:cNvCxnSpPr/>
                <p:nvPr/>
              </p:nvCxnSpPr>
              <p:spPr>
                <a:xfrm>
                  <a:off x="4376292" y="1553027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直接连接符 139">
                  <a:extLst>
                    <a:ext uri="{FF2B5EF4-FFF2-40B4-BE49-F238E27FC236}">
                      <a16:creationId xmlns:a16="http://schemas.microsoft.com/office/drawing/2014/main" id="{C8C7725D-11FC-3FE5-177C-DEA6F8AC10AA}"/>
                    </a:ext>
                  </a:extLst>
                </p:cNvPr>
                <p:cNvCxnSpPr/>
                <p:nvPr/>
              </p:nvCxnSpPr>
              <p:spPr>
                <a:xfrm>
                  <a:off x="4376638" y="1797969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连接符 140">
                  <a:extLst>
                    <a:ext uri="{FF2B5EF4-FFF2-40B4-BE49-F238E27FC236}">
                      <a16:creationId xmlns:a16="http://schemas.microsoft.com/office/drawing/2014/main" id="{2B6456C2-8366-00A8-ADDC-F669EC6BF2D5}"/>
                    </a:ext>
                  </a:extLst>
                </p:cNvPr>
                <p:cNvCxnSpPr/>
                <p:nvPr/>
              </p:nvCxnSpPr>
              <p:spPr>
                <a:xfrm>
                  <a:off x="4376293" y="2042913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直接连接符 141">
                  <a:extLst>
                    <a:ext uri="{FF2B5EF4-FFF2-40B4-BE49-F238E27FC236}">
                      <a16:creationId xmlns:a16="http://schemas.microsoft.com/office/drawing/2014/main" id="{47015199-5811-79AB-BC23-262CE57C4684}"/>
                    </a:ext>
                  </a:extLst>
                </p:cNvPr>
                <p:cNvCxnSpPr/>
                <p:nvPr/>
              </p:nvCxnSpPr>
              <p:spPr>
                <a:xfrm>
                  <a:off x="4376638" y="2287858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直接连接符 142">
                  <a:extLst>
                    <a:ext uri="{FF2B5EF4-FFF2-40B4-BE49-F238E27FC236}">
                      <a16:creationId xmlns:a16="http://schemas.microsoft.com/office/drawing/2014/main" id="{54DFA060-DE86-E3EC-8D99-EAECA3A77F0B}"/>
                    </a:ext>
                  </a:extLst>
                </p:cNvPr>
                <p:cNvCxnSpPr/>
                <p:nvPr/>
              </p:nvCxnSpPr>
              <p:spPr>
                <a:xfrm>
                  <a:off x="4380103" y="2532800"/>
                  <a:ext cx="2146651" cy="0"/>
                </a:xfrm>
                <a:prstGeom prst="line">
                  <a:avLst/>
                </a:prstGeom>
                <a:ln w="25400">
                  <a:solidFill>
                    <a:srgbClr val="0070C0">
                      <a:alpha val="50000"/>
                    </a:srgb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6D8531AF-5830-8D20-0022-423EAE185393}"/>
                  </a:ext>
                </a:extLst>
              </p:cNvPr>
              <p:cNvSpPr/>
              <p:nvPr/>
            </p:nvSpPr>
            <p:spPr>
              <a:xfrm>
                <a:off x="9945631" y="1319923"/>
                <a:ext cx="156770" cy="156770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324" dirty="0"/>
              </a:p>
            </p:txBody>
          </p:sp>
        </p:grpSp>
      </p:grpSp>
      <p:pic>
        <p:nvPicPr>
          <p:cNvPr id="26" name="图片 25" descr="\documentclass{article}&#10;\usepackage{amsmath}&#10;\pagestyle{empty}&#10;\begin{document}&#10;&#10;$A$&#10;&#10;&#10;\end{document}" title="IguanaTex Bitmap Display">
            <a:extLst>
              <a:ext uri="{FF2B5EF4-FFF2-40B4-BE49-F238E27FC236}">
                <a16:creationId xmlns:a16="http://schemas.microsoft.com/office/drawing/2014/main" id="{04BA0C57-C268-A17A-ACCD-0ADC9036A00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647" y="6164959"/>
            <a:ext cx="262857" cy="272000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E314CED4-1D9A-B78B-2F71-FA60B0B10A67}"/>
              </a:ext>
            </a:extLst>
          </p:cNvPr>
          <p:cNvGrpSpPr/>
          <p:nvPr/>
        </p:nvGrpSpPr>
        <p:grpSpPr>
          <a:xfrm>
            <a:off x="7211409" y="1362116"/>
            <a:ext cx="1096165" cy="574839"/>
            <a:chOff x="7211409" y="1362116"/>
            <a:chExt cx="1096165" cy="574839"/>
          </a:xfrm>
        </p:grpSpPr>
        <p:pic>
          <p:nvPicPr>
            <p:cNvPr id="280" name="图片 279" descr="\documentclass{article}&#10;\usepackage{amsmath}&#10;\pagestyle{empty}&#10;\begin{document}&#10;&#10;$\mapsto$&#10;&#10;&#10;\end{document}" title="IguanaTex Bitmap Display">
              <a:extLst>
                <a:ext uri="{FF2B5EF4-FFF2-40B4-BE49-F238E27FC236}">
                  <a16:creationId xmlns:a16="http://schemas.microsoft.com/office/drawing/2014/main" id="{8A9D5920-C64C-9B24-3DA1-2B3BCE01629E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1409" y="1646433"/>
              <a:ext cx="1096165" cy="290522"/>
            </a:xfrm>
            <a:prstGeom prst="rect">
              <a:avLst/>
            </a:prstGeom>
          </p:spPr>
        </p:pic>
        <p:pic>
          <p:nvPicPr>
            <p:cNvPr id="27" name="图片 26" descr="\documentclass{article}&#10;\usepackage{amsmath}&#10;\pagestyle{empty}&#10;\begin{document}&#10;&#10;$B$&#10;&#10;&#10;\end{document}" title="IguanaTex Bitmap Display">
              <a:extLst>
                <a:ext uri="{FF2B5EF4-FFF2-40B4-BE49-F238E27FC236}">
                  <a16:creationId xmlns:a16="http://schemas.microsoft.com/office/drawing/2014/main" id="{61F4AD5D-2CCA-F129-24F2-E74832E7AE9E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12503" y="1362116"/>
              <a:ext cx="274286" cy="2582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2221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372E-C3E9-7BC5-114B-A9DA98320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E5BF986D-2BF5-BABB-1302-EC737504E3EE}"/>
              </a:ext>
            </a:extLst>
          </p:cNvPr>
          <p:cNvCxnSpPr>
            <a:cxnSpLocks/>
          </p:cNvCxnSpPr>
          <p:nvPr/>
        </p:nvCxnSpPr>
        <p:spPr>
          <a:xfrm>
            <a:off x="2228904" y="2646886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5523FD1-B9BA-FCAF-B6D0-973ED8ABC1E5}"/>
              </a:ext>
            </a:extLst>
          </p:cNvPr>
          <p:cNvCxnSpPr>
            <a:cxnSpLocks/>
          </p:cNvCxnSpPr>
          <p:nvPr/>
        </p:nvCxnSpPr>
        <p:spPr>
          <a:xfrm flipV="1">
            <a:off x="3079342" y="431535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66AD62D6-4F10-0AC2-98DF-0F9AA903160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571" y="2750293"/>
            <a:ext cx="193188" cy="203267"/>
          </a:xfrm>
          <a:prstGeom prst="rect">
            <a:avLst/>
          </a:prstGeom>
        </p:spPr>
      </p:pic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B3330AD-4210-F797-0665-5FA6BC675210}"/>
              </a:ext>
            </a:extLst>
          </p:cNvPr>
          <p:cNvCxnSpPr/>
          <p:nvPr/>
        </p:nvCxnSpPr>
        <p:spPr>
          <a:xfrm>
            <a:off x="3078599" y="264510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5636C8D-EFD4-1E30-F0BA-05520026C767}"/>
              </a:ext>
            </a:extLst>
          </p:cNvPr>
          <p:cNvGrpSpPr/>
          <p:nvPr/>
        </p:nvGrpSpPr>
        <p:grpSpPr>
          <a:xfrm>
            <a:off x="3055734" y="884409"/>
            <a:ext cx="1638170" cy="1770885"/>
            <a:chOff x="5123447" y="1820767"/>
            <a:chExt cx="1638170" cy="177088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87FC93CF-BE97-C70F-8052-BA25BEF36992}"/>
                </a:ext>
              </a:extLst>
            </p:cNvPr>
            <p:cNvSpPr/>
            <p:nvPr/>
          </p:nvSpPr>
          <p:spPr>
            <a:xfrm>
              <a:off x="5138693" y="1847618"/>
              <a:ext cx="1622924" cy="1731550"/>
            </a:xfrm>
            <a:prstGeom prst="rect">
              <a:avLst/>
            </a:prstGeom>
            <a:solidFill>
              <a:srgbClr val="00B0F0">
                <a:alpha val="10000"/>
              </a:srgbClr>
            </a:solidFill>
            <a:ln w="44450">
              <a:solidFill>
                <a:srgbClr val="00B0F0">
                  <a:alpha val="1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7BE85825-0628-373B-786C-0CD850490C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846" y="1820767"/>
              <a:ext cx="0" cy="1770885"/>
            </a:xfrm>
            <a:prstGeom prst="straightConnector1">
              <a:avLst/>
            </a:prstGeom>
            <a:ln w="44450">
              <a:solidFill>
                <a:srgbClr val="00B0F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22E10B1-D19C-2217-333B-CDCF84ABEC91}"/>
                </a:ext>
              </a:extLst>
            </p:cNvPr>
            <p:cNvCxnSpPr>
              <a:cxnSpLocks/>
            </p:cNvCxnSpPr>
            <p:nvPr/>
          </p:nvCxnSpPr>
          <p:spPr>
            <a:xfrm>
              <a:off x="5123447" y="3581486"/>
              <a:ext cx="1638165" cy="0"/>
            </a:xfrm>
            <a:prstGeom prst="straightConnector1">
              <a:avLst/>
            </a:prstGeom>
            <a:ln w="44450">
              <a:solidFill>
                <a:srgbClr val="00B0F0">
                  <a:alpha val="50000"/>
                </a:srgb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2938976-8B4E-1EBA-222F-5BDBF9C7075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1864567"/>
              <a:ext cx="159519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7EBDC362-A59E-4082-BBFA-042B2EF5F76D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334224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5F848B3-57E4-045D-38A6-0DABE19F6669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089282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33410BC-E26B-651A-1070-E25C13C3FD1E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844337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0CBC619D-25AC-4EC3-49E2-55E5B06FD6E7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599394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38A1AD9-96DC-9B96-F9A4-C9DF34D3AB5C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354452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55B9A75C-5743-D9FD-74BC-532A10AAB6A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109509"/>
              <a:ext cx="1595194" cy="0"/>
            </a:xfrm>
            <a:prstGeom prst="line">
              <a:avLst/>
            </a:prstGeom>
            <a:solidFill>
              <a:srgbClr val="00B0F0">
                <a:alpha val="10000"/>
              </a:srgbClr>
            </a:solidFill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FEA1BC6C-A620-82E0-C2F4-2343FA7A265B}"/>
                </a:ext>
              </a:extLst>
            </p:cNvPr>
            <p:cNvSpPr/>
            <p:nvPr/>
          </p:nvSpPr>
          <p:spPr>
            <a:xfrm>
              <a:off x="6278862" y="2178444"/>
              <a:ext cx="156769" cy="15676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8B4157F9-90CA-95E5-E30B-3260F74D47FC}"/>
              </a:ext>
            </a:extLst>
          </p:cNvPr>
          <p:cNvGrpSpPr/>
          <p:nvPr/>
        </p:nvGrpSpPr>
        <p:grpSpPr>
          <a:xfrm rot="17854836">
            <a:off x="1862955" y="655437"/>
            <a:ext cx="1638170" cy="1770885"/>
            <a:chOff x="5123447" y="1820767"/>
            <a:chExt cx="1638170" cy="1770885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A19984DD-0740-5A0E-E420-8903EAAE39C1}"/>
                </a:ext>
              </a:extLst>
            </p:cNvPr>
            <p:cNvSpPr/>
            <p:nvPr/>
          </p:nvSpPr>
          <p:spPr>
            <a:xfrm>
              <a:off x="5138693" y="1847618"/>
              <a:ext cx="1622924" cy="1731550"/>
            </a:xfrm>
            <a:prstGeom prst="rect">
              <a:avLst/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89" name="直接箭头连接符 88">
              <a:extLst>
                <a:ext uri="{FF2B5EF4-FFF2-40B4-BE49-F238E27FC236}">
                  <a16:creationId xmlns:a16="http://schemas.microsoft.com/office/drawing/2014/main" id="{FB654CED-C367-CC73-AB04-1362FE1CF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846" y="1820767"/>
              <a:ext cx="0" cy="17708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0648CF26-5666-30CC-B49A-E94E8FAE9D2A}"/>
                </a:ext>
              </a:extLst>
            </p:cNvPr>
            <p:cNvCxnSpPr>
              <a:cxnSpLocks/>
            </p:cNvCxnSpPr>
            <p:nvPr/>
          </p:nvCxnSpPr>
          <p:spPr>
            <a:xfrm>
              <a:off x="5123447" y="3581486"/>
              <a:ext cx="1638165" cy="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40F1451A-67E3-F402-BE89-09CFCBC0CBF8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579167"/>
              <a:ext cx="1595194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5BB007CE-B56B-BB35-3C95-C1BBEFC9E385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1864567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54C83D45-D48A-4275-8959-53CF009D4A7F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334224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4639818F-0E34-6D4D-2674-4910AB8BB494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3089282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8E1C692E-D3F0-5336-5B46-DFA1DAE09A87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844337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23D807B4-D3F3-8DDD-3803-32ED55DBEFA0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599394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DE0D09E2-B290-B78F-B25D-94608641EF03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354452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EF485500-EE03-0DC9-3426-BD0F6CBCE703}"/>
                </a:ext>
              </a:extLst>
            </p:cNvPr>
            <p:cNvCxnSpPr>
              <a:cxnSpLocks/>
            </p:cNvCxnSpPr>
            <p:nvPr/>
          </p:nvCxnSpPr>
          <p:spPr>
            <a:xfrm>
              <a:off x="5138692" y="2109509"/>
              <a:ext cx="1595194" cy="0"/>
            </a:xfrm>
            <a:prstGeom prst="line">
              <a:avLst/>
            </a:prstGeom>
            <a:ln w="25400">
              <a:solidFill>
                <a:srgbClr val="0070C0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8A684213-AA39-1E0C-A62F-22E0348DC03F}"/>
                </a:ext>
              </a:extLst>
            </p:cNvPr>
            <p:cNvSpPr/>
            <p:nvPr/>
          </p:nvSpPr>
          <p:spPr>
            <a:xfrm>
              <a:off x="6278862" y="2178444"/>
              <a:ext cx="156769" cy="156769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sp>
        <p:nvSpPr>
          <p:cNvPr id="105" name="弧形 104">
            <a:extLst>
              <a:ext uri="{FF2B5EF4-FFF2-40B4-BE49-F238E27FC236}">
                <a16:creationId xmlns:a16="http://schemas.microsoft.com/office/drawing/2014/main" id="{E8304797-77E4-D02B-8377-3086786E6115}"/>
              </a:ext>
            </a:extLst>
          </p:cNvPr>
          <p:cNvSpPr/>
          <p:nvPr/>
        </p:nvSpPr>
        <p:spPr>
          <a:xfrm rot="407351">
            <a:off x="2857471" y="2333136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6" name="图片 105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4C731A0A-7FCE-CF33-ADCA-B1FD6F5481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3970" y="2272899"/>
            <a:ext cx="117594" cy="199907"/>
          </a:xfrm>
          <a:prstGeom prst="rect">
            <a:avLst/>
          </a:prstGeom>
        </p:spPr>
      </p:pic>
      <p:pic>
        <p:nvPicPr>
          <p:cNvPr id="319" name="图片 318" descr="\documentclass{article}&#10;\usepackage{amsmath}&#10;\usepackage{bm}&#10;\pagestyle{empty}&#10;\begin{document}&#10;&#10;\begin{align}&#10;\begin{cases}&#10;        y_1 = \cos \theta \cdot x_1 - \sin \theta \, \cdot x_2\\[4pt]&#10;        y_2 = \sin \theta \, \cdot x_1 + \cos \theta \cdot x_2&#10;    \end{cases}&#10;~&#10;\Longleftrightarrow&#10;~~~&#10;\begin{pmatrix}&#10;y_1 \\[4pt]&#10;y_2&#10;\end{pmatrix}&#10;=&#10;\begin{pmatrix}&#10;\cos \theta &amp; -\sin \theta \\[4pt]&#10;\sin \theta &amp; \cos \theta&#10;\end{pmatrix}&#10;\begin{pmatrix}&#10;x_1 \\[4pt]&#10;x_2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BC65284-24AF-850B-14AB-0F917367DC1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594" y="4136028"/>
            <a:ext cx="8560729" cy="836593"/>
          </a:xfrm>
          <a:prstGeom prst="rect">
            <a:avLst/>
          </a:prstGeom>
        </p:spPr>
      </p:pic>
      <p:pic>
        <p:nvPicPr>
          <p:cNvPr id="108" name="图片 107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C95CEA6F-80BC-2458-F842-F2834DA951E5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67" y="1143742"/>
            <a:ext cx="855064" cy="280541"/>
          </a:xfrm>
          <a:prstGeom prst="rect">
            <a:avLst/>
          </a:prstGeom>
        </p:spPr>
      </p:pic>
      <p:pic>
        <p:nvPicPr>
          <p:cNvPr id="109" name="图片 108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1E955E6E-6D46-1A2E-2B9F-96E3F16493F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5605" y="591779"/>
            <a:ext cx="809709" cy="280541"/>
          </a:xfrm>
          <a:prstGeom prst="rect">
            <a:avLst/>
          </a:prstGeom>
        </p:spPr>
      </p:pic>
      <p:pic>
        <p:nvPicPr>
          <p:cNvPr id="110" name="图片 10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A0B9E004-363A-72FF-F88B-AE0AC0CC473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305" y="2784308"/>
            <a:ext cx="245264" cy="164632"/>
          </a:xfrm>
          <a:prstGeom prst="rect">
            <a:avLst/>
          </a:prstGeom>
        </p:spPr>
      </p:pic>
      <p:pic>
        <p:nvPicPr>
          <p:cNvPr id="112" name="图片 11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12B7E820-0F90-6FAE-0F16-6EB4EF488E5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533" y="252813"/>
            <a:ext cx="251987" cy="164632"/>
          </a:xfrm>
          <a:prstGeom prst="rect">
            <a:avLst/>
          </a:prstGeom>
        </p:spPr>
      </p:pic>
      <p:pic>
        <p:nvPicPr>
          <p:cNvPr id="156" name="图片 155" descr="\documentclass{article}&#10;\usepackage{amsmath}&#10;\usepackage{bm}&#10;\pagestyle{empty}&#10;\begin{document}&#10;&#10;$\bm{\beta}_1$&#10;&#10;&#10;\end{document}" title="IguanaTex Bitmap Display">
            <a:extLst>
              <a:ext uri="{FF2B5EF4-FFF2-40B4-BE49-F238E27FC236}">
                <a16:creationId xmlns:a16="http://schemas.microsoft.com/office/drawing/2014/main" id="{DE3F5D23-ACBC-B10F-9BA4-D2B791E24AD8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382" y="3594766"/>
            <a:ext cx="273822" cy="248623"/>
          </a:xfrm>
          <a:prstGeom prst="rect">
            <a:avLst/>
          </a:prstGeom>
        </p:spPr>
      </p:pic>
      <p:pic>
        <p:nvPicPr>
          <p:cNvPr id="159" name="图片 158" descr="\documentclass{article}&#10;\usepackage{amsmath}&#10;\usepackage{bm}&#10;\pagestyle{empty}&#10;\begin{document}&#10;&#10;$\bm{\beta}_2$&#10;&#10;&#10;\end{document}" title="IguanaTex Bitmap Display">
            <a:extLst>
              <a:ext uri="{FF2B5EF4-FFF2-40B4-BE49-F238E27FC236}">
                <a16:creationId xmlns:a16="http://schemas.microsoft.com/office/drawing/2014/main" id="{1796D5C0-9750-8801-CDE8-FF24ADEE0A7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0051" y="3594763"/>
            <a:ext cx="280542" cy="248623"/>
          </a:xfrm>
          <a:prstGeom prst="rect">
            <a:avLst/>
          </a:prstGeom>
        </p:spPr>
      </p:pic>
      <p:sp>
        <p:nvSpPr>
          <p:cNvPr id="161" name="矩形 160">
            <a:extLst>
              <a:ext uri="{FF2B5EF4-FFF2-40B4-BE49-F238E27FC236}">
                <a16:creationId xmlns:a16="http://schemas.microsoft.com/office/drawing/2014/main" id="{B5C90FBF-4660-ADEF-F30A-72E07D88AEAB}"/>
              </a:ext>
            </a:extLst>
          </p:cNvPr>
          <p:cNvSpPr/>
          <p:nvPr/>
        </p:nvSpPr>
        <p:spPr>
          <a:xfrm>
            <a:off x="2784161" y="3922870"/>
            <a:ext cx="657719" cy="1240127"/>
          </a:xfrm>
          <a:prstGeom prst="rect">
            <a:avLst/>
          </a:prstGeom>
          <a:solidFill>
            <a:srgbClr val="00B0F0">
              <a:alpha val="20000"/>
            </a:srgb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7FB39E27-1366-D8B0-FA96-DCC779FBB50A}"/>
              </a:ext>
            </a:extLst>
          </p:cNvPr>
          <p:cNvSpPr/>
          <p:nvPr/>
        </p:nvSpPr>
        <p:spPr>
          <a:xfrm>
            <a:off x="3929707" y="3934260"/>
            <a:ext cx="908527" cy="1240127"/>
          </a:xfrm>
          <a:prstGeom prst="rect">
            <a:avLst/>
          </a:prstGeom>
          <a:solidFill>
            <a:srgbClr val="0070C0">
              <a:alpha val="20000"/>
            </a:srgb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B5EBE33E-A48F-BE23-3C86-6DFFF4EE7B77}"/>
              </a:ext>
            </a:extLst>
          </p:cNvPr>
          <p:cNvSpPr/>
          <p:nvPr/>
        </p:nvSpPr>
        <p:spPr>
          <a:xfrm>
            <a:off x="7966140" y="3896426"/>
            <a:ext cx="657719" cy="1240127"/>
          </a:xfrm>
          <a:prstGeom prst="rect">
            <a:avLst/>
          </a:prstGeom>
          <a:solidFill>
            <a:srgbClr val="00B0F0">
              <a:alpha val="20000"/>
            </a:srgb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86AD5013-D346-0886-69DC-156E36CF6FE7}"/>
              </a:ext>
            </a:extLst>
          </p:cNvPr>
          <p:cNvSpPr/>
          <p:nvPr/>
        </p:nvSpPr>
        <p:spPr>
          <a:xfrm>
            <a:off x="8788341" y="3896425"/>
            <a:ext cx="908527" cy="1240127"/>
          </a:xfrm>
          <a:prstGeom prst="rect">
            <a:avLst/>
          </a:prstGeom>
          <a:solidFill>
            <a:srgbClr val="0070C0">
              <a:alpha val="20000"/>
            </a:srgbClr>
          </a:solidFill>
          <a:ln w="444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321" name="图片 320" descr="\documentclass{article}&#10;\usepackage{amsmath}&#10;\usepackage{bm}&#10;\pagestyle{empty}&#10;\begin{document}&#10;&#10;\begin{align}&#10;\Longleftrightarrow~~~~~&#10;\bm{y} &amp;= A \bm{x} &#10;= (\bm{\beta}_1~ \bm{\beta}_2) \bm{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86C051F-2AE6-F17A-D0D1-79C38EEDC9C0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964" y="5429780"/>
            <a:ext cx="3447140" cy="280544"/>
          </a:xfrm>
          <a:prstGeom prst="rect">
            <a:avLst/>
          </a:prstGeom>
        </p:spPr>
      </p:pic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65E6E9B7-2BA3-BA18-EDB9-EA444987339F}"/>
              </a:ext>
            </a:extLst>
          </p:cNvPr>
          <p:cNvCxnSpPr>
            <a:cxnSpLocks/>
          </p:cNvCxnSpPr>
          <p:nvPr/>
        </p:nvCxnSpPr>
        <p:spPr>
          <a:xfrm>
            <a:off x="7390478" y="2646886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8092F7E1-6219-05CD-0A48-2107CCABB872}"/>
              </a:ext>
            </a:extLst>
          </p:cNvPr>
          <p:cNvCxnSpPr>
            <a:cxnSpLocks/>
          </p:cNvCxnSpPr>
          <p:nvPr/>
        </p:nvCxnSpPr>
        <p:spPr>
          <a:xfrm flipV="1">
            <a:off x="8240915" y="431535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图片 242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080857F-55A9-64C2-517B-F25E723D6F51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143" y="2750294"/>
            <a:ext cx="193188" cy="203267"/>
          </a:xfrm>
          <a:prstGeom prst="rect">
            <a:avLst/>
          </a:prstGeom>
        </p:spPr>
      </p:pic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0D1AF16A-3D66-9737-626F-075EED04D1A8}"/>
              </a:ext>
            </a:extLst>
          </p:cNvPr>
          <p:cNvCxnSpPr/>
          <p:nvPr/>
        </p:nvCxnSpPr>
        <p:spPr>
          <a:xfrm>
            <a:off x="8240173" y="264510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E1434DBC-4360-99C0-7172-142EFDB2916A}"/>
              </a:ext>
            </a:extLst>
          </p:cNvPr>
          <p:cNvCxnSpPr>
            <a:cxnSpLocks/>
          </p:cNvCxnSpPr>
          <p:nvPr/>
        </p:nvCxnSpPr>
        <p:spPr>
          <a:xfrm flipV="1">
            <a:off x="8239419" y="884409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1696A633-3A49-1CA6-5E20-BC96DB519FA5}"/>
              </a:ext>
            </a:extLst>
          </p:cNvPr>
          <p:cNvCxnSpPr>
            <a:cxnSpLocks/>
          </p:cNvCxnSpPr>
          <p:nvPr/>
        </p:nvCxnSpPr>
        <p:spPr>
          <a:xfrm>
            <a:off x="8217327" y="2645109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>
            <a:extLst>
              <a:ext uri="{FF2B5EF4-FFF2-40B4-BE49-F238E27FC236}">
                <a16:creationId xmlns:a16="http://schemas.microsoft.com/office/drawing/2014/main" id="{251BAC15-4A64-A24A-29B7-09AA46DCE3C0}"/>
              </a:ext>
            </a:extLst>
          </p:cNvPr>
          <p:cNvCxnSpPr>
            <a:cxnSpLocks/>
          </p:cNvCxnSpPr>
          <p:nvPr/>
        </p:nvCxnSpPr>
        <p:spPr>
          <a:xfrm rot="17854836" flipV="1">
            <a:off x="7476140" y="1358930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箭头连接符 259">
            <a:extLst>
              <a:ext uri="{FF2B5EF4-FFF2-40B4-BE49-F238E27FC236}">
                <a16:creationId xmlns:a16="http://schemas.microsoft.com/office/drawing/2014/main" id="{EBF28066-6A4F-53A2-0551-A118B69DBAE1}"/>
              </a:ext>
            </a:extLst>
          </p:cNvPr>
          <p:cNvCxnSpPr>
            <a:cxnSpLocks/>
          </p:cNvCxnSpPr>
          <p:nvPr/>
        </p:nvCxnSpPr>
        <p:spPr>
          <a:xfrm rot="17854836">
            <a:off x="7791939" y="1946113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弧形 270">
            <a:extLst>
              <a:ext uri="{FF2B5EF4-FFF2-40B4-BE49-F238E27FC236}">
                <a16:creationId xmlns:a16="http://schemas.microsoft.com/office/drawing/2014/main" id="{7C7023CE-BA05-B639-20B7-FE9209142036}"/>
              </a:ext>
            </a:extLst>
          </p:cNvPr>
          <p:cNvSpPr/>
          <p:nvPr/>
        </p:nvSpPr>
        <p:spPr>
          <a:xfrm rot="407351">
            <a:off x="8019044" y="2333136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2" name="图片 271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C8EB0C51-2387-6918-B44D-61516B658E2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543" y="2272899"/>
            <a:ext cx="117594" cy="199907"/>
          </a:xfrm>
          <a:prstGeom prst="rect">
            <a:avLst/>
          </a:prstGeom>
        </p:spPr>
      </p:pic>
      <p:pic>
        <p:nvPicPr>
          <p:cNvPr id="275" name="图片 27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91A675BA-2F7E-8E54-245F-09133A67889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878" y="2784308"/>
            <a:ext cx="245264" cy="164632"/>
          </a:xfrm>
          <a:prstGeom prst="rect">
            <a:avLst/>
          </a:prstGeom>
        </p:spPr>
      </p:pic>
      <p:pic>
        <p:nvPicPr>
          <p:cNvPr id="282" name="图片 28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7C80631-8209-7A58-A329-A6BF8574988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106" y="252813"/>
            <a:ext cx="251987" cy="164632"/>
          </a:xfrm>
          <a:prstGeom prst="rect">
            <a:avLst/>
          </a:prstGeom>
        </p:spPr>
      </p:pic>
      <p:sp>
        <p:nvSpPr>
          <p:cNvPr id="283" name="弧形 282">
            <a:extLst>
              <a:ext uri="{FF2B5EF4-FFF2-40B4-BE49-F238E27FC236}">
                <a16:creationId xmlns:a16="http://schemas.microsoft.com/office/drawing/2014/main" id="{6E0C5234-056C-7469-7766-6B28AA2CD880}"/>
              </a:ext>
            </a:extLst>
          </p:cNvPr>
          <p:cNvSpPr/>
          <p:nvPr/>
        </p:nvSpPr>
        <p:spPr>
          <a:xfrm rot="9861698" flipH="1">
            <a:off x="7824005" y="1832356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弧形 283">
            <a:extLst>
              <a:ext uri="{FF2B5EF4-FFF2-40B4-BE49-F238E27FC236}">
                <a16:creationId xmlns:a16="http://schemas.microsoft.com/office/drawing/2014/main" id="{BB9983A7-ED75-1BA0-51F1-4D6D7D972F47}"/>
              </a:ext>
            </a:extLst>
          </p:cNvPr>
          <p:cNvSpPr/>
          <p:nvPr/>
        </p:nvSpPr>
        <p:spPr>
          <a:xfrm rot="3328014" flipH="1">
            <a:off x="7538077" y="1827972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4" name="图片 313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DA45C5A-D54E-0130-0E83-D827D806858F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1494" y="1180734"/>
            <a:ext cx="273822" cy="248623"/>
          </a:xfrm>
          <a:prstGeom prst="rect">
            <a:avLst/>
          </a:prstGeom>
        </p:spPr>
      </p:pic>
      <p:pic>
        <p:nvPicPr>
          <p:cNvPr id="312" name="图片 311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12D3E99-BA31-A125-866D-31D3472B9745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665" y="1501692"/>
            <a:ext cx="280542" cy="248623"/>
          </a:xfrm>
          <a:prstGeom prst="rect">
            <a:avLst/>
          </a:prstGeom>
        </p:spPr>
      </p:pic>
      <p:pic>
        <p:nvPicPr>
          <p:cNvPr id="310" name="图片 309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35C2A1B-A4C5-748E-F01C-7CB5D0B08A74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870" y="880589"/>
            <a:ext cx="299020" cy="167989"/>
          </a:xfrm>
          <a:prstGeom prst="rect">
            <a:avLst/>
          </a:prstGeom>
        </p:spPr>
      </p:pic>
      <p:pic>
        <p:nvPicPr>
          <p:cNvPr id="317" name="图片 316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D6D17322-B41A-0E46-A556-048DCE26DD16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0804" y="2339715"/>
            <a:ext cx="292301" cy="16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0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08626-5712-E67F-1866-CE1F3426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BBC9CCAB-A276-C285-1C6E-21811B1FA416}"/>
              </a:ext>
            </a:extLst>
          </p:cNvPr>
          <p:cNvCxnSpPr>
            <a:cxnSpLocks/>
          </p:cNvCxnSpPr>
          <p:nvPr/>
        </p:nvCxnSpPr>
        <p:spPr>
          <a:xfrm>
            <a:off x="2367143" y="3017098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F3883C74-1138-508D-1CEF-DB7E7CD07050}"/>
              </a:ext>
            </a:extLst>
          </p:cNvPr>
          <p:cNvCxnSpPr>
            <a:cxnSpLocks/>
          </p:cNvCxnSpPr>
          <p:nvPr/>
        </p:nvCxnSpPr>
        <p:spPr>
          <a:xfrm flipV="1">
            <a:off x="3217579" y="801744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F8A5D125-0D7D-F303-5241-63EC564E4CC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808" y="3120507"/>
            <a:ext cx="193188" cy="203267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B49773F-DBE3-6456-F216-569F564056EE}"/>
              </a:ext>
            </a:extLst>
          </p:cNvPr>
          <p:cNvCxnSpPr/>
          <p:nvPr/>
        </p:nvCxnSpPr>
        <p:spPr>
          <a:xfrm>
            <a:off x="3216836" y="3015318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42CBECB-714A-FBD1-0B3D-42DFC8E5A22F}"/>
              </a:ext>
            </a:extLst>
          </p:cNvPr>
          <p:cNvSpPr/>
          <p:nvPr/>
        </p:nvSpPr>
        <p:spPr>
          <a:xfrm>
            <a:off x="3209216" y="1281458"/>
            <a:ext cx="1683581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8AE2FA2-1C32-9496-0A69-40290DD734D1}"/>
              </a:ext>
            </a:extLst>
          </p:cNvPr>
          <p:cNvCxnSpPr>
            <a:cxnSpLocks/>
          </p:cNvCxnSpPr>
          <p:nvPr/>
        </p:nvCxnSpPr>
        <p:spPr>
          <a:xfrm flipV="1">
            <a:off x="3219370" y="1254617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EEFA0A1-6810-53D9-3BAA-365A628901DE}"/>
              </a:ext>
            </a:extLst>
          </p:cNvPr>
          <p:cNvCxnSpPr>
            <a:cxnSpLocks/>
          </p:cNvCxnSpPr>
          <p:nvPr/>
        </p:nvCxnSpPr>
        <p:spPr>
          <a:xfrm>
            <a:off x="3193985" y="3015326"/>
            <a:ext cx="1698812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0AC79A54-C26E-8953-6AA4-C32166A657B9}"/>
              </a:ext>
            </a:extLst>
          </p:cNvPr>
          <p:cNvSpPr/>
          <p:nvPr/>
        </p:nvSpPr>
        <p:spPr>
          <a:xfrm rot="17854836">
            <a:off x="2008748" y="1025427"/>
            <a:ext cx="1660032" cy="1731550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F3921F3-2E20-1644-C3C3-174C60792BC8}"/>
              </a:ext>
            </a:extLst>
          </p:cNvPr>
          <p:cNvCxnSpPr>
            <a:cxnSpLocks/>
          </p:cNvCxnSpPr>
          <p:nvPr/>
        </p:nvCxnSpPr>
        <p:spPr>
          <a:xfrm rot="17854836" flipV="1">
            <a:off x="2452804" y="1744265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119B3C6-E3E7-5A05-4644-945DDD37B147}"/>
              </a:ext>
            </a:extLst>
          </p:cNvPr>
          <p:cNvCxnSpPr>
            <a:cxnSpLocks/>
          </p:cNvCxnSpPr>
          <p:nvPr/>
        </p:nvCxnSpPr>
        <p:spPr>
          <a:xfrm flipV="1">
            <a:off x="3216869" y="1553013"/>
            <a:ext cx="777955" cy="148932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弧形 13">
            <a:extLst>
              <a:ext uri="{FF2B5EF4-FFF2-40B4-BE49-F238E27FC236}">
                <a16:creationId xmlns:a16="http://schemas.microsoft.com/office/drawing/2014/main" id="{2EB05582-911A-73A8-721B-38F29B7CF9A4}"/>
              </a:ext>
            </a:extLst>
          </p:cNvPr>
          <p:cNvSpPr/>
          <p:nvPr/>
        </p:nvSpPr>
        <p:spPr>
          <a:xfrm rot="407351">
            <a:off x="2972848" y="2718589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417708F9-4FA4-8F87-134B-3AB163CD2D8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4587" y="2658349"/>
            <a:ext cx="117594" cy="199907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74BDC476-8A73-16C2-49BC-1CDA1C54833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541" y="3154520"/>
            <a:ext cx="245264" cy="164632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394EC434-9C41-E2FA-1682-86728FDF6F20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770" y="672890"/>
            <a:ext cx="251987" cy="164632"/>
          </a:xfrm>
          <a:prstGeom prst="rect">
            <a:avLst/>
          </a:prstGeom>
        </p:spPr>
      </p:pic>
      <p:pic>
        <p:nvPicPr>
          <p:cNvPr id="20" name="图片 19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9A53646-B3B7-D772-DFDF-5D3082E86FB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941" y="1289300"/>
            <a:ext cx="273822" cy="248623"/>
          </a:xfrm>
          <a:prstGeom prst="rect">
            <a:avLst/>
          </a:prstGeom>
        </p:spPr>
      </p:pic>
      <p:pic>
        <p:nvPicPr>
          <p:cNvPr id="23" name="图片 22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8EBEBD8-D8EC-0C8F-75A5-608E27FBFAB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488" y="2315817"/>
            <a:ext cx="280542" cy="248623"/>
          </a:xfrm>
          <a:prstGeom prst="rect">
            <a:avLst/>
          </a:prstGeom>
        </p:spPr>
      </p:pic>
      <p:sp>
        <p:nvSpPr>
          <p:cNvPr id="29" name="椭圆 28">
            <a:extLst>
              <a:ext uri="{FF2B5EF4-FFF2-40B4-BE49-F238E27FC236}">
                <a16:creationId xmlns:a16="http://schemas.microsoft.com/office/drawing/2014/main" id="{BDBDBF0A-2CBC-F687-F71B-3EAA305D28E3}"/>
              </a:ext>
            </a:extLst>
          </p:cNvPr>
          <p:cNvSpPr/>
          <p:nvPr/>
        </p:nvSpPr>
        <p:spPr>
          <a:xfrm rot="17854836">
            <a:off x="2535590" y="1259810"/>
            <a:ext cx="156769" cy="15676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265A0EF-BD61-D2CC-B019-6E27F87C4903}"/>
              </a:ext>
            </a:extLst>
          </p:cNvPr>
          <p:cNvSpPr/>
          <p:nvPr/>
        </p:nvSpPr>
        <p:spPr>
          <a:xfrm>
            <a:off x="4349386" y="1615047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40" name="图片 39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82F068C9-BE01-60D0-A819-A80BC87D595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557" y="1564245"/>
            <a:ext cx="855064" cy="280541"/>
          </a:xfrm>
          <a:prstGeom prst="rect">
            <a:avLst/>
          </a:prstGeom>
        </p:spPr>
      </p:pic>
      <p:pic>
        <p:nvPicPr>
          <p:cNvPr id="41" name="图片 40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32274C41-B6C2-57C0-7BF7-F44FE7971A8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4357" y="1183719"/>
            <a:ext cx="809709" cy="280541"/>
          </a:xfrm>
          <a:prstGeom prst="rect">
            <a:avLst/>
          </a:prstGeom>
        </p:spPr>
      </p:pic>
      <p:grpSp>
        <p:nvGrpSpPr>
          <p:cNvPr id="51" name="组合 50">
            <a:extLst>
              <a:ext uri="{FF2B5EF4-FFF2-40B4-BE49-F238E27FC236}">
                <a16:creationId xmlns:a16="http://schemas.microsoft.com/office/drawing/2014/main" id="{E42BD88B-9419-C761-46C7-6F2A1BB2D853}"/>
              </a:ext>
            </a:extLst>
          </p:cNvPr>
          <p:cNvGrpSpPr/>
          <p:nvPr/>
        </p:nvGrpSpPr>
        <p:grpSpPr>
          <a:xfrm>
            <a:off x="7538862" y="797709"/>
            <a:ext cx="3009593" cy="2812221"/>
            <a:chOff x="4441400" y="624844"/>
            <a:chExt cx="3009593" cy="2812221"/>
          </a:xfrm>
        </p:grpSpPr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CFF5C27-E8C5-626B-02AC-2732B71C1A32}"/>
                </a:ext>
              </a:extLst>
            </p:cNvPr>
            <p:cNvCxnSpPr>
              <a:cxnSpLocks/>
            </p:cNvCxnSpPr>
            <p:nvPr/>
          </p:nvCxnSpPr>
          <p:spPr>
            <a:xfrm>
              <a:off x="4441400" y="2840198"/>
              <a:ext cx="3009593" cy="0"/>
            </a:xfrm>
            <a:prstGeom prst="straightConnector1">
              <a:avLst/>
            </a:prstGeom>
            <a:ln w="444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9F0F2232-D038-A69C-7FA0-CA01D458B0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91836" y="624844"/>
              <a:ext cx="0" cy="2812221"/>
            </a:xfrm>
            <a:prstGeom prst="straightConnector1">
              <a:avLst/>
            </a:prstGeom>
            <a:ln w="444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图片 49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BC82E904-7AC9-37CC-A1B0-B097E10561C4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38000" y="3001968"/>
              <a:ext cx="193188" cy="203267"/>
            </a:xfrm>
            <a:prstGeom prst="rect">
              <a:avLst/>
            </a:prstGeom>
          </p:spPr>
        </p:pic>
      </p:grpSp>
      <p:sp>
        <p:nvSpPr>
          <p:cNvPr id="52" name="矩形 51">
            <a:extLst>
              <a:ext uri="{FF2B5EF4-FFF2-40B4-BE49-F238E27FC236}">
                <a16:creationId xmlns:a16="http://schemas.microsoft.com/office/drawing/2014/main" id="{CD817DD0-16A7-38D7-8AC4-0CE0A9DEF8D1}"/>
              </a:ext>
            </a:extLst>
          </p:cNvPr>
          <p:cNvSpPr/>
          <p:nvPr/>
        </p:nvSpPr>
        <p:spPr>
          <a:xfrm>
            <a:off x="8403369" y="1281458"/>
            <a:ext cx="1622924" cy="1738584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0FAE6546-7493-74F8-7A8A-936361401A6E}"/>
              </a:ext>
            </a:extLst>
          </p:cNvPr>
          <p:cNvSpPr/>
          <p:nvPr/>
        </p:nvSpPr>
        <p:spPr>
          <a:xfrm>
            <a:off x="9474595" y="1622081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54" name="图片 53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11255A11-7AA9-E7E3-AB74-6F691FCE02F9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8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6663" y="588945"/>
            <a:ext cx="251987" cy="164632"/>
          </a:xfrm>
          <a:prstGeom prst="rect">
            <a:avLst/>
          </a:prstGeom>
        </p:spPr>
      </p:pic>
      <p:pic>
        <p:nvPicPr>
          <p:cNvPr id="55" name="图片 5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F0FE80D-303C-BC6A-7E7A-A4164F82DE4F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823" y="3156953"/>
            <a:ext cx="245264" cy="164632"/>
          </a:xfrm>
          <a:prstGeom prst="rect">
            <a:avLst/>
          </a:prstGeom>
        </p:spPr>
      </p:pic>
      <p:pic>
        <p:nvPicPr>
          <p:cNvPr id="56" name="图片 5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DAD2BA5F-A785-D066-B6BC-452ACF4AA6C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1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082" y="1585334"/>
            <a:ext cx="855064" cy="280541"/>
          </a:xfrm>
          <a:prstGeom prst="rect">
            <a:avLst/>
          </a:prstGeom>
        </p:spPr>
      </p:pic>
      <p:pic>
        <p:nvPicPr>
          <p:cNvPr id="62" name="图片 61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9D84EF4E-02A2-C310-9EDA-BE7C3DDD6D6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510" y="4820371"/>
            <a:ext cx="221746" cy="179751"/>
          </a:xfrm>
          <a:prstGeom prst="rect">
            <a:avLst/>
          </a:prstGeom>
        </p:spPr>
      </p:pic>
      <p:pic>
        <p:nvPicPr>
          <p:cNvPr id="60" name="图片 59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9D5387C5-A502-968B-2659-641874331B5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449" y="2141442"/>
            <a:ext cx="228468" cy="179751"/>
          </a:xfrm>
          <a:prstGeom prst="rect">
            <a:avLst/>
          </a:prstGeom>
        </p:spPr>
      </p:pic>
      <p:pic>
        <p:nvPicPr>
          <p:cNvPr id="63" name="图片 62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7A7A0AAA-C15F-43ED-9E9C-195DC33AAF47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66249">
            <a:off x="8880943" y="999803"/>
            <a:ext cx="809709" cy="280541"/>
          </a:xfrm>
          <a:prstGeom prst="rect">
            <a:avLst/>
          </a:prstGeom>
        </p:spPr>
      </p:pic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37806E9-444F-2A26-5479-D076916F33D9}"/>
              </a:ext>
            </a:extLst>
          </p:cNvPr>
          <p:cNvCxnSpPr>
            <a:cxnSpLocks/>
          </p:cNvCxnSpPr>
          <p:nvPr/>
        </p:nvCxnSpPr>
        <p:spPr>
          <a:xfrm>
            <a:off x="8395748" y="3013008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0097994F-D24B-6AD2-BF1F-AA3882E5B637}"/>
              </a:ext>
            </a:extLst>
          </p:cNvPr>
          <p:cNvCxnSpPr>
            <a:cxnSpLocks/>
          </p:cNvCxnSpPr>
          <p:nvPr/>
        </p:nvCxnSpPr>
        <p:spPr>
          <a:xfrm flipV="1">
            <a:off x="8381679" y="1273878"/>
            <a:ext cx="0" cy="1753869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图片 80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05614C7-B87B-B40D-D4F6-FD2BB80EFCF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364" y="1390087"/>
            <a:ext cx="299020" cy="167989"/>
          </a:xfrm>
          <a:prstGeom prst="rect">
            <a:avLst/>
          </a:prstGeom>
        </p:spPr>
      </p:pic>
      <p:pic>
        <p:nvPicPr>
          <p:cNvPr id="82" name="图片 81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D80018DC-5325-011D-8A97-3D2C8753FC86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798" y="3138145"/>
            <a:ext cx="292301" cy="167989"/>
          </a:xfrm>
          <a:prstGeom prst="rect">
            <a:avLst/>
          </a:prstGeom>
        </p:spPr>
      </p:pic>
      <p:grpSp>
        <p:nvGrpSpPr>
          <p:cNvPr id="45" name="组合 44">
            <a:extLst>
              <a:ext uri="{FF2B5EF4-FFF2-40B4-BE49-F238E27FC236}">
                <a16:creationId xmlns:a16="http://schemas.microsoft.com/office/drawing/2014/main" id="{F33BCACD-99C7-D503-B3EB-37B29C055B5D}"/>
              </a:ext>
            </a:extLst>
          </p:cNvPr>
          <p:cNvGrpSpPr/>
          <p:nvPr/>
        </p:nvGrpSpPr>
        <p:grpSpPr>
          <a:xfrm rot="19941768" flipV="1">
            <a:off x="7500874" y="1182796"/>
            <a:ext cx="3042205" cy="3368757"/>
            <a:chOff x="4865615" y="852449"/>
            <a:chExt cx="3042205" cy="4839671"/>
          </a:xfrm>
        </p:grpSpPr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14F9C6F8-A8E2-E2ED-363A-259A473AADE3}"/>
                </a:ext>
              </a:extLst>
            </p:cNvPr>
            <p:cNvCxnSpPr>
              <a:cxnSpLocks/>
            </p:cNvCxnSpPr>
            <p:nvPr/>
          </p:nvCxnSpPr>
          <p:spPr>
            <a:xfrm>
              <a:off x="4898227" y="3510758"/>
              <a:ext cx="3009593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FE923CF7-FB64-B83A-26C4-23097A70A461}"/>
                </a:ext>
              </a:extLst>
            </p:cNvPr>
            <p:cNvCxnSpPr>
              <a:cxnSpLocks/>
            </p:cNvCxnSpPr>
            <p:nvPr/>
          </p:nvCxnSpPr>
          <p:spPr>
            <a:xfrm rot="19941768" flipV="1">
              <a:off x="4865615" y="852449"/>
              <a:ext cx="1763929" cy="4839671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弧形 16">
            <a:extLst>
              <a:ext uri="{FF2B5EF4-FFF2-40B4-BE49-F238E27FC236}">
                <a16:creationId xmlns:a16="http://schemas.microsoft.com/office/drawing/2014/main" id="{886335B9-6DA6-2AD1-1612-27FA4801FDAA}"/>
              </a:ext>
            </a:extLst>
          </p:cNvPr>
          <p:cNvSpPr/>
          <p:nvPr/>
        </p:nvSpPr>
        <p:spPr>
          <a:xfrm rot="20790760">
            <a:off x="8071075" y="2705551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743C73E1-1C86-9DCF-31F2-31AAB704287D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5082" y="2490240"/>
            <a:ext cx="117594" cy="199907"/>
          </a:xfrm>
          <a:prstGeom prst="rect">
            <a:avLst/>
          </a:prstGeom>
        </p:spPr>
      </p:pic>
      <p:pic>
        <p:nvPicPr>
          <p:cNvPr id="27" name="图片 26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0CFA73E-2B59-E8F5-173F-557D97201C18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405" y="1390087"/>
            <a:ext cx="299020" cy="167989"/>
          </a:xfrm>
          <a:prstGeom prst="rect">
            <a:avLst/>
          </a:prstGeom>
        </p:spPr>
      </p:pic>
      <p:pic>
        <p:nvPicPr>
          <p:cNvPr id="28" name="图片 27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BEDEA9D-A02D-43E5-5DD8-3D991A9BFB4F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839" y="3138145"/>
            <a:ext cx="292301" cy="167989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36C1E8A9-5448-40CF-D373-D68F99E55F9F}"/>
              </a:ext>
            </a:extLst>
          </p:cNvPr>
          <p:cNvGrpSpPr/>
          <p:nvPr/>
        </p:nvGrpSpPr>
        <p:grpSpPr>
          <a:xfrm rot="7493058">
            <a:off x="8018538" y="2326931"/>
            <a:ext cx="2427463" cy="1489320"/>
            <a:chOff x="4743401" y="3971093"/>
            <a:chExt cx="2427463" cy="1489320"/>
          </a:xfrm>
        </p:grpSpPr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B7CB5A56-BA90-8663-D3B6-2498711C33AC}"/>
                </a:ext>
              </a:extLst>
            </p:cNvPr>
            <p:cNvCxnSpPr>
              <a:cxnSpLocks/>
            </p:cNvCxnSpPr>
            <p:nvPr/>
          </p:nvCxnSpPr>
          <p:spPr>
            <a:xfrm rot="17854836" flipV="1">
              <a:off x="5628844" y="4162345"/>
              <a:ext cx="0" cy="17708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7B0A3008-038F-438F-4858-E696CE2591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909" y="3971093"/>
              <a:ext cx="777955" cy="148932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4" name="图片 33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7985E4CA-A5C1-CCC8-B43D-F70CB9E89982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688" y="4325374"/>
            <a:ext cx="273822" cy="248623"/>
          </a:xfrm>
          <a:prstGeom prst="rect">
            <a:avLst/>
          </a:prstGeom>
        </p:spPr>
      </p:pic>
      <p:pic>
        <p:nvPicPr>
          <p:cNvPr id="35" name="图片 34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DD338A02-9A6F-B044-AB8D-CA54CD4F5EFA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6329" y="2409726"/>
            <a:ext cx="280542" cy="248623"/>
          </a:xfrm>
          <a:prstGeom prst="rect">
            <a:avLst/>
          </a:prstGeom>
        </p:spPr>
      </p:pic>
      <p:sp>
        <p:nvSpPr>
          <p:cNvPr id="4" name="弧形 3">
            <a:extLst>
              <a:ext uri="{FF2B5EF4-FFF2-40B4-BE49-F238E27FC236}">
                <a16:creationId xmlns:a16="http://schemas.microsoft.com/office/drawing/2014/main" id="{7A04C4CE-89BF-A000-EA96-759F9FD0AB23}"/>
              </a:ext>
            </a:extLst>
          </p:cNvPr>
          <p:cNvSpPr/>
          <p:nvPr/>
        </p:nvSpPr>
        <p:spPr>
          <a:xfrm rot="9861698" flipH="1">
            <a:off x="2835722" y="2206778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弧形 12">
            <a:extLst>
              <a:ext uri="{FF2B5EF4-FFF2-40B4-BE49-F238E27FC236}">
                <a16:creationId xmlns:a16="http://schemas.microsoft.com/office/drawing/2014/main" id="{B4DBF492-B5ED-2E53-7324-97B13C0FD3CB}"/>
              </a:ext>
            </a:extLst>
          </p:cNvPr>
          <p:cNvSpPr/>
          <p:nvPr/>
        </p:nvSpPr>
        <p:spPr>
          <a:xfrm rot="3328014" flipH="1">
            <a:off x="2549794" y="2202394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弧形 20">
            <a:extLst>
              <a:ext uri="{FF2B5EF4-FFF2-40B4-BE49-F238E27FC236}">
                <a16:creationId xmlns:a16="http://schemas.microsoft.com/office/drawing/2014/main" id="{26D6EFDD-A137-A573-9861-5BC77E929598}"/>
              </a:ext>
            </a:extLst>
          </p:cNvPr>
          <p:cNvSpPr/>
          <p:nvPr/>
        </p:nvSpPr>
        <p:spPr>
          <a:xfrm rot="11738302" flipH="1" flipV="1">
            <a:off x="7965447" y="2764064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弧形 21">
            <a:extLst>
              <a:ext uri="{FF2B5EF4-FFF2-40B4-BE49-F238E27FC236}">
                <a16:creationId xmlns:a16="http://schemas.microsoft.com/office/drawing/2014/main" id="{87EAA3A1-884F-E7D8-02EF-877ADC47A057}"/>
              </a:ext>
            </a:extLst>
          </p:cNvPr>
          <p:cNvSpPr/>
          <p:nvPr/>
        </p:nvSpPr>
        <p:spPr>
          <a:xfrm rot="18271986">
            <a:off x="7880935" y="2179602"/>
            <a:ext cx="1220211" cy="1089759"/>
          </a:xfrm>
          <a:prstGeom prst="arc">
            <a:avLst>
              <a:gd name="adj1" fmla="val 19828073"/>
              <a:gd name="adj2" fmla="val 2380988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089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0FAE1-3A6B-8FD3-CFF3-DF4CA91F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弧形 18">
            <a:extLst>
              <a:ext uri="{FF2B5EF4-FFF2-40B4-BE49-F238E27FC236}">
                <a16:creationId xmlns:a16="http://schemas.microsoft.com/office/drawing/2014/main" id="{E1A4DC65-4AAF-6E4B-B3FD-A04010801CF7}"/>
              </a:ext>
            </a:extLst>
          </p:cNvPr>
          <p:cNvSpPr/>
          <p:nvPr/>
        </p:nvSpPr>
        <p:spPr>
          <a:xfrm rot="10800000" flipH="1">
            <a:off x="9608803" y="648908"/>
            <a:ext cx="671753" cy="174163"/>
          </a:xfrm>
          <a:prstGeom prst="arc">
            <a:avLst>
              <a:gd name="adj1" fmla="val 19828073"/>
              <a:gd name="adj2" fmla="val 13435617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6B334B3-3208-FDD5-0318-0F4B17BAE1E7}"/>
              </a:ext>
            </a:extLst>
          </p:cNvPr>
          <p:cNvCxnSpPr>
            <a:cxnSpLocks/>
          </p:cNvCxnSpPr>
          <p:nvPr/>
        </p:nvCxnSpPr>
        <p:spPr>
          <a:xfrm flipV="1">
            <a:off x="9950343" y="473465"/>
            <a:ext cx="0" cy="281118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82B482CC-F290-69EB-1279-AD91B68D122E}"/>
              </a:ext>
            </a:extLst>
          </p:cNvPr>
          <p:cNvCxnSpPr>
            <a:cxnSpLocks/>
          </p:cNvCxnSpPr>
          <p:nvPr/>
        </p:nvCxnSpPr>
        <p:spPr>
          <a:xfrm>
            <a:off x="715013" y="2683195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6F060B6-4640-7BE9-9106-C04D014ACF36}"/>
              </a:ext>
            </a:extLst>
          </p:cNvPr>
          <p:cNvCxnSpPr>
            <a:cxnSpLocks/>
          </p:cNvCxnSpPr>
          <p:nvPr/>
        </p:nvCxnSpPr>
        <p:spPr>
          <a:xfrm flipV="1">
            <a:off x="1244472" y="467837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85C58203-94B8-9C6D-9511-41D1E909387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2786603"/>
            <a:ext cx="193188" cy="203267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12B366A1-8898-F333-B170-2232FAE48970}"/>
              </a:ext>
            </a:extLst>
          </p:cNvPr>
          <p:cNvSpPr/>
          <p:nvPr/>
        </p:nvSpPr>
        <p:spPr>
          <a:xfrm>
            <a:off x="1243729" y="947541"/>
            <a:ext cx="17536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FFE66D0D-0132-6636-3AF3-E89FA5445EAF}"/>
              </a:ext>
            </a:extLst>
          </p:cNvPr>
          <p:cNvCxnSpPr/>
          <p:nvPr/>
        </p:nvCxnSpPr>
        <p:spPr>
          <a:xfrm>
            <a:off x="1243728" y="268141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55340ED-5104-7B4D-9F55-89DFC89F931F}"/>
              </a:ext>
            </a:extLst>
          </p:cNvPr>
          <p:cNvCxnSpPr>
            <a:cxnSpLocks/>
          </p:cNvCxnSpPr>
          <p:nvPr/>
        </p:nvCxnSpPr>
        <p:spPr>
          <a:xfrm flipV="1">
            <a:off x="1243721" y="920713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9A39BB2-FBAC-AFF5-671F-9713AE72B567}"/>
              </a:ext>
            </a:extLst>
          </p:cNvPr>
          <p:cNvCxnSpPr>
            <a:cxnSpLocks/>
          </p:cNvCxnSpPr>
          <p:nvPr/>
        </p:nvCxnSpPr>
        <p:spPr>
          <a:xfrm>
            <a:off x="1228512" y="2681409"/>
            <a:ext cx="1768841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F758123C-6E6C-DCEA-B9F9-A694F20B4D0D}"/>
              </a:ext>
            </a:extLst>
          </p:cNvPr>
          <p:cNvCxnSpPr>
            <a:cxnSpLocks/>
          </p:cNvCxnSpPr>
          <p:nvPr/>
        </p:nvCxnSpPr>
        <p:spPr>
          <a:xfrm flipH="1" flipV="1">
            <a:off x="7907413" y="2688871"/>
            <a:ext cx="4191787" cy="837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47ED0F9-416B-CF68-BC84-A598E8B2247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892" y="2782089"/>
            <a:ext cx="193188" cy="203267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A331EEFA-A30E-3770-1FF0-1D2F6471E75D}"/>
              </a:ext>
            </a:extLst>
          </p:cNvPr>
          <p:cNvSpPr/>
          <p:nvPr/>
        </p:nvSpPr>
        <p:spPr>
          <a:xfrm>
            <a:off x="9949602" y="953186"/>
            <a:ext cx="1754718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ED4426C-AE6E-7B47-76CF-FB19F3B0DE3F}"/>
              </a:ext>
            </a:extLst>
          </p:cNvPr>
          <p:cNvCxnSpPr/>
          <p:nvPr/>
        </p:nvCxnSpPr>
        <p:spPr>
          <a:xfrm>
            <a:off x="9949599" y="268706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7931078F-5781-F4FC-7F4C-854931B8981B}"/>
              </a:ext>
            </a:extLst>
          </p:cNvPr>
          <p:cNvCxnSpPr>
            <a:cxnSpLocks/>
          </p:cNvCxnSpPr>
          <p:nvPr/>
        </p:nvCxnSpPr>
        <p:spPr>
          <a:xfrm>
            <a:off x="9934384" y="2697214"/>
            <a:ext cx="1769936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393FBF13-DD14-0E75-0810-27218ED9ED35}"/>
              </a:ext>
            </a:extLst>
          </p:cNvPr>
          <p:cNvCxnSpPr>
            <a:cxnSpLocks/>
          </p:cNvCxnSpPr>
          <p:nvPr/>
        </p:nvCxnSpPr>
        <p:spPr>
          <a:xfrm flipH="1" flipV="1">
            <a:off x="9949597" y="926359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图片 5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FD8F97D3-8B12-3409-6A52-92C4E6EA59A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7636" y="2830548"/>
            <a:ext cx="193188" cy="203267"/>
          </a:xfrm>
          <a:prstGeom prst="rect">
            <a:avLst/>
          </a:prstGeom>
        </p:spPr>
      </p:pic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4C0EBD70-0C81-68C0-1C9B-4772E0BDD465}"/>
              </a:ext>
            </a:extLst>
          </p:cNvPr>
          <p:cNvCxnSpPr/>
          <p:nvPr/>
        </p:nvCxnSpPr>
        <p:spPr>
          <a:xfrm>
            <a:off x="5382201" y="2686018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弧形 70">
            <a:extLst>
              <a:ext uri="{FF2B5EF4-FFF2-40B4-BE49-F238E27FC236}">
                <a16:creationId xmlns:a16="http://schemas.microsoft.com/office/drawing/2014/main" id="{B4081742-C0D0-EF7A-B804-109C85017B5E}"/>
              </a:ext>
            </a:extLst>
          </p:cNvPr>
          <p:cNvSpPr/>
          <p:nvPr/>
        </p:nvSpPr>
        <p:spPr>
          <a:xfrm rot="20680438">
            <a:off x="5087619" y="2379308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2" name="图片 71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A06A8402-627C-2828-A554-BB3CAFE3F81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689" y="2176517"/>
            <a:ext cx="117594" cy="199907"/>
          </a:xfrm>
          <a:prstGeom prst="rect">
            <a:avLst/>
          </a:prstGeom>
        </p:spPr>
      </p:pic>
      <p:pic>
        <p:nvPicPr>
          <p:cNvPr id="75" name="图片 7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CAD6283-9776-7E17-DA8E-FA5EBC92E9AF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857" y="2825220"/>
            <a:ext cx="245264" cy="164632"/>
          </a:xfrm>
          <a:prstGeom prst="rect">
            <a:avLst/>
          </a:prstGeom>
        </p:spPr>
      </p:pic>
      <p:pic>
        <p:nvPicPr>
          <p:cNvPr id="76" name="图片 7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D6AD460-5ABC-C348-9219-CAA33692F62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13" y="343590"/>
            <a:ext cx="251987" cy="164632"/>
          </a:xfrm>
          <a:prstGeom prst="rect">
            <a:avLst/>
          </a:prstGeom>
        </p:spPr>
      </p:pic>
      <p:sp>
        <p:nvSpPr>
          <p:cNvPr id="79" name="矩形 78">
            <a:extLst>
              <a:ext uri="{FF2B5EF4-FFF2-40B4-BE49-F238E27FC236}">
                <a16:creationId xmlns:a16="http://schemas.microsoft.com/office/drawing/2014/main" id="{B96FA960-1DC5-0819-E18C-14417CF38AE4}"/>
              </a:ext>
            </a:extLst>
          </p:cNvPr>
          <p:cNvSpPr/>
          <p:nvPr/>
        </p:nvSpPr>
        <p:spPr>
          <a:xfrm>
            <a:off x="1822080" y="5573632"/>
            <a:ext cx="1700317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4DBB26B-D84C-67ED-81E2-E899ED23E27D}"/>
              </a:ext>
            </a:extLst>
          </p:cNvPr>
          <p:cNvCxnSpPr>
            <a:cxnSpLocks/>
          </p:cNvCxnSpPr>
          <p:nvPr/>
        </p:nvCxnSpPr>
        <p:spPr>
          <a:xfrm>
            <a:off x="1293351" y="7309244"/>
            <a:ext cx="289906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图片 8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7A216F81-4FB4-1C51-3770-7BD1290117D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786" y="7383371"/>
            <a:ext cx="193188" cy="203267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2720149A-11CB-00B1-95C9-AAC1798C8FFB}"/>
              </a:ext>
            </a:extLst>
          </p:cNvPr>
          <p:cNvCxnSpPr/>
          <p:nvPr/>
        </p:nvCxnSpPr>
        <p:spPr>
          <a:xfrm>
            <a:off x="1822079" y="7307464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AACF277E-1028-3CF0-880E-A02123F0BF6F}"/>
              </a:ext>
            </a:extLst>
          </p:cNvPr>
          <p:cNvCxnSpPr>
            <a:cxnSpLocks/>
          </p:cNvCxnSpPr>
          <p:nvPr/>
        </p:nvCxnSpPr>
        <p:spPr>
          <a:xfrm flipV="1">
            <a:off x="1822707" y="5546808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C5051AAB-71C0-4CA8-55BA-FA69A90DB315}"/>
              </a:ext>
            </a:extLst>
          </p:cNvPr>
          <p:cNvCxnSpPr>
            <a:cxnSpLocks/>
          </p:cNvCxnSpPr>
          <p:nvPr/>
        </p:nvCxnSpPr>
        <p:spPr>
          <a:xfrm>
            <a:off x="5270562" y="7305142"/>
            <a:ext cx="257315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57795182-D961-387A-B111-0F0CA91DBE7C}"/>
              </a:ext>
            </a:extLst>
          </p:cNvPr>
          <p:cNvCxnSpPr>
            <a:cxnSpLocks/>
          </p:cNvCxnSpPr>
          <p:nvPr/>
        </p:nvCxnSpPr>
        <p:spPr>
          <a:xfrm flipV="1">
            <a:off x="5800013" y="5089813"/>
            <a:ext cx="0" cy="29236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1" name="图片 9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1DFE43A2-EFE8-94E9-F5B6-2F5035D633C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241" y="7393622"/>
            <a:ext cx="193188" cy="203267"/>
          </a:xfrm>
          <a:prstGeom prst="rect">
            <a:avLst/>
          </a:prstGeom>
        </p:spPr>
      </p:pic>
      <p:sp>
        <p:nvSpPr>
          <p:cNvPr id="92" name="矩形 91">
            <a:extLst>
              <a:ext uri="{FF2B5EF4-FFF2-40B4-BE49-F238E27FC236}">
                <a16:creationId xmlns:a16="http://schemas.microsoft.com/office/drawing/2014/main" id="{0DA1447C-25FB-03B6-B318-E9D18D3B4FD3}"/>
              </a:ext>
            </a:extLst>
          </p:cNvPr>
          <p:cNvSpPr/>
          <p:nvPr/>
        </p:nvSpPr>
        <p:spPr>
          <a:xfrm>
            <a:off x="5799269" y="5569529"/>
            <a:ext cx="1733097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0D1CEC38-E00E-C4DD-723A-6B494B71CD15}"/>
              </a:ext>
            </a:extLst>
          </p:cNvPr>
          <p:cNvCxnSpPr/>
          <p:nvPr/>
        </p:nvCxnSpPr>
        <p:spPr>
          <a:xfrm>
            <a:off x="5799270" y="730336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>
            <a:extLst>
              <a:ext uri="{FF2B5EF4-FFF2-40B4-BE49-F238E27FC236}">
                <a16:creationId xmlns:a16="http://schemas.microsoft.com/office/drawing/2014/main" id="{D56EDBA1-AC22-B4CF-EABB-7565FE164680}"/>
              </a:ext>
            </a:extLst>
          </p:cNvPr>
          <p:cNvCxnSpPr>
            <a:cxnSpLocks/>
          </p:cNvCxnSpPr>
          <p:nvPr/>
        </p:nvCxnSpPr>
        <p:spPr>
          <a:xfrm flipV="1">
            <a:off x="5804342" y="5542706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FA1F852F-DC98-E380-CACB-0045AFD691CD}"/>
              </a:ext>
            </a:extLst>
          </p:cNvPr>
          <p:cNvCxnSpPr>
            <a:cxnSpLocks/>
          </p:cNvCxnSpPr>
          <p:nvPr/>
        </p:nvCxnSpPr>
        <p:spPr>
          <a:xfrm>
            <a:off x="5799272" y="7301035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83CBE308-D2D3-B6DC-600B-666E58A8B718}"/>
              </a:ext>
            </a:extLst>
          </p:cNvPr>
          <p:cNvCxnSpPr>
            <a:cxnSpLocks/>
          </p:cNvCxnSpPr>
          <p:nvPr/>
        </p:nvCxnSpPr>
        <p:spPr>
          <a:xfrm>
            <a:off x="5784050" y="7303918"/>
            <a:ext cx="1748320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弧形 108">
            <a:extLst>
              <a:ext uri="{FF2B5EF4-FFF2-40B4-BE49-F238E27FC236}">
                <a16:creationId xmlns:a16="http://schemas.microsoft.com/office/drawing/2014/main" id="{0CD49564-0EB2-0116-665C-719D09AAB0EC}"/>
              </a:ext>
            </a:extLst>
          </p:cNvPr>
          <p:cNvSpPr/>
          <p:nvPr/>
        </p:nvSpPr>
        <p:spPr>
          <a:xfrm rot="18532889">
            <a:off x="1219784" y="7028803"/>
            <a:ext cx="838370" cy="453496"/>
          </a:xfrm>
          <a:prstGeom prst="arc">
            <a:avLst>
              <a:gd name="adj1" fmla="val 18993039"/>
              <a:gd name="adj2" fmla="val 20807300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0" name="图片 109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1A5C1986-2D17-855E-08A9-3E0E404E400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700" y="6650440"/>
            <a:ext cx="117594" cy="199907"/>
          </a:xfrm>
          <a:prstGeom prst="rect">
            <a:avLst/>
          </a:prstGeom>
        </p:spPr>
      </p:pic>
      <p:pic>
        <p:nvPicPr>
          <p:cNvPr id="126" name="图片 125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FCAFE63-9FD7-E1EF-074A-B0E3D2987226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28" y="842028"/>
            <a:ext cx="299020" cy="167989"/>
          </a:xfrm>
          <a:prstGeom prst="rect">
            <a:avLst/>
          </a:prstGeom>
        </p:spPr>
      </p:pic>
      <p:pic>
        <p:nvPicPr>
          <p:cNvPr id="127" name="图片 126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54DE186-732F-3B7B-EF66-1378872B128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61" y="2814537"/>
            <a:ext cx="292301" cy="167989"/>
          </a:xfrm>
          <a:prstGeom prst="rect">
            <a:avLst/>
          </a:prstGeom>
        </p:spPr>
      </p:pic>
      <p:pic>
        <p:nvPicPr>
          <p:cNvPr id="129" name="图片 128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A1CA053-EE81-AEB6-DAE2-DA26FBAF2E5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090" y="3369154"/>
            <a:ext cx="280542" cy="248623"/>
          </a:xfrm>
          <a:prstGeom prst="rect">
            <a:avLst/>
          </a:prstGeom>
        </p:spPr>
      </p:pic>
      <p:pic>
        <p:nvPicPr>
          <p:cNvPr id="11" name="图片 10" descr="\documentclass{article}&#10;\usepackage{amsmath}&#10;\usepackage{bm}&#10;\pagestyle{empty}&#10;\begin{document}&#10;&#10;\begin{align}&#10;R = &#10;\begin{pmatrix}&#10;\cos \theta &amp; -\sin \theta \\[4pt]&#10;\sin \theta &amp; \cos \theta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6EC8D3F-F4CB-146D-1F51-D3807134441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802" y="3703890"/>
            <a:ext cx="2581994" cy="836593"/>
          </a:xfrm>
          <a:prstGeom prst="rect">
            <a:avLst/>
          </a:prstGeom>
        </p:spPr>
      </p:pic>
      <p:pic>
        <p:nvPicPr>
          <p:cNvPr id="13" name="图片 12" descr="\documentclass{article}&#10;\usepackage{amsmath}&#10;\usepackage{bm}&#10;\pagestyle{empty}&#10;\begin{document}&#10;&#10;\begin{align}&#10;F = &#10;\begin{pmatrix}&#10;-1 &amp; 0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74623829-C4ED-3018-45E5-5BD543C6FBC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108" y="3703890"/>
            <a:ext cx="1731968" cy="836593"/>
          </a:xfrm>
          <a:prstGeom prst="rect">
            <a:avLst/>
          </a:prstGeom>
        </p:spPr>
      </p:pic>
      <p:pic>
        <p:nvPicPr>
          <p:cNvPr id="15" name="图片 14" descr="\documentclass{article}&#10;\usepackage{amsmath}&#10;\usepackage{bm}&#10;\pagestyle{empty}&#10;\begin{document}&#10;&#10;\begin{align}&#10;S = &#10;\begin{pmatrix}&#10;1 &amp; \tan \theta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8B3EB53-D37C-B3A5-CA1F-C65D84D35F9A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326" y="8234473"/>
            <a:ext cx="1928517" cy="836593"/>
          </a:xfrm>
          <a:prstGeom prst="rect">
            <a:avLst/>
          </a:prstGeom>
        </p:spPr>
      </p:pic>
      <p:pic>
        <p:nvPicPr>
          <p:cNvPr id="17" name="图片 16" descr="\documentclass{article}&#10;\usepackage{amsmath}&#10;\usepackage{bm}&#10;\pagestyle{empty}&#10;\begin{document}&#10;&#10;\begin{align}&#10;D = &#10;\begin{pmatrix}&#10;k_1 &amp; 0 \\[4pt]&#10;0 &amp; k_2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AF072EE-A51E-36E1-8566-D5DCE6AE5CD0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4689" y="8234473"/>
            <a:ext cx="1795805" cy="836593"/>
          </a:xfrm>
          <a:prstGeom prst="rect">
            <a:avLst/>
          </a:prstGeom>
        </p:spPr>
      </p:pic>
      <p:pic>
        <p:nvPicPr>
          <p:cNvPr id="12" name="图片 11" descr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D95E22E-B395-DD90-2A11-0522FC58052D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84" y="8227114"/>
            <a:ext cx="1931877" cy="836593"/>
          </a:xfrm>
          <a:prstGeom prst="rect">
            <a:avLst/>
          </a:prstGeom>
        </p:spPr>
      </p:pic>
      <p:sp>
        <p:nvSpPr>
          <p:cNvPr id="143" name="椭圆 142">
            <a:extLst>
              <a:ext uri="{FF2B5EF4-FFF2-40B4-BE49-F238E27FC236}">
                <a16:creationId xmlns:a16="http://schemas.microsoft.com/office/drawing/2014/main" id="{584F46A5-8EA0-9CA9-0879-884F09FBE08D}"/>
              </a:ext>
            </a:extLst>
          </p:cNvPr>
          <p:cNvSpPr/>
          <p:nvPr/>
        </p:nvSpPr>
        <p:spPr>
          <a:xfrm>
            <a:off x="2358042" y="1240707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FC020B0-C213-951B-1A37-46E6C1525C4C}"/>
              </a:ext>
            </a:extLst>
          </p:cNvPr>
          <p:cNvCxnSpPr>
            <a:cxnSpLocks/>
          </p:cNvCxnSpPr>
          <p:nvPr/>
        </p:nvCxnSpPr>
        <p:spPr>
          <a:xfrm flipV="1">
            <a:off x="5384735" y="925317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6F3BCA25-94D5-3B81-9175-34BC9C7ECEDD}"/>
              </a:ext>
            </a:extLst>
          </p:cNvPr>
          <p:cNvCxnSpPr>
            <a:cxnSpLocks/>
          </p:cNvCxnSpPr>
          <p:nvPr/>
        </p:nvCxnSpPr>
        <p:spPr>
          <a:xfrm>
            <a:off x="5359350" y="2686026"/>
            <a:ext cx="1807406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椭圆 145">
            <a:extLst>
              <a:ext uri="{FF2B5EF4-FFF2-40B4-BE49-F238E27FC236}">
                <a16:creationId xmlns:a16="http://schemas.microsoft.com/office/drawing/2014/main" id="{3328C4D0-78A3-42FD-04C0-4613EE14ECE4}"/>
              </a:ext>
            </a:extLst>
          </p:cNvPr>
          <p:cNvSpPr/>
          <p:nvPr/>
        </p:nvSpPr>
        <p:spPr>
          <a:xfrm>
            <a:off x="6492237" y="1248409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B84F7DDF-FC97-4834-2616-FAA79B7AC026}"/>
              </a:ext>
            </a:extLst>
          </p:cNvPr>
          <p:cNvSpPr/>
          <p:nvPr/>
        </p:nvSpPr>
        <p:spPr>
          <a:xfrm>
            <a:off x="11056306" y="1260639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1368DF9B-EF43-21CB-2961-78E75D781941}"/>
              </a:ext>
            </a:extLst>
          </p:cNvPr>
          <p:cNvSpPr/>
          <p:nvPr/>
        </p:nvSpPr>
        <p:spPr>
          <a:xfrm>
            <a:off x="2930066" y="5839909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B1E9A4C4-90AF-C14B-6B91-FEEABADA5BAE}"/>
              </a:ext>
            </a:extLst>
          </p:cNvPr>
          <p:cNvSpPr/>
          <p:nvPr/>
        </p:nvSpPr>
        <p:spPr>
          <a:xfrm>
            <a:off x="6911529" y="5861308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B5C69289-5B2C-E1B8-1D70-591DBACCC142}"/>
              </a:ext>
            </a:extLst>
          </p:cNvPr>
          <p:cNvGrpSpPr/>
          <p:nvPr/>
        </p:nvGrpSpPr>
        <p:grpSpPr>
          <a:xfrm rot="19941768" flipV="1">
            <a:off x="4219430" y="861021"/>
            <a:ext cx="3009593" cy="2214366"/>
            <a:chOff x="4898227" y="2617684"/>
            <a:chExt cx="3009593" cy="3181233"/>
          </a:xfrm>
        </p:grpSpPr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01527B16-60D9-334C-8D85-270D96463BD5}"/>
                </a:ext>
              </a:extLst>
            </p:cNvPr>
            <p:cNvCxnSpPr>
              <a:cxnSpLocks/>
            </p:cNvCxnSpPr>
            <p:nvPr/>
          </p:nvCxnSpPr>
          <p:spPr>
            <a:xfrm>
              <a:off x="4898227" y="3510758"/>
              <a:ext cx="3009593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接箭头连接符 156">
              <a:extLst>
                <a:ext uri="{FF2B5EF4-FFF2-40B4-BE49-F238E27FC236}">
                  <a16:creationId xmlns:a16="http://schemas.microsoft.com/office/drawing/2014/main" id="{F2BBEEDA-C72D-5BCD-5945-074D8D64063F}"/>
                </a:ext>
              </a:extLst>
            </p:cNvPr>
            <p:cNvCxnSpPr>
              <a:cxnSpLocks/>
            </p:cNvCxnSpPr>
            <p:nvPr/>
          </p:nvCxnSpPr>
          <p:spPr>
            <a:xfrm rot="19941768" flipV="1">
              <a:off x="5167843" y="2617684"/>
              <a:ext cx="1159473" cy="3181233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650E7312-4942-2057-BEFB-C9482F16CFD1}"/>
              </a:ext>
            </a:extLst>
          </p:cNvPr>
          <p:cNvGrpSpPr/>
          <p:nvPr/>
        </p:nvGrpSpPr>
        <p:grpSpPr>
          <a:xfrm>
            <a:off x="952334" y="610711"/>
            <a:ext cx="2322476" cy="2503863"/>
            <a:chOff x="952334" y="610711"/>
            <a:chExt cx="2322476" cy="2503863"/>
          </a:xfrm>
        </p:grpSpPr>
        <p:cxnSp>
          <p:nvCxnSpPr>
            <p:cNvPr id="176" name="直接连接符 175">
              <a:extLst>
                <a:ext uri="{FF2B5EF4-FFF2-40B4-BE49-F238E27FC236}">
                  <a16:creationId xmlns:a16="http://schemas.microsoft.com/office/drawing/2014/main" id="{77C64CCB-2879-5E4A-4E23-4F11BF00756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接连接符 176">
              <a:extLst>
                <a:ext uri="{FF2B5EF4-FFF2-40B4-BE49-F238E27FC236}">
                  <a16:creationId xmlns:a16="http://schemas.microsoft.com/office/drawing/2014/main" id="{50B3083A-72EF-F1F2-9D83-707CB2D1CD0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连接符 178">
              <a:extLst>
                <a:ext uri="{FF2B5EF4-FFF2-40B4-BE49-F238E27FC236}">
                  <a16:creationId xmlns:a16="http://schemas.microsoft.com/office/drawing/2014/main" id="{2926E482-2984-3E3A-5766-1905FA6DF4A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直接连接符 179">
              <a:extLst>
                <a:ext uri="{FF2B5EF4-FFF2-40B4-BE49-F238E27FC236}">
                  <a16:creationId xmlns:a16="http://schemas.microsoft.com/office/drawing/2014/main" id="{57EB56A5-2161-53D0-8166-8C94A3EF149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连接符 180">
              <a:extLst>
                <a:ext uri="{FF2B5EF4-FFF2-40B4-BE49-F238E27FC236}">
                  <a16:creationId xmlns:a16="http://schemas.microsoft.com/office/drawing/2014/main" id="{AAA296F4-C4BE-DE4C-983F-F2996D33BFB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910C65D5-0DF8-9A51-C253-733F2A085E7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接连接符 182">
              <a:extLst>
                <a:ext uri="{FF2B5EF4-FFF2-40B4-BE49-F238E27FC236}">
                  <a16:creationId xmlns:a16="http://schemas.microsoft.com/office/drawing/2014/main" id="{0973D48E-C0AE-B485-E9F4-75031DC8096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连接符 189">
              <a:extLst>
                <a:ext uri="{FF2B5EF4-FFF2-40B4-BE49-F238E27FC236}">
                  <a16:creationId xmlns:a16="http://schemas.microsoft.com/office/drawing/2014/main" id="{696749CE-48D8-1AA7-6963-CFF5CAF1475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直接连接符 190">
              <a:extLst>
                <a:ext uri="{FF2B5EF4-FFF2-40B4-BE49-F238E27FC236}">
                  <a16:creationId xmlns:a16="http://schemas.microsoft.com/office/drawing/2014/main" id="{DDEE2338-14D0-48E9-2B05-DC7CFFEC4D6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D1D946DA-D05C-F7EE-F15C-8162F6DD0AE8}"/>
              </a:ext>
            </a:extLst>
          </p:cNvPr>
          <p:cNvGrpSpPr/>
          <p:nvPr/>
        </p:nvGrpSpPr>
        <p:grpSpPr>
          <a:xfrm rot="14528485">
            <a:off x="4486507" y="960263"/>
            <a:ext cx="2813457" cy="1743125"/>
            <a:chOff x="300942" y="947541"/>
            <a:chExt cx="3588152" cy="1743125"/>
          </a:xfrm>
        </p:grpSpPr>
        <p:cxnSp>
          <p:nvCxnSpPr>
            <p:cNvPr id="194" name="直接连接符 193">
              <a:extLst>
                <a:ext uri="{FF2B5EF4-FFF2-40B4-BE49-F238E27FC236}">
                  <a16:creationId xmlns:a16="http://schemas.microsoft.com/office/drawing/2014/main" id="{5F028AB4-EB0E-1A88-54A8-17AD4C7F8F0D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69066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连接符 194">
              <a:extLst>
                <a:ext uri="{FF2B5EF4-FFF2-40B4-BE49-F238E27FC236}">
                  <a16:creationId xmlns:a16="http://schemas.microsoft.com/office/drawing/2014/main" id="{B97D84A9-D554-5C4A-1518-7240A2B2D0C0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947541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直接连接符 195">
              <a:extLst>
                <a:ext uri="{FF2B5EF4-FFF2-40B4-BE49-F238E27FC236}">
                  <a16:creationId xmlns:a16="http://schemas.microsoft.com/office/drawing/2014/main" id="{A5962BA6-3D8D-11A7-3F34-A419EC3652C3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238062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>
              <a:extLst>
                <a:ext uri="{FF2B5EF4-FFF2-40B4-BE49-F238E27FC236}">
                  <a16:creationId xmlns:a16="http://schemas.microsoft.com/office/drawing/2014/main" id="{D414E716-2626-2F02-AF1C-566839BF7C71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528583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连接符 197">
              <a:extLst>
                <a:ext uri="{FF2B5EF4-FFF2-40B4-BE49-F238E27FC236}">
                  <a16:creationId xmlns:a16="http://schemas.microsoft.com/office/drawing/2014/main" id="{81ED4794-5FF4-B10E-D78F-18D99AAED9BF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819104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连接符 198">
              <a:extLst>
                <a:ext uri="{FF2B5EF4-FFF2-40B4-BE49-F238E27FC236}">
                  <a16:creationId xmlns:a16="http://schemas.microsoft.com/office/drawing/2014/main" id="{9994BE3B-7243-30F9-6297-43EB1DCB87B4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109625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C786201B-6E28-0917-19F2-2E79FC46D8D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40014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1" name="组合 200">
            <a:extLst>
              <a:ext uri="{FF2B5EF4-FFF2-40B4-BE49-F238E27FC236}">
                <a16:creationId xmlns:a16="http://schemas.microsoft.com/office/drawing/2014/main" id="{AE4B2CAC-AA01-C565-4E16-C29429C1C42B}"/>
              </a:ext>
            </a:extLst>
          </p:cNvPr>
          <p:cNvGrpSpPr/>
          <p:nvPr/>
        </p:nvGrpSpPr>
        <p:grpSpPr>
          <a:xfrm rot="14528485">
            <a:off x="4916988" y="658395"/>
            <a:ext cx="2032167" cy="2503863"/>
            <a:chOff x="1242643" y="610711"/>
            <a:chExt cx="2032167" cy="2503863"/>
          </a:xfrm>
        </p:grpSpPr>
        <p:cxnSp>
          <p:nvCxnSpPr>
            <p:cNvPr id="202" name="直接连接符 201">
              <a:extLst>
                <a:ext uri="{FF2B5EF4-FFF2-40B4-BE49-F238E27FC236}">
                  <a16:creationId xmlns:a16="http://schemas.microsoft.com/office/drawing/2014/main" id="{55EBDD85-F47B-6029-EDD6-A9F6AF99BC4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直接连接符 202">
              <a:extLst>
                <a:ext uri="{FF2B5EF4-FFF2-40B4-BE49-F238E27FC236}">
                  <a16:creationId xmlns:a16="http://schemas.microsoft.com/office/drawing/2014/main" id="{F2A65220-6B19-9062-8F52-EB6AEE5D7BE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>
              <a:extLst>
                <a:ext uri="{FF2B5EF4-FFF2-40B4-BE49-F238E27FC236}">
                  <a16:creationId xmlns:a16="http://schemas.microsoft.com/office/drawing/2014/main" id="{CE64BA06-E1A0-A0D7-1819-110C32862BC8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接连接符 204">
              <a:extLst>
                <a:ext uri="{FF2B5EF4-FFF2-40B4-BE49-F238E27FC236}">
                  <a16:creationId xmlns:a16="http://schemas.microsoft.com/office/drawing/2014/main" id="{4C1860FD-00DE-4128-2BAA-EB63CED5DA9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接连接符 205">
              <a:extLst>
                <a:ext uri="{FF2B5EF4-FFF2-40B4-BE49-F238E27FC236}">
                  <a16:creationId xmlns:a16="http://schemas.microsoft.com/office/drawing/2014/main" id="{8F0AABE1-2E73-CBEA-1A05-C4D01B336B9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>
              <a:extLst>
                <a:ext uri="{FF2B5EF4-FFF2-40B4-BE49-F238E27FC236}">
                  <a16:creationId xmlns:a16="http://schemas.microsoft.com/office/drawing/2014/main" id="{E1E27A38-F587-02E9-9538-EE536ECE0B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接连接符 207">
              <a:extLst>
                <a:ext uri="{FF2B5EF4-FFF2-40B4-BE49-F238E27FC236}">
                  <a16:creationId xmlns:a16="http://schemas.microsoft.com/office/drawing/2014/main" id="{B72CE0FD-5CEC-7365-1152-EB48AE4206A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46BB2B0B-354A-BF3B-FB50-91F2DA962EF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组合 210">
            <a:extLst>
              <a:ext uri="{FF2B5EF4-FFF2-40B4-BE49-F238E27FC236}">
                <a16:creationId xmlns:a16="http://schemas.microsoft.com/office/drawing/2014/main" id="{51AED4D5-D3D2-C0BD-B850-C2CAA690A921}"/>
              </a:ext>
            </a:extLst>
          </p:cNvPr>
          <p:cNvGrpSpPr/>
          <p:nvPr/>
        </p:nvGrpSpPr>
        <p:grpSpPr>
          <a:xfrm>
            <a:off x="7762602" y="958182"/>
            <a:ext cx="4467219" cy="1743125"/>
            <a:chOff x="300942" y="947541"/>
            <a:chExt cx="3588152" cy="1743125"/>
          </a:xfrm>
        </p:grpSpPr>
        <p:cxnSp>
          <p:nvCxnSpPr>
            <p:cNvPr id="212" name="直接连接符 211">
              <a:extLst>
                <a:ext uri="{FF2B5EF4-FFF2-40B4-BE49-F238E27FC236}">
                  <a16:creationId xmlns:a16="http://schemas.microsoft.com/office/drawing/2014/main" id="{5A746263-1C28-5F61-0680-547DFFCAC073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69066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直接连接符 212">
              <a:extLst>
                <a:ext uri="{FF2B5EF4-FFF2-40B4-BE49-F238E27FC236}">
                  <a16:creationId xmlns:a16="http://schemas.microsoft.com/office/drawing/2014/main" id="{3DD6B4F1-BB30-BA0A-8342-B577D248127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947541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直接连接符 213">
              <a:extLst>
                <a:ext uri="{FF2B5EF4-FFF2-40B4-BE49-F238E27FC236}">
                  <a16:creationId xmlns:a16="http://schemas.microsoft.com/office/drawing/2014/main" id="{EAF867DC-5B0C-3CF5-8AC7-3C9DDE73AAB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238062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连接符 214">
              <a:extLst>
                <a:ext uri="{FF2B5EF4-FFF2-40B4-BE49-F238E27FC236}">
                  <a16:creationId xmlns:a16="http://schemas.microsoft.com/office/drawing/2014/main" id="{7E207ABD-F8AF-5A08-C554-A11B1014C86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528583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连接符 215">
              <a:extLst>
                <a:ext uri="{FF2B5EF4-FFF2-40B4-BE49-F238E27FC236}">
                  <a16:creationId xmlns:a16="http://schemas.microsoft.com/office/drawing/2014/main" id="{EA32FE66-884A-A7CA-5D1C-C4EF4610B2F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819104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直接连接符 216">
              <a:extLst>
                <a:ext uri="{FF2B5EF4-FFF2-40B4-BE49-F238E27FC236}">
                  <a16:creationId xmlns:a16="http://schemas.microsoft.com/office/drawing/2014/main" id="{5D651845-556E-E5AD-8376-AF75F69127DC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109625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连接符 217">
              <a:extLst>
                <a:ext uri="{FF2B5EF4-FFF2-40B4-BE49-F238E27FC236}">
                  <a16:creationId xmlns:a16="http://schemas.microsoft.com/office/drawing/2014/main" id="{0A784C1C-CC73-E062-0938-9B75D993021A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40014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9" name="组合 218">
            <a:extLst>
              <a:ext uri="{FF2B5EF4-FFF2-40B4-BE49-F238E27FC236}">
                <a16:creationId xmlns:a16="http://schemas.microsoft.com/office/drawing/2014/main" id="{F4F1463D-6ED6-16CE-D8E2-F9C21E1A8333}"/>
              </a:ext>
            </a:extLst>
          </p:cNvPr>
          <p:cNvGrpSpPr/>
          <p:nvPr/>
        </p:nvGrpSpPr>
        <p:grpSpPr>
          <a:xfrm>
            <a:off x="8214149" y="627659"/>
            <a:ext cx="2322476" cy="2503863"/>
            <a:chOff x="952334" y="610711"/>
            <a:chExt cx="2322476" cy="2503863"/>
          </a:xfrm>
        </p:grpSpPr>
        <p:cxnSp>
          <p:nvCxnSpPr>
            <p:cNvPr id="220" name="直接连接符 219">
              <a:extLst>
                <a:ext uri="{FF2B5EF4-FFF2-40B4-BE49-F238E27FC236}">
                  <a16:creationId xmlns:a16="http://schemas.microsoft.com/office/drawing/2014/main" id="{0A93C4F6-BD48-3856-54B2-460484EF91E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直接连接符 220">
              <a:extLst>
                <a:ext uri="{FF2B5EF4-FFF2-40B4-BE49-F238E27FC236}">
                  <a16:creationId xmlns:a16="http://schemas.microsoft.com/office/drawing/2014/main" id="{F6764244-1927-781C-ACD7-0E18546DB54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>
              <a:extLst>
                <a:ext uri="{FF2B5EF4-FFF2-40B4-BE49-F238E27FC236}">
                  <a16:creationId xmlns:a16="http://schemas.microsoft.com/office/drawing/2014/main" id="{31C2E26E-9ECC-9664-02BC-FE2A8016B0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>
              <a:extLst>
                <a:ext uri="{FF2B5EF4-FFF2-40B4-BE49-F238E27FC236}">
                  <a16:creationId xmlns:a16="http://schemas.microsoft.com/office/drawing/2014/main" id="{467007C0-612F-17BC-DE0C-2E175C5A054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连接符 223">
              <a:extLst>
                <a:ext uri="{FF2B5EF4-FFF2-40B4-BE49-F238E27FC236}">
                  <a16:creationId xmlns:a16="http://schemas.microsoft.com/office/drawing/2014/main" id="{5E5803FA-9755-C67B-CE4F-7F2DA91D198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直接连接符 224">
              <a:extLst>
                <a:ext uri="{FF2B5EF4-FFF2-40B4-BE49-F238E27FC236}">
                  <a16:creationId xmlns:a16="http://schemas.microsoft.com/office/drawing/2014/main" id="{63613BFB-EE93-3221-CF43-262D9394DC7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直接连接符 225">
              <a:extLst>
                <a:ext uri="{FF2B5EF4-FFF2-40B4-BE49-F238E27FC236}">
                  <a16:creationId xmlns:a16="http://schemas.microsoft.com/office/drawing/2014/main" id="{9DF1FA75-D829-4792-AB9B-BC10257BA2C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直接连接符 226">
              <a:extLst>
                <a:ext uri="{FF2B5EF4-FFF2-40B4-BE49-F238E27FC236}">
                  <a16:creationId xmlns:a16="http://schemas.microsoft.com/office/drawing/2014/main" id="{AFCAEF87-7C62-2EEE-C0CD-6B5FFDB1763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直接连接符 227">
              <a:extLst>
                <a:ext uri="{FF2B5EF4-FFF2-40B4-BE49-F238E27FC236}">
                  <a16:creationId xmlns:a16="http://schemas.microsoft.com/office/drawing/2014/main" id="{220DF835-00C2-3D60-A2FF-D0D245EED7F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F6FA2274-336B-23FE-9766-0AC58EF3FD3D}"/>
              </a:ext>
            </a:extLst>
          </p:cNvPr>
          <p:cNvGrpSpPr/>
          <p:nvPr/>
        </p:nvGrpSpPr>
        <p:grpSpPr>
          <a:xfrm>
            <a:off x="10534137" y="627659"/>
            <a:ext cx="1451549" cy="2503863"/>
            <a:chOff x="1823261" y="610711"/>
            <a:chExt cx="1451549" cy="2503863"/>
          </a:xfrm>
        </p:grpSpPr>
        <p:cxnSp>
          <p:nvCxnSpPr>
            <p:cNvPr id="231" name="直接连接符 230">
              <a:extLst>
                <a:ext uri="{FF2B5EF4-FFF2-40B4-BE49-F238E27FC236}">
                  <a16:creationId xmlns:a16="http://schemas.microsoft.com/office/drawing/2014/main" id="{9F315CD1-C6A7-39E3-96FC-EFB9CEBC8A9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直接连接符 231">
              <a:extLst>
                <a:ext uri="{FF2B5EF4-FFF2-40B4-BE49-F238E27FC236}">
                  <a16:creationId xmlns:a16="http://schemas.microsoft.com/office/drawing/2014/main" id="{6CECF69A-0B55-9301-CF6F-BC03C5C6E4E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直接连接符 232">
              <a:extLst>
                <a:ext uri="{FF2B5EF4-FFF2-40B4-BE49-F238E27FC236}">
                  <a16:creationId xmlns:a16="http://schemas.microsoft.com/office/drawing/2014/main" id="{D76504D3-316D-0818-EF9B-BB930C70DFA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C763E45B-E8E4-BEB4-C76D-53671024C1D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直接连接符 234">
              <a:extLst>
                <a:ext uri="{FF2B5EF4-FFF2-40B4-BE49-F238E27FC236}">
                  <a16:creationId xmlns:a16="http://schemas.microsoft.com/office/drawing/2014/main" id="{1B6DC8BE-05DF-E06C-2066-2FCE4FFE846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直接连接符 236">
              <a:extLst>
                <a:ext uri="{FF2B5EF4-FFF2-40B4-BE49-F238E27FC236}">
                  <a16:creationId xmlns:a16="http://schemas.microsoft.com/office/drawing/2014/main" id="{8A4833FC-73F2-6C5F-9362-FCE2D33E0F2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B5A092C5-C2BC-1F3C-29AA-53CA05ABD8A5}"/>
              </a:ext>
            </a:extLst>
          </p:cNvPr>
          <p:cNvCxnSpPr>
            <a:cxnSpLocks/>
          </p:cNvCxnSpPr>
          <p:nvPr/>
        </p:nvCxnSpPr>
        <p:spPr>
          <a:xfrm>
            <a:off x="1806657" y="7307462"/>
            <a:ext cx="1715740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7E4722FB-6DF5-D332-1F26-685C8FAC6FC6}"/>
              </a:ext>
            </a:extLst>
          </p:cNvPr>
          <p:cNvCxnSpPr>
            <a:cxnSpLocks/>
          </p:cNvCxnSpPr>
          <p:nvPr/>
        </p:nvCxnSpPr>
        <p:spPr>
          <a:xfrm flipH="1" flipV="1">
            <a:off x="484177" y="5295077"/>
            <a:ext cx="1799812" cy="271072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0ACC520B-29D8-5A43-E94B-3A522D87EE36}"/>
              </a:ext>
            </a:extLst>
          </p:cNvPr>
          <p:cNvGrpSpPr/>
          <p:nvPr/>
        </p:nvGrpSpPr>
        <p:grpSpPr>
          <a:xfrm>
            <a:off x="5373305" y="5243312"/>
            <a:ext cx="1729728" cy="2503863"/>
            <a:chOff x="952334" y="610711"/>
            <a:chExt cx="2322476" cy="2503863"/>
          </a:xfrm>
        </p:grpSpPr>
        <p:cxnSp>
          <p:nvCxnSpPr>
            <p:cNvPr id="361" name="直接连接符 360">
              <a:extLst>
                <a:ext uri="{FF2B5EF4-FFF2-40B4-BE49-F238E27FC236}">
                  <a16:creationId xmlns:a16="http://schemas.microsoft.com/office/drawing/2014/main" id="{3BE731A8-303C-367E-02D1-605D808A687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FA4E56D1-AFCE-06BA-E87A-3516D0E4AC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直接连接符 362">
              <a:extLst>
                <a:ext uri="{FF2B5EF4-FFF2-40B4-BE49-F238E27FC236}">
                  <a16:creationId xmlns:a16="http://schemas.microsoft.com/office/drawing/2014/main" id="{52B895DF-AF38-3B49-37B5-E9D6D158AAA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F9FFEA5E-0A7B-C1B7-8FFA-743487A4C4D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C1AEAE32-6BAE-2C0A-872F-96A04469FE2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A2387AE7-A8B7-D316-A984-E4F03E6FEDC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CF67646D-BFD5-385D-37F5-241D6D87865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1C5AED83-A12B-63DB-EB45-60A3C660820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25541905-0076-694D-1422-CFF9DF06E6A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1" name="组合 370">
            <a:extLst>
              <a:ext uri="{FF2B5EF4-FFF2-40B4-BE49-F238E27FC236}">
                <a16:creationId xmlns:a16="http://schemas.microsoft.com/office/drawing/2014/main" id="{1C76BED3-D688-382C-033B-337B85042C17}"/>
              </a:ext>
            </a:extLst>
          </p:cNvPr>
          <p:cNvGrpSpPr/>
          <p:nvPr/>
        </p:nvGrpSpPr>
        <p:grpSpPr>
          <a:xfrm>
            <a:off x="5099929" y="5607716"/>
            <a:ext cx="3182854" cy="1689624"/>
            <a:chOff x="300942" y="1528583"/>
            <a:chExt cx="3588152" cy="1162083"/>
          </a:xfrm>
        </p:grpSpPr>
        <p:cxnSp>
          <p:nvCxnSpPr>
            <p:cNvPr id="372" name="直接连接符 371">
              <a:extLst>
                <a:ext uri="{FF2B5EF4-FFF2-40B4-BE49-F238E27FC236}">
                  <a16:creationId xmlns:a16="http://schemas.microsoft.com/office/drawing/2014/main" id="{D14199E4-6956-A499-BF43-41386915A2DA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69066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直接连接符 374">
              <a:extLst>
                <a:ext uri="{FF2B5EF4-FFF2-40B4-BE49-F238E27FC236}">
                  <a16:creationId xmlns:a16="http://schemas.microsoft.com/office/drawing/2014/main" id="{94D3CAE3-AC58-43F5-3B95-447094FBE0A5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528583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直接连接符 375">
              <a:extLst>
                <a:ext uri="{FF2B5EF4-FFF2-40B4-BE49-F238E27FC236}">
                  <a16:creationId xmlns:a16="http://schemas.microsoft.com/office/drawing/2014/main" id="{25481EA2-05B4-5CE5-0D63-9B456001B64D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819104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连接符 376">
              <a:extLst>
                <a:ext uri="{FF2B5EF4-FFF2-40B4-BE49-F238E27FC236}">
                  <a16:creationId xmlns:a16="http://schemas.microsoft.com/office/drawing/2014/main" id="{581FC583-6B40-F3E0-C9E4-ADBF9F95E606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109625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直接连接符 377">
              <a:extLst>
                <a:ext uri="{FF2B5EF4-FFF2-40B4-BE49-F238E27FC236}">
                  <a16:creationId xmlns:a16="http://schemas.microsoft.com/office/drawing/2014/main" id="{1AAA47F2-0FD7-93F5-9AFB-71712B6AEF12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40014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2" name="组合 381">
            <a:extLst>
              <a:ext uri="{FF2B5EF4-FFF2-40B4-BE49-F238E27FC236}">
                <a16:creationId xmlns:a16="http://schemas.microsoft.com/office/drawing/2014/main" id="{88976680-160F-4A0F-BCAB-4EDD500AFAFF}"/>
              </a:ext>
            </a:extLst>
          </p:cNvPr>
          <p:cNvGrpSpPr/>
          <p:nvPr/>
        </p:nvGrpSpPr>
        <p:grpSpPr>
          <a:xfrm>
            <a:off x="9569768" y="5527139"/>
            <a:ext cx="1758632" cy="1770885"/>
            <a:chOff x="5115842" y="925317"/>
            <a:chExt cx="1758632" cy="1770885"/>
          </a:xfrm>
        </p:grpSpPr>
        <p:sp>
          <p:nvSpPr>
            <p:cNvPr id="383" name="矩形 382">
              <a:extLst>
                <a:ext uri="{FF2B5EF4-FFF2-40B4-BE49-F238E27FC236}">
                  <a16:creationId xmlns:a16="http://schemas.microsoft.com/office/drawing/2014/main" id="{ABAF1138-F3BD-6AC9-6231-57135D5A8253}"/>
                </a:ext>
              </a:extLst>
            </p:cNvPr>
            <p:cNvSpPr/>
            <p:nvPr/>
          </p:nvSpPr>
          <p:spPr>
            <a:xfrm>
              <a:off x="5131073" y="952158"/>
              <a:ext cx="1733093" cy="1731550"/>
            </a:xfrm>
            <a:prstGeom prst="rect">
              <a:avLst/>
            </a:prstGeom>
            <a:solidFill>
              <a:srgbClr val="00B0F0">
                <a:alpha val="25000"/>
              </a:srgbClr>
            </a:solidFill>
            <a:ln w="44450">
              <a:solidFill>
                <a:srgbClr val="00B0F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  <p:cxnSp>
          <p:nvCxnSpPr>
            <p:cNvPr id="384" name="直接箭头连接符 383">
              <a:extLst>
                <a:ext uri="{FF2B5EF4-FFF2-40B4-BE49-F238E27FC236}">
                  <a16:creationId xmlns:a16="http://schemas.microsoft.com/office/drawing/2014/main" id="{CA047E6F-D1F8-0A9E-6FF5-323A50BAD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1227" y="925317"/>
              <a:ext cx="0" cy="1770885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接箭头连接符 384">
              <a:extLst>
                <a:ext uri="{FF2B5EF4-FFF2-40B4-BE49-F238E27FC236}">
                  <a16:creationId xmlns:a16="http://schemas.microsoft.com/office/drawing/2014/main" id="{5A012FA7-497E-2207-AC3A-4861ACE81A3E}"/>
                </a:ext>
              </a:extLst>
            </p:cNvPr>
            <p:cNvCxnSpPr>
              <a:cxnSpLocks/>
            </p:cNvCxnSpPr>
            <p:nvPr/>
          </p:nvCxnSpPr>
          <p:spPr>
            <a:xfrm>
              <a:off x="5115842" y="2686026"/>
              <a:ext cx="1758632" cy="0"/>
            </a:xfrm>
            <a:prstGeom prst="straightConnector1">
              <a:avLst/>
            </a:prstGeom>
            <a:ln w="4445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椭圆 385">
              <a:extLst>
                <a:ext uri="{FF2B5EF4-FFF2-40B4-BE49-F238E27FC236}">
                  <a16:creationId xmlns:a16="http://schemas.microsoft.com/office/drawing/2014/main" id="{F75DE25C-8571-533C-EF6F-C6A0E82EE12C}"/>
                </a:ext>
              </a:extLst>
            </p:cNvPr>
            <p:cNvSpPr/>
            <p:nvPr/>
          </p:nvSpPr>
          <p:spPr>
            <a:xfrm>
              <a:off x="6248729" y="1248409"/>
              <a:ext cx="156769" cy="156769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24" dirty="0"/>
            </a:p>
          </p:txBody>
        </p:sp>
      </p:grpSp>
      <p:pic>
        <p:nvPicPr>
          <p:cNvPr id="1026" name="Picture 2" descr="🤯 爆炸头 表情图片下载: 高清大图、动画图像和矢量图形 | Emojiall">
            <a:extLst>
              <a:ext uri="{FF2B5EF4-FFF2-40B4-BE49-F238E27FC236}">
                <a16:creationId xmlns:a16="http://schemas.microsoft.com/office/drawing/2014/main" id="{027AE9DB-1983-1854-F2F4-326179F2F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041" y="6040528"/>
            <a:ext cx="1136524" cy="1136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7" name="图片 386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4832078A-7D5E-9E3F-01EC-4FF7C2FED98C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3816" y="3383104"/>
            <a:ext cx="221746" cy="179751"/>
          </a:xfrm>
          <a:prstGeom prst="rect">
            <a:avLst/>
          </a:prstGeom>
        </p:spPr>
      </p:pic>
      <p:pic>
        <p:nvPicPr>
          <p:cNvPr id="388" name="图片 387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B2C3A1A4-1AF6-C462-01DF-D9E5734F94F6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560" y="2808655"/>
            <a:ext cx="221746" cy="179751"/>
          </a:xfrm>
          <a:prstGeom prst="rect">
            <a:avLst/>
          </a:prstGeom>
        </p:spPr>
      </p:pic>
      <p:pic>
        <p:nvPicPr>
          <p:cNvPr id="389" name="图片 388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6FE50CA7-DBFD-EBC4-34E7-B6224CE06FEA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542" y="7463103"/>
            <a:ext cx="221746" cy="179751"/>
          </a:xfrm>
          <a:prstGeom prst="rect">
            <a:avLst/>
          </a:prstGeom>
        </p:spPr>
      </p:pic>
      <p:pic>
        <p:nvPicPr>
          <p:cNvPr id="390" name="图片 389" descr="\documentclass{article}&#10;\usepackage{amsmath}&#10;\pagestyle{empty}&#10;\begin{document}&#10;&#10;$y_1$&#10;&#10;&#10;\end{document}" title="IguanaTex Bitmap Display">
            <a:extLst>
              <a:ext uri="{FF2B5EF4-FFF2-40B4-BE49-F238E27FC236}">
                <a16:creationId xmlns:a16="http://schemas.microsoft.com/office/drawing/2014/main" id="{5AC005B0-BA29-F849-FB0A-B3493426A3C9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312" y="7452719"/>
            <a:ext cx="221746" cy="179751"/>
          </a:xfrm>
          <a:prstGeom prst="rect">
            <a:avLst/>
          </a:prstGeom>
        </p:spPr>
      </p:pic>
      <p:pic>
        <p:nvPicPr>
          <p:cNvPr id="391" name="图片 390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4288DC53-C67F-7DA4-5784-025FBE091C6E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9796" y="1696498"/>
            <a:ext cx="228468" cy="179751"/>
          </a:xfrm>
          <a:prstGeom prst="rect">
            <a:avLst/>
          </a:prstGeom>
        </p:spPr>
      </p:pic>
      <p:pic>
        <p:nvPicPr>
          <p:cNvPr id="392" name="图片 391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06A4421A-68E1-F5B4-B1BD-579105B2516B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2606" y="365870"/>
            <a:ext cx="228468" cy="179751"/>
          </a:xfrm>
          <a:prstGeom prst="rect">
            <a:avLst/>
          </a:prstGeom>
        </p:spPr>
      </p:pic>
      <p:pic>
        <p:nvPicPr>
          <p:cNvPr id="393" name="图片 392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C43AA4FC-1B0A-E07D-0153-DBCD3BEE6D3F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311" y="5056280"/>
            <a:ext cx="228468" cy="179751"/>
          </a:xfrm>
          <a:prstGeom prst="rect">
            <a:avLst/>
          </a:prstGeom>
        </p:spPr>
      </p:pic>
      <p:pic>
        <p:nvPicPr>
          <p:cNvPr id="394" name="图片 393" descr="\documentclass{article}&#10;\usepackage{amsmath}&#10;\pagestyle{empty}&#10;\begin{document}&#10;&#10;$y_2$&#10;&#10;&#10;\end{document}" title="IguanaTex Bitmap Display">
            <a:extLst>
              <a:ext uri="{FF2B5EF4-FFF2-40B4-BE49-F238E27FC236}">
                <a16:creationId xmlns:a16="http://schemas.microsoft.com/office/drawing/2014/main" id="{3348A713-585B-2E8E-3173-6208AA391F12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0072" y="4999937"/>
            <a:ext cx="228468" cy="17975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F68846B-4B15-BAF8-AD6C-AD464197A0AC}"/>
              </a:ext>
            </a:extLst>
          </p:cNvPr>
          <p:cNvSpPr/>
          <p:nvPr/>
        </p:nvSpPr>
        <p:spPr>
          <a:xfrm>
            <a:off x="5413132" y="934937"/>
            <a:ext cx="17536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grpSp>
        <p:nvGrpSpPr>
          <p:cNvPr id="239" name="组合 238">
            <a:extLst>
              <a:ext uri="{FF2B5EF4-FFF2-40B4-BE49-F238E27FC236}">
                <a16:creationId xmlns:a16="http://schemas.microsoft.com/office/drawing/2014/main" id="{B72F7A58-9A31-07F6-1E2B-EF8450A1F561}"/>
              </a:ext>
            </a:extLst>
          </p:cNvPr>
          <p:cNvGrpSpPr/>
          <p:nvPr/>
        </p:nvGrpSpPr>
        <p:grpSpPr>
          <a:xfrm>
            <a:off x="479849" y="5565523"/>
            <a:ext cx="3795082" cy="1743125"/>
            <a:chOff x="300942" y="947541"/>
            <a:chExt cx="3588152" cy="1743125"/>
          </a:xfrm>
        </p:grpSpPr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3E6D14ED-A463-86BF-CEC9-6DBFAE422712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69066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112CA624-4940-A1D2-1724-250766349927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947541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直接连接符 241">
              <a:extLst>
                <a:ext uri="{FF2B5EF4-FFF2-40B4-BE49-F238E27FC236}">
                  <a16:creationId xmlns:a16="http://schemas.microsoft.com/office/drawing/2014/main" id="{77BE1320-A2AF-8A35-C8FA-8BE24EF91934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238062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直接连接符 242">
              <a:extLst>
                <a:ext uri="{FF2B5EF4-FFF2-40B4-BE49-F238E27FC236}">
                  <a16:creationId xmlns:a16="http://schemas.microsoft.com/office/drawing/2014/main" id="{BC16AA9B-7D5A-BDC4-11C4-62D5A493C66E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528583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CF558161-9ABE-9AE3-FDBB-8074C05C153D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1819104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33E3C900-393B-FA06-0ADC-C18D0FC6F6D9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109625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E6E93B97-B0A7-222D-5B16-0FF81F8B6E8D}"/>
                </a:ext>
              </a:extLst>
            </p:cNvPr>
            <p:cNvCxnSpPr>
              <a:cxnSpLocks/>
            </p:cNvCxnSpPr>
            <p:nvPr/>
          </p:nvCxnSpPr>
          <p:spPr>
            <a:xfrm>
              <a:off x="300942" y="2400146"/>
              <a:ext cx="3588152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7" name="图片 356">
            <a:extLst>
              <a:ext uri="{FF2B5EF4-FFF2-40B4-BE49-F238E27FC236}">
                <a16:creationId xmlns:a16="http://schemas.microsoft.com/office/drawing/2014/main" id="{391033F8-5F26-20E4-059C-013D3770D929}"/>
              </a:ext>
            </a:extLst>
          </p:cNvPr>
          <p:cNvPicPr>
            <a:picLocks noChangeAspect="1"/>
          </p:cNvPicPr>
          <p:nvPr/>
        </p:nvPicPr>
        <p:blipFill>
          <a:blip r:embed="rId43"/>
          <a:srcRect l="21710" t="36758" r="33211" b="27970"/>
          <a:stretch>
            <a:fillRect/>
          </a:stretch>
        </p:blipFill>
        <p:spPr>
          <a:xfrm>
            <a:off x="757774" y="5282571"/>
            <a:ext cx="3520429" cy="2260025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0D4F410C-3F3D-4EC7-4DE7-65B810E0B4AF}"/>
              </a:ext>
            </a:extLst>
          </p:cNvPr>
          <p:cNvGrpSpPr/>
          <p:nvPr/>
        </p:nvGrpSpPr>
        <p:grpSpPr>
          <a:xfrm>
            <a:off x="500788" y="956914"/>
            <a:ext cx="3182854" cy="1727585"/>
            <a:chOff x="500788" y="956914"/>
            <a:chExt cx="3182854" cy="1727585"/>
          </a:xfrm>
        </p:grpSpPr>
        <p:cxnSp>
          <p:nvCxnSpPr>
            <p:cNvPr id="166" name="直接连接符 165">
              <a:extLst>
                <a:ext uri="{FF2B5EF4-FFF2-40B4-BE49-F238E27FC236}">
                  <a16:creationId xmlns:a16="http://schemas.microsoft.com/office/drawing/2014/main" id="{9CB90BC7-B8FC-C42E-C541-0BD58550FFB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40951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直接连接符 167">
              <a:extLst>
                <a:ext uri="{FF2B5EF4-FFF2-40B4-BE49-F238E27FC236}">
                  <a16:creationId xmlns:a16="http://schemas.microsoft.com/office/drawing/2014/main" id="{3EA4BBB9-9C35-4FDF-C382-8B6A4D6AAEFC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956914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>
              <a:extLst>
                <a:ext uri="{FF2B5EF4-FFF2-40B4-BE49-F238E27FC236}">
                  <a16:creationId xmlns:a16="http://schemas.microsoft.com/office/drawing/2014/main" id="{8D44D68A-9CC8-5AC4-A940-A6A84CEEFF60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247435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590EA966-115A-58FD-0AD0-3F87366A8729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537956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7F487277-7A04-B51C-B655-BFAA92F3C09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828477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直接连接符 172">
              <a:extLst>
                <a:ext uri="{FF2B5EF4-FFF2-40B4-BE49-F238E27FC236}">
                  <a16:creationId xmlns:a16="http://schemas.microsoft.com/office/drawing/2014/main" id="{F47038AE-2E98-5A30-CE6D-817C7652BA2E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11899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C5768B8-53E1-C943-439F-503667F1AF6F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684499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2B4A114-07CF-22EF-66FA-91A0935EF596}"/>
              </a:ext>
            </a:extLst>
          </p:cNvPr>
          <p:cNvGrpSpPr/>
          <p:nvPr/>
        </p:nvGrpSpPr>
        <p:grpSpPr>
          <a:xfrm>
            <a:off x="7102865" y="5241038"/>
            <a:ext cx="648647" cy="2503863"/>
            <a:chOff x="2113570" y="610711"/>
            <a:chExt cx="870927" cy="2503863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21F101B-69E8-91F6-E504-BE0466D8CD5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AF6ACF-BCD5-08EE-0C78-0BC65E8A055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2DD69694-09C5-7084-2970-85D4671087D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4B75EAB-9A35-D54E-9842-61116303BE8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9674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1E82-ABC4-D76F-73BE-ACC16B6F8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AAFF59DA-94F4-4EF0-E49A-F776217B6FA3}"/>
              </a:ext>
            </a:extLst>
          </p:cNvPr>
          <p:cNvCxnSpPr>
            <a:cxnSpLocks/>
          </p:cNvCxnSpPr>
          <p:nvPr/>
        </p:nvCxnSpPr>
        <p:spPr>
          <a:xfrm flipV="1">
            <a:off x="8031414" y="601885"/>
            <a:ext cx="0" cy="4133042"/>
          </a:xfrm>
          <a:prstGeom prst="straightConnector1">
            <a:avLst/>
          </a:prstGeom>
          <a:ln w="444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78CAA620-80DA-5E5A-CC4A-AED249F65975}"/>
              </a:ext>
            </a:extLst>
          </p:cNvPr>
          <p:cNvCxnSpPr>
            <a:cxnSpLocks/>
          </p:cNvCxnSpPr>
          <p:nvPr/>
        </p:nvCxnSpPr>
        <p:spPr>
          <a:xfrm>
            <a:off x="6317921" y="3618983"/>
            <a:ext cx="4977737" cy="0"/>
          </a:xfrm>
          <a:prstGeom prst="straightConnector1">
            <a:avLst/>
          </a:prstGeom>
          <a:ln w="44450"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43ABB973-0EA3-BE4D-5489-2678E0559C93}"/>
              </a:ext>
            </a:extLst>
          </p:cNvPr>
          <p:cNvGrpSpPr/>
          <p:nvPr/>
        </p:nvGrpSpPr>
        <p:grpSpPr>
          <a:xfrm>
            <a:off x="1221464" y="1130324"/>
            <a:ext cx="3541612" cy="3928850"/>
            <a:chOff x="952334" y="610711"/>
            <a:chExt cx="2322476" cy="2503863"/>
          </a:xfrm>
        </p:grpSpPr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453579EB-B9B4-47CB-CF72-ED147291D6F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928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F90BFDF0-99CD-E8DB-247F-16A75A76B9C5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732565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74EE598-F59A-266D-D4DF-35F1622CF3E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442256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6D71DB7B-36E6-6AFF-1411-6CE53F5E60A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51947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317C33B-58FB-4D36-17D6-8B2F83BA45F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6163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00EAC4C4-50EB-BA78-26D6-48667DA2E5C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71329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EBB92216-EA35-2327-8D71-AFFAE89FAB62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1020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5216C6F1-2C0A-9447-2052-917F0FABF49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02287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3FBAA737-CB42-4579-8DF3-B3C1DFB3F539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-299598" y="1862643"/>
              <a:ext cx="2503863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FD32A7DB-94C5-0609-C9F2-190E09EA3F7C}"/>
              </a:ext>
            </a:extLst>
          </p:cNvPr>
          <p:cNvGrpSpPr/>
          <p:nvPr/>
        </p:nvGrpSpPr>
        <p:grpSpPr>
          <a:xfrm>
            <a:off x="732920" y="1856501"/>
            <a:ext cx="4793081" cy="2654086"/>
            <a:chOff x="500788" y="956914"/>
            <a:chExt cx="3182854" cy="1727585"/>
          </a:xfrm>
        </p:grpSpPr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2E8907A8-6DB7-01BF-D6DE-6E1B6DA26DC6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40951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4A8BEA29-9AA5-256D-C365-E0A976EE31C3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956914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0C2C5C54-65F4-5D3E-0147-C8D6C047136A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247435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63CFB86A-E04C-9EFA-ACE5-E0A71D9CA1A5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537956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8869907B-1913-0A71-40AC-89A33B369058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1828477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6098A05-1A51-346E-F1B2-3DACD836B42C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118998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DF0F112C-CCD7-E47E-EFBA-120C020F8D20}"/>
                </a:ext>
              </a:extLst>
            </p:cNvPr>
            <p:cNvCxnSpPr>
              <a:cxnSpLocks/>
            </p:cNvCxnSpPr>
            <p:nvPr/>
          </p:nvCxnSpPr>
          <p:spPr>
            <a:xfrm>
              <a:off x="500788" y="2684499"/>
              <a:ext cx="3182854" cy="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57" name="组合 1056">
            <a:extLst>
              <a:ext uri="{FF2B5EF4-FFF2-40B4-BE49-F238E27FC236}">
                <a16:creationId xmlns:a16="http://schemas.microsoft.com/office/drawing/2014/main" id="{31355E52-2E1D-4603-3807-A54B24E9D5ED}"/>
              </a:ext>
            </a:extLst>
          </p:cNvPr>
          <p:cNvGrpSpPr/>
          <p:nvPr/>
        </p:nvGrpSpPr>
        <p:grpSpPr>
          <a:xfrm rot="14927951">
            <a:off x="7347997" y="-37575"/>
            <a:ext cx="4393126" cy="5553065"/>
            <a:chOff x="395258" y="692106"/>
            <a:chExt cx="3168259" cy="3068327"/>
          </a:xfrm>
        </p:grpSpPr>
        <p:cxnSp>
          <p:nvCxnSpPr>
            <p:cNvPr id="1058" name="直接连接符 1057">
              <a:extLst>
                <a:ext uri="{FF2B5EF4-FFF2-40B4-BE49-F238E27FC236}">
                  <a16:creationId xmlns:a16="http://schemas.microsoft.com/office/drawing/2014/main" id="{F50D7FD4-9FAF-3C48-F287-A77459196764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16846" y="1112266"/>
              <a:ext cx="2051592" cy="122789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25ADA44E-2422-CAA2-4551-D36949A6A8BE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017052" y="1880493"/>
              <a:ext cx="1934889" cy="115804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直接连接符 1059">
              <a:extLst>
                <a:ext uri="{FF2B5EF4-FFF2-40B4-BE49-F238E27FC236}">
                  <a16:creationId xmlns:a16="http://schemas.microsoft.com/office/drawing/2014/main" id="{52FDAA8F-D842-A038-DEE6-7CA9F428E5EE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1444972" y="1763555"/>
              <a:ext cx="2498431" cy="149532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直接连接符 1060">
              <a:extLst>
                <a:ext uri="{FF2B5EF4-FFF2-40B4-BE49-F238E27FC236}">
                  <a16:creationId xmlns:a16="http://schemas.microsoft.com/office/drawing/2014/main" id="{03EDFAF2-8FE4-6412-D17A-DBDE6E7CD083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1158029" y="1525502"/>
              <a:ext cx="2491700" cy="149129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直接连接符 1061">
              <a:extLst>
                <a:ext uri="{FF2B5EF4-FFF2-40B4-BE49-F238E27FC236}">
                  <a16:creationId xmlns:a16="http://schemas.microsoft.com/office/drawing/2014/main" id="{6BFB3331-20BE-82A0-1566-D9C860FA4BDF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818277" y="1244034"/>
              <a:ext cx="2590585" cy="155048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直接连接符 1062">
              <a:extLst>
                <a:ext uri="{FF2B5EF4-FFF2-40B4-BE49-F238E27FC236}">
                  <a16:creationId xmlns:a16="http://schemas.microsoft.com/office/drawing/2014/main" id="{42C13FD3-C94A-A275-CA91-F2FABFDEA9D1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606135" y="1205815"/>
              <a:ext cx="2434251" cy="1456913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直接连接符 1063">
              <a:extLst>
                <a:ext uri="{FF2B5EF4-FFF2-40B4-BE49-F238E27FC236}">
                  <a16:creationId xmlns:a16="http://schemas.microsoft.com/office/drawing/2014/main" id="{676C6D94-A2D4-EF67-83AF-1CEA6E792605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418260" y="1155731"/>
              <a:ext cx="2229382" cy="133429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直接连接符 1064">
              <a:extLst>
                <a:ext uri="{FF2B5EF4-FFF2-40B4-BE49-F238E27FC236}">
                  <a16:creationId xmlns:a16="http://schemas.microsoft.com/office/drawing/2014/main" id="{A8A47AEC-B98A-1011-883D-99037C1B9B17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827533" y="1918404"/>
              <a:ext cx="894555" cy="535396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直接连接符 1065">
              <a:extLst>
                <a:ext uri="{FF2B5EF4-FFF2-40B4-BE49-F238E27FC236}">
                  <a16:creationId xmlns:a16="http://schemas.microsoft.com/office/drawing/2014/main" id="{499ECB1C-B168-CFF7-508D-63301B476817}"/>
                </a:ext>
              </a:extLst>
            </p:cNvPr>
            <p:cNvCxnSpPr>
              <a:cxnSpLocks/>
            </p:cNvCxnSpPr>
            <p:nvPr/>
          </p:nvCxnSpPr>
          <p:spPr>
            <a:xfrm rot="6788079" flipV="1">
              <a:off x="21557" y="1065807"/>
              <a:ext cx="1861553" cy="11141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67" name="组合 1066">
            <a:extLst>
              <a:ext uri="{FF2B5EF4-FFF2-40B4-BE49-F238E27FC236}">
                <a16:creationId xmlns:a16="http://schemas.microsoft.com/office/drawing/2014/main" id="{ADD098F6-837C-9A74-E240-68EA570E913B}"/>
              </a:ext>
            </a:extLst>
          </p:cNvPr>
          <p:cNvGrpSpPr/>
          <p:nvPr/>
        </p:nvGrpSpPr>
        <p:grpSpPr>
          <a:xfrm rot="12044851">
            <a:off x="6947666" y="-263180"/>
            <a:ext cx="4918948" cy="5780620"/>
            <a:chOff x="325839" y="316719"/>
            <a:chExt cx="3445783" cy="3684000"/>
          </a:xfrm>
        </p:grpSpPr>
        <p:cxnSp>
          <p:nvCxnSpPr>
            <p:cNvPr id="1068" name="直接连接符 1067">
              <a:extLst>
                <a:ext uri="{FF2B5EF4-FFF2-40B4-BE49-F238E27FC236}">
                  <a16:creationId xmlns:a16="http://schemas.microsoft.com/office/drawing/2014/main" id="{38906D45-4B76-AF5D-4892-F91FF428FEEF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608714" y="1319340"/>
              <a:ext cx="1267859" cy="25267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直接连接符 1068">
              <a:extLst>
                <a:ext uri="{FF2B5EF4-FFF2-40B4-BE49-F238E27FC236}">
                  <a16:creationId xmlns:a16="http://schemas.microsoft.com/office/drawing/2014/main" id="{36E9AF90-A706-195F-604F-68149673E008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384683" y="507225"/>
              <a:ext cx="1199627" cy="2390770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直接连接符 1069">
              <a:extLst>
                <a:ext uri="{FF2B5EF4-FFF2-40B4-BE49-F238E27FC236}">
                  <a16:creationId xmlns:a16="http://schemas.microsoft.com/office/drawing/2014/main" id="{923AFBBD-DE68-E206-C1A3-FCA0F3E6EC24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019883" y="316719"/>
              <a:ext cx="1348610" cy="2687683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直接连接符 1070">
              <a:extLst>
                <a:ext uri="{FF2B5EF4-FFF2-40B4-BE49-F238E27FC236}">
                  <a16:creationId xmlns:a16="http://schemas.microsoft.com/office/drawing/2014/main" id="{2925ED98-C059-067D-58F4-BEEDEA260B12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723956" y="449477"/>
              <a:ext cx="1359847" cy="271007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直接连接符 1071">
              <a:extLst>
                <a:ext uri="{FF2B5EF4-FFF2-40B4-BE49-F238E27FC236}">
                  <a16:creationId xmlns:a16="http://schemas.microsoft.com/office/drawing/2014/main" id="{AD2EEC57-9DE5-8B96-7749-A115AABC956F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451141" y="718942"/>
              <a:ext cx="1324858" cy="2640351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3" name="直接连接符 1072">
              <a:extLst>
                <a:ext uri="{FF2B5EF4-FFF2-40B4-BE49-F238E27FC236}">
                  <a16:creationId xmlns:a16="http://schemas.microsoft.com/office/drawing/2014/main" id="{DE6BE401-74AD-AC0E-0F1B-5375D945C1E7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1116174" y="726239"/>
              <a:ext cx="1414172" cy="2818345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直接连接符 1073">
              <a:extLst>
                <a:ext uri="{FF2B5EF4-FFF2-40B4-BE49-F238E27FC236}">
                  <a16:creationId xmlns:a16="http://schemas.microsoft.com/office/drawing/2014/main" id="{3B7BCA6F-98ED-2C5E-C3BF-B76F5163DBAF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886162" y="1105295"/>
              <a:ext cx="1293579" cy="2578008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直接连接符 1074">
              <a:extLst>
                <a:ext uri="{FF2B5EF4-FFF2-40B4-BE49-F238E27FC236}">
                  <a16:creationId xmlns:a16="http://schemas.microsoft.com/office/drawing/2014/main" id="{F4DE2F18-DB80-D649-3850-717281936D40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2777996" y="691884"/>
              <a:ext cx="993626" cy="1980227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直接连接符 1075">
              <a:extLst>
                <a:ext uri="{FF2B5EF4-FFF2-40B4-BE49-F238E27FC236}">
                  <a16:creationId xmlns:a16="http://schemas.microsoft.com/office/drawing/2014/main" id="{14634123-3189-9EBD-1A21-7867913F265D}"/>
                </a:ext>
              </a:extLst>
            </p:cNvPr>
            <p:cNvCxnSpPr>
              <a:cxnSpLocks/>
            </p:cNvCxnSpPr>
            <p:nvPr/>
          </p:nvCxnSpPr>
          <p:spPr>
            <a:xfrm rot="9453145" flipV="1">
              <a:off x="325839" y="1503601"/>
              <a:ext cx="1252990" cy="2497118"/>
            </a:xfrm>
            <a:prstGeom prst="line">
              <a:avLst/>
            </a:prstGeom>
            <a:ln w="158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2A339295-20F6-824F-C439-34259482AF93}"/>
              </a:ext>
            </a:extLst>
          </p:cNvPr>
          <p:cNvCxnSpPr>
            <a:cxnSpLocks/>
          </p:cNvCxnSpPr>
          <p:nvPr/>
        </p:nvCxnSpPr>
        <p:spPr>
          <a:xfrm flipV="1">
            <a:off x="7479615" y="703828"/>
            <a:ext cx="1761266" cy="419110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F61E784-17DA-21FA-8B84-D7B577938DEB}"/>
              </a:ext>
            </a:extLst>
          </p:cNvPr>
          <p:cNvCxnSpPr>
            <a:cxnSpLocks/>
          </p:cNvCxnSpPr>
          <p:nvPr/>
        </p:nvCxnSpPr>
        <p:spPr>
          <a:xfrm>
            <a:off x="832754" y="3618982"/>
            <a:ext cx="4977737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066DE5F-E0BC-0E5E-9817-DB34A08C25AD}"/>
              </a:ext>
            </a:extLst>
          </p:cNvPr>
          <p:cNvCxnSpPr>
            <a:cxnSpLocks/>
          </p:cNvCxnSpPr>
          <p:nvPr/>
        </p:nvCxnSpPr>
        <p:spPr>
          <a:xfrm flipV="1">
            <a:off x="2546247" y="601884"/>
            <a:ext cx="0" cy="413304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C6A5CF3E-09E7-7FE2-69C1-490D2E34D2B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5476" y="3722391"/>
            <a:ext cx="193188" cy="203267"/>
          </a:xfrm>
          <a:prstGeom prst="rect">
            <a:avLst/>
          </a:prstGeom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5A08048-B995-80B3-CE75-0A496F32F0F4}"/>
              </a:ext>
            </a:extLst>
          </p:cNvPr>
          <p:cNvCxnSpPr/>
          <p:nvPr/>
        </p:nvCxnSpPr>
        <p:spPr>
          <a:xfrm>
            <a:off x="2545504" y="361720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B66540DA-5EE3-2A74-998E-B24833D78C8A}"/>
              </a:ext>
            </a:extLst>
          </p:cNvPr>
          <p:cNvSpPr/>
          <p:nvPr/>
        </p:nvSpPr>
        <p:spPr>
          <a:xfrm>
            <a:off x="2537884" y="1883342"/>
            <a:ext cx="1773707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1DD2FA6-01CB-2B52-3FA8-43E794DA8A86}"/>
              </a:ext>
            </a:extLst>
          </p:cNvPr>
          <p:cNvCxnSpPr>
            <a:cxnSpLocks/>
          </p:cNvCxnSpPr>
          <p:nvPr/>
        </p:nvCxnSpPr>
        <p:spPr>
          <a:xfrm flipV="1">
            <a:off x="2548038" y="1856501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3F7E065-CDC1-E027-4C60-42FB96B56973}"/>
              </a:ext>
            </a:extLst>
          </p:cNvPr>
          <p:cNvCxnSpPr>
            <a:cxnSpLocks/>
          </p:cNvCxnSpPr>
          <p:nvPr/>
        </p:nvCxnSpPr>
        <p:spPr>
          <a:xfrm>
            <a:off x="2522653" y="3617210"/>
            <a:ext cx="1788938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5" name="图片 164" descr="\documentclass{article}&#10;\usepackage{amsmath}&#10;\pagestyle{empty}&#10;\begin{document}&#10;&#10;$x$&#10;&#10;&#10;\end{document}" title="IguanaTex Bitmap Display">
            <a:extLst>
              <a:ext uri="{FF2B5EF4-FFF2-40B4-BE49-F238E27FC236}">
                <a16:creationId xmlns:a16="http://schemas.microsoft.com/office/drawing/2014/main" id="{081F313E-C4CD-C98A-6216-0A4022231A2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7859" y="3756405"/>
            <a:ext cx="141110" cy="125994"/>
          </a:xfrm>
          <a:prstGeom prst="rect">
            <a:avLst/>
          </a:prstGeom>
        </p:spPr>
      </p:pic>
      <p:pic>
        <p:nvPicPr>
          <p:cNvPr id="163" name="图片 162" descr="\documentclass{article}&#10;\usepackage{amsmath}&#10;\pagestyle{empty}&#10;\begin{document}&#10;&#10;$t$&#10;&#10;&#10;\end{document}" title="IguanaTex Bitmap Display">
            <a:extLst>
              <a:ext uri="{FF2B5EF4-FFF2-40B4-BE49-F238E27FC236}">
                <a16:creationId xmlns:a16="http://schemas.microsoft.com/office/drawing/2014/main" id="{2C4FB236-A366-B00F-4EFA-C51DEFAC3AA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5916" y="524077"/>
            <a:ext cx="87356" cy="179751"/>
          </a:xfrm>
          <a:prstGeom prst="rect">
            <a:avLst/>
          </a:prstGeom>
        </p:spPr>
      </p:pic>
      <p:pic>
        <p:nvPicPr>
          <p:cNvPr id="170" name="图片 169" descr="\documentclass{article}&#10;\usepackage{amsmath}&#10;\pagestyle{empty}&#10;\begin{document}&#10;&#10;$(x,t)$&#10;&#10;&#10;\end{document}" title="IguanaTex Bitmap Display">
            <a:extLst>
              <a:ext uri="{FF2B5EF4-FFF2-40B4-BE49-F238E27FC236}">
                <a16:creationId xmlns:a16="http://schemas.microsoft.com/office/drawing/2014/main" id="{A6098D6C-C7E4-D5A6-F648-4123DDC60A1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4168" y="1526806"/>
            <a:ext cx="545964" cy="280541"/>
          </a:xfrm>
          <a:prstGeom prst="rect">
            <a:avLst/>
          </a:prstGeom>
        </p:spPr>
      </p:pic>
      <p:pic>
        <p:nvPicPr>
          <p:cNvPr id="44" name="图片 43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1C0BE70-C0F0-1216-AC2B-78298D7E2DF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359" y="1644079"/>
            <a:ext cx="299020" cy="167989"/>
          </a:xfrm>
          <a:prstGeom prst="rect">
            <a:avLst/>
          </a:prstGeom>
        </p:spPr>
      </p:pic>
      <p:pic>
        <p:nvPicPr>
          <p:cNvPr id="45" name="图片 44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992F95C-9CFB-A750-C2A2-94E4154700D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87" y="3709796"/>
            <a:ext cx="292301" cy="167989"/>
          </a:xfrm>
          <a:prstGeom prst="rect">
            <a:avLst/>
          </a:prstGeom>
        </p:spPr>
      </p:pic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67C14DA-1AFA-A3FA-A60C-B053CE558BF2}"/>
              </a:ext>
            </a:extLst>
          </p:cNvPr>
          <p:cNvCxnSpPr>
            <a:cxnSpLocks/>
          </p:cNvCxnSpPr>
          <p:nvPr/>
        </p:nvCxnSpPr>
        <p:spPr>
          <a:xfrm flipH="1" flipV="1">
            <a:off x="1773957" y="1780128"/>
            <a:ext cx="758178" cy="1828679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E7CF01CF-54AD-0BFB-E362-6F3FB7416A30}"/>
              </a:ext>
            </a:extLst>
          </p:cNvPr>
          <p:cNvCxnSpPr>
            <a:cxnSpLocks/>
          </p:cNvCxnSpPr>
          <p:nvPr/>
        </p:nvCxnSpPr>
        <p:spPr>
          <a:xfrm>
            <a:off x="2547376" y="3638313"/>
            <a:ext cx="1823853" cy="779229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平行四边形 53">
            <a:extLst>
              <a:ext uri="{FF2B5EF4-FFF2-40B4-BE49-F238E27FC236}">
                <a16:creationId xmlns:a16="http://schemas.microsoft.com/office/drawing/2014/main" id="{E587F5BB-57DA-23A8-2E67-45EFC27A7123}"/>
              </a:ext>
            </a:extLst>
          </p:cNvPr>
          <p:cNvSpPr/>
          <p:nvPr/>
        </p:nvSpPr>
        <p:spPr>
          <a:xfrm rot="4042753">
            <a:off x="1362483" y="2409929"/>
            <a:ext cx="3438250" cy="1400121"/>
          </a:xfrm>
          <a:prstGeom prst="parallelogram">
            <a:avLst>
              <a:gd name="adj" fmla="val 103896"/>
            </a:avLst>
          </a:prstGeom>
          <a:solidFill>
            <a:srgbClr val="0070C0">
              <a:alpha val="25000"/>
            </a:srgbClr>
          </a:solidFill>
          <a:ln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482206E7-8BAD-8879-252C-02BAF45CE0F8}"/>
              </a:ext>
            </a:extLst>
          </p:cNvPr>
          <p:cNvSpPr/>
          <p:nvPr/>
        </p:nvSpPr>
        <p:spPr>
          <a:xfrm>
            <a:off x="4225060" y="1795608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81550F5B-F9A8-4F3B-F372-E93692B7B526}"/>
              </a:ext>
            </a:extLst>
          </p:cNvPr>
          <p:cNvSpPr/>
          <p:nvPr/>
        </p:nvSpPr>
        <p:spPr>
          <a:xfrm>
            <a:off x="3523843" y="2513155"/>
            <a:ext cx="156769" cy="15676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175" name="图片 174" descr="\documentclass{article}&#10;\usepackage{amsmath}&#10;\pagestyle{empty}&#10;\begin{document}&#10;&#10;$(x',t')$&#10;&#10;&#10;\end{document}" title="IguanaTex Bitmap Display">
            <a:extLst>
              <a:ext uri="{FF2B5EF4-FFF2-40B4-BE49-F238E27FC236}">
                <a16:creationId xmlns:a16="http://schemas.microsoft.com/office/drawing/2014/main" id="{7AB35E52-E4D7-65EF-B717-CBB2398F0E7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3582" y="2526685"/>
            <a:ext cx="702196" cy="280541"/>
          </a:xfrm>
          <a:prstGeom prst="rect">
            <a:avLst/>
          </a:prstGeom>
        </p:spPr>
      </p:pic>
      <p:pic>
        <p:nvPicPr>
          <p:cNvPr id="102" name="图片 101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BB9A56F-2FE9-282E-C392-F4F89DAA1DFF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546" y="4434091"/>
            <a:ext cx="273822" cy="248623"/>
          </a:xfrm>
          <a:prstGeom prst="rect">
            <a:avLst/>
          </a:prstGeom>
        </p:spPr>
      </p:pic>
      <p:pic>
        <p:nvPicPr>
          <p:cNvPr id="106" name="图片 10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74712EE-F010-02F9-20F3-CD18C05FECC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560" y="3844247"/>
            <a:ext cx="193188" cy="203267"/>
          </a:xfrm>
          <a:prstGeom prst="rect">
            <a:avLst/>
          </a:prstGeom>
        </p:spPr>
      </p:pic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E592D836-00E8-F943-786E-3FB161DF3F3D}"/>
              </a:ext>
            </a:extLst>
          </p:cNvPr>
          <p:cNvCxnSpPr/>
          <p:nvPr/>
        </p:nvCxnSpPr>
        <p:spPr>
          <a:xfrm>
            <a:off x="8030671" y="3617203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E06BD2DD-4ACB-6BF7-F3C9-2A67A8324697}"/>
              </a:ext>
            </a:extLst>
          </p:cNvPr>
          <p:cNvSpPr/>
          <p:nvPr/>
        </p:nvSpPr>
        <p:spPr>
          <a:xfrm>
            <a:off x="8023051" y="1883343"/>
            <a:ext cx="1773707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49BBB362-BDC7-B4B1-194F-EA87A63D446E}"/>
              </a:ext>
            </a:extLst>
          </p:cNvPr>
          <p:cNvCxnSpPr>
            <a:cxnSpLocks/>
          </p:cNvCxnSpPr>
          <p:nvPr/>
        </p:nvCxnSpPr>
        <p:spPr>
          <a:xfrm flipV="1">
            <a:off x="8033205" y="1856502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EB803F98-389C-D1AD-881F-6358ADCC0265}"/>
              </a:ext>
            </a:extLst>
          </p:cNvPr>
          <p:cNvCxnSpPr>
            <a:cxnSpLocks/>
          </p:cNvCxnSpPr>
          <p:nvPr/>
        </p:nvCxnSpPr>
        <p:spPr>
          <a:xfrm>
            <a:off x="8007820" y="3617211"/>
            <a:ext cx="1788938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5" name="图片 184" descr="\documentclass{article}&#10;\usepackage{amsmath}&#10;\pagestyle{empty}&#10;\begin{document}&#10;&#10;$x$&#10;&#10;&#10;\end{document}" title="IguanaTex Bitmap Display">
            <a:extLst>
              <a:ext uri="{FF2B5EF4-FFF2-40B4-BE49-F238E27FC236}">
                <a16:creationId xmlns:a16="http://schemas.microsoft.com/office/drawing/2014/main" id="{57C5031E-E9F5-8D96-D0A8-3BF8B8D9FC3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027" y="3756405"/>
            <a:ext cx="141111" cy="125994"/>
          </a:xfrm>
          <a:prstGeom prst="rect">
            <a:avLst/>
          </a:prstGeom>
        </p:spPr>
      </p:pic>
      <p:pic>
        <p:nvPicPr>
          <p:cNvPr id="187" name="图片 186" descr="\documentclass{article}&#10;\usepackage{amsmath}&#10;\pagestyle{empty}&#10;\begin{document}&#10;&#10;$t$&#10;&#10;&#10;\end{document}" title="IguanaTex Bitmap Display">
            <a:extLst>
              <a:ext uri="{FF2B5EF4-FFF2-40B4-BE49-F238E27FC236}">
                <a16:creationId xmlns:a16="http://schemas.microsoft.com/office/drawing/2014/main" id="{1785FE37-C3F7-7DCB-A3D8-0738CDB8EBB8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703" y="524077"/>
            <a:ext cx="87356" cy="179751"/>
          </a:xfrm>
          <a:prstGeom prst="rect">
            <a:avLst/>
          </a:prstGeom>
        </p:spPr>
      </p:pic>
      <p:pic>
        <p:nvPicPr>
          <p:cNvPr id="116" name="图片 115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0E2C7F9-37BB-04A3-540F-27A217002142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409" y="1705122"/>
            <a:ext cx="299020" cy="167989"/>
          </a:xfrm>
          <a:prstGeom prst="rect">
            <a:avLst/>
          </a:prstGeom>
        </p:spPr>
      </p:pic>
      <p:pic>
        <p:nvPicPr>
          <p:cNvPr id="117" name="图片 116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3D4F55B-ADD9-AC66-9870-D771457DD66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6254" y="3709797"/>
            <a:ext cx="292301" cy="167989"/>
          </a:xfrm>
          <a:prstGeom prst="rect">
            <a:avLst/>
          </a:prstGeom>
        </p:spPr>
      </p:pic>
      <p:sp>
        <p:nvSpPr>
          <p:cNvPr id="151" name="椭圆 150">
            <a:extLst>
              <a:ext uri="{FF2B5EF4-FFF2-40B4-BE49-F238E27FC236}">
                <a16:creationId xmlns:a16="http://schemas.microsoft.com/office/drawing/2014/main" id="{BEF9C7FB-6742-BEAB-8DE4-9197A5B8BBF9}"/>
              </a:ext>
            </a:extLst>
          </p:cNvPr>
          <p:cNvSpPr/>
          <p:nvPr/>
        </p:nvSpPr>
        <p:spPr>
          <a:xfrm>
            <a:off x="9710227" y="1795609"/>
            <a:ext cx="156769" cy="15676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pic>
        <p:nvPicPr>
          <p:cNvPr id="158" name="图片 15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5A2F5DD-1291-A222-BD6C-977B27A696EC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9518" y="2838096"/>
            <a:ext cx="273822" cy="248623"/>
          </a:xfrm>
          <a:prstGeom prst="rect">
            <a:avLst/>
          </a:prstGeom>
        </p:spPr>
      </p:pic>
      <p:pic>
        <p:nvPicPr>
          <p:cNvPr id="159" name="图片 158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47B8A99-B507-1227-9097-67FFEA59119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105" y="1351473"/>
            <a:ext cx="280542" cy="248623"/>
          </a:xfrm>
          <a:prstGeom prst="rect">
            <a:avLst/>
          </a:prstGeom>
        </p:spPr>
      </p:pic>
      <p:pic>
        <p:nvPicPr>
          <p:cNvPr id="103" name="图片 102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63484D3-A5DB-1F5C-4E8B-7CDA3833DC48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828" y="1531505"/>
            <a:ext cx="280542" cy="248623"/>
          </a:xfrm>
          <a:prstGeom prst="rect">
            <a:avLst/>
          </a:prstGeom>
        </p:spPr>
      </p:pic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DE1D9599-C195-B405-7139-F82CBE24ABA2}"/>
              </a:ext>
            </a:extLst>
          </p:cNvPr>
          <p:cNvCxnSpPr>
            <a:cxnSpLocks/>
          </p:cNvCxnSpPr>
          <p:nvPr/>
        </p:nvCxnSpPr>
        <p:spPr>
          <a:xfrm>
            <a:off x="2541694" y="3623576"/>
            <a:ext cx="1542626" cy="0"/>
          </a:xfrm>
          <a:prstGeom prst="line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2F0CEDFD-C193-95EF-FDA1-BDAB3A6F9C89}"/>
              </a:ext>
            </a:extLst>
          </p:cNvPr>
          <p:cNvCxnSpPr>
            <a:cxnSpLocks/>
          </p:cNvCxnSpPr>
          <p:nvPr/>
        </p:nvCxnSpPr>
        <p:spPr>
          <a:xfrm flipV="1">
            <a:off x="8017302" y="1500701"/>
            <a:ext cx="892602" cy="21081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 descr="\documentclass{article}&#10;\usepackage{amsmath}&#10;\pagestyle{empty}&#10;\begin{document}&#10;&#10;$t'$&#10;&#10;&#10;\end{document}" title="IguanaTex Bitmap Display">
            <a:extLst>
              <a:ext uri="{FF2B5EF4-FFF2-40B4-BE49-F238E27FC236}">
                <a16:creationId xmlns:a16="http://schemas.microsoft.com/office/drawing/2014/main" id="{B7095C31-5D76-67B3-FDE9-0AE9CFCE2BB5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405" y="515301"/>
            <a:ext cx="154553" cy="213349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18ECC94-21E7-07D1-8104-1B9F95C44C41}"/>
              </a:ext>
            </a:extLst>
          </p:cNvPr>
          <p:cNvCxnSpPr>
            <a:cxnSpLocks/>
          </p:cNvCxnSpPr>
          <p:nvPr/>
        </p:nvCxnSpPr>
        <p:spPr>
          <a:xfrm flipV="1">
            <a:off x="6911041" y="2091121"/>
            <a:ext cx="4675949" cy="199902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直接箭头连接符 1039">
            <a:extLst>
              <a:ext uri="{FF2B5EF4-FFF2-40B4-BE49-F238E27FC236}">
                <a16:creationId xmlns:a16="http://schemas.microsoft.com/office/drawing/2014/main" id="{09C3AAAD-6B95-0552-7237-05D1525E2F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636502" y="2108485"/>
            <a:ext cx="892602" cy="21081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90C0F5A-8AEC-9169-FD13-A764500E2962}"/>
              </a:ext>
            </a:extLst>
          </p:cNvPr>
          <p:cNvCxnSpPr>
            <a:cxnSpLocks/>
          </p:cNvCxnSpPr>
          <p:nvPr/>
        </p:nvCxnSpPr>
        <p:spPr>
          <a:xfrm flipV="1">
            <a:off x="8006343" y="2860949"/>
            <a:ext cx="1797648" cy="756897"/>
          </a:xfrm>
          <a:prstGeom prst="line">
            <a:avLst/>
          </a:prstGeom>
          <a:ln w="444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 descr="\documentclass{article}&#10;\usepackage{amsmath}&#10;\pagestyle{empty}&#10;\begin{document}&#10;&#10;$x'$&#10;&#10;&#10;\end{document}" title="IguanaTex Bitmap Display">
            <a:extLst>
              <a:ext uri="{FF2B5EF4-FFF2-40B4-BE49-F238E27FC236}">
                <a16:creationId xmlns:a16="http://schemas.microsoft.com/office/drawing/2014/main" id="{1CC6A515-FD6D-CB1A-4A0F-03E0A828CCB3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1800" y="2196881"/>
            <a:ext cx="211666" cy="213350"/>
          </a:xfrm>
          <a:prstGeom prst="rect">
            <a:avLst/>
          </a:prstGeom>
        </p:spPr>
      </p:pic>
      <p:pic>
        <p:nvPicPr>
          <p:cNvPr id="2" name="图片 1" descr="\documentclass{article}&#10;\usepackage{amsmath}&#10;\pagestyle{empty}&#10;\begin{document}&#10;&#10;$(x,t)$&#10;&#10;&#10;\end{document}" title="IguanaTex Bitmap Display">
            <a:extLst>
              <a:ext uri="{FF2B5EF4-FFF2-40B4-BE49-F238E27FC236}">
                <a16:creationId xmlns:a16="http://schemas.microsoft.com/office/drawing/2014/main" id="{D2FE4EA0-7680-AE4A-AF3E-4E7D5D689E24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567" y="1545364"/>
            <a:ext cx="545964" cy="280541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(x',t')$&#10;&#10;&#10;\end{document}" title="IguanaTex Bitmap Display">
            <a:extLst>
              <a:ext uri="{FF2B5EF4-FFF2-40B4-BE49-F238E27FC236}">
                <a16:creationId xmlns:a16="http://schemas.microsoft.com/office/drawing/2014/main" id="{8F991346-AA71-1723-D4A1-F69E5545DD59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0428" y="1866287"/>
            <a:ext cx="702196" cy="280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63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E31B8-3C78-11EA-A2D6-9751E7C4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3" name="直接箭头连接符 202">
            <a:extLst>
              <a:ext uri="{FF2B5EF4-FFF2-40B4-BE49-F238E27FC236}">
                <a16:creationId xmlns:a16="http://schemas.microsoft.com/office/drawing/2014/main" id="{F5CCC160-0DD4-9017-B353-61E482AEDF3A}"/>
              </a:ext>
            </a:extLst>
          </p:cNvPr>
          <p:cNvCxnSpPr>
            <a:cxnSpLocks/>
          </p:cNvCxnSpPr>
          <p:nvPr/>
        </p:nvCxnSpPr>
        <p:spPr>
          <a:xfrm>
            <a:off x="10275251" y="5112714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EE83C6EC-22BC-00CF-4E46-2DB87603CDBC}"/>
              </a:ext>
            </a:extLst>
          </p:cNvPr>
          <p:cNvSpPr/>
          <p:nvPr/>
        </p:nvSpPr>
        <p:spPr>
          <a:xfrm flipH="1">
            <a:off x="5145469" y="6298783"/>
            <a:ext cx="2870772" cy="1004014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2" name="弧形 1">
            <a:extLst>
              <a:ext uri="{FF2B5EF4-FFF2-40B4-BE49-F238E27FC236}">
                <a16:creationId xmlns:a16="http://schemas.microsoft.com/office/drawing/2014/main" id="{72B2074B-58D5-6848-9CB2-5AF649586E96}"/>
              </a:ext>
            </a:extLst>
          </p:cNvPr>
          <p:cNvSpPr/>
          <p:nvPr/>
        </p:nvSpPr>
        <p:spPr>
          <a:xfrm rot="10800000" flipH="1">
            <a:off x="9608803" y="648908"/>
            <a:ext cx="671753" cy="174163"/>
          </a:xfrm>
          <a:prstGeom prst="arc">
            <a:avLst>
              <a:gd name="adj1" fmla="val 19828073"/>
              <a:gd name="adj2" fmla="val 13435617"/>
            </a:avLst>
          </a:prstGeom>
          <a:ln w="44450">
            <a:solidFill>
              <a:schemeClr val="bg1">
                <a:lumMod val="65000"/>
              </a:schemeClr>
            </a:solidFill>
            <a:prstDash val="solid"/>
            <a:tailEnd type="triangl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5AB062E-CD1E-213C-5124-95E43366855E}"/>
              </a:ext>
            </a:extLst>
          </p:cNvPr>
          <p:cNvCxnSpPr>
            <a:cxnSpLocks/>
          </p:cNvCxnSpPr>
          <p:nvPr/>
        </p:nvCxnSpPr>
        <p:spPr>
          <a:xfrm flipV="1">
            <a:off x="9950343" y="473465"/>
            <a:ext cx="0" cy="281118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33C51B4-9B4B-2CDC-FE96-C580A78AFAC1}"/>
              </a:ext>
            </a:extLst>
          </p:cNvPr>
          <p:cNvCxnSpPr>
            <a:cxnSpLocks/>
          </p:cNvCxnSpPr>
          <p:nvPr/>
        </p:nvCxnSpPr>
        <p:spPr>
          <a:xfrm>
            <a:off x="715013" y="2683195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581E669-99B0-92EA-5EC3-71B6D7927103}"/>
              </a:ext>
            </a:extLst>
          </p:cNvPr>
          <p:cNvCxnSpPr>
            <a:cxnSpLocks/>
          </p:cNvCxnSpPr>
          <p:nvPr/>
        </p:nvCxnSpPr>
        <p:spPr>
          <a:xfrm flipV="1">
            <a:off x="1244472" y="467837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C7254C16-46BB-7440-13A2-73CB570B82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2786603"/>
            <a:ext cx="193188" cy="20326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FC1D1DD-E05E-FFE8-C3BC-6426C3897ED7}"/>
              </a:ext>
            </a:extLst>
          </p:cNvPr>
          <p:cNvSpPr/>
          <p:nvPr/>
        </p:nvSpPr>
        <p:spPr>
          <a:xfrm>
            <a:off x="1243730" y="947541"/>
            <a:ext cx="16229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BDC9A33-B7E5-9B54-8D95-B69DC0036FB8}"/>
              </a:ext>
            </a:extLst>
          </p:cNvPr>
          <p:cNvCxnSpPr/>
          <p:nvPr/>
        </p:nvCxnSpPr>
        <p:spPr>
          <a:xfrm>
            <a:off x="1243728" y="268141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AB0E9C6-F6D4-F256-10A7-AFB58945B525}"/>
              </a:ext>
            </a:extLst>
          </p:cNvPr>
          <p:cNvCxnSpPr>
            <a:cxnSpLocks/>
          </p:cNvCxnSpPr>
          <p:nvPr/>
        </p:nvCxnSpPr>
        <p:spPr>
          <a:xfrm flipV="1">
            <a:off x="1243721" y="920713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EA5063EE-03AA-6C4D-53AD-33E15219DAE6}"/>
              </a:ext>
            </a:extLst>
          </p:cNvPr>
          <p:cNvCxnSpPr>
            <a:cxnSpLocks/>
          </p:cNvCxnSpPr>
          <p:nvPr/>
        </p:nvCxnSpPr>
        <p:spPr>
          <a:xfrm>
            <a:off x="1228512" y="2681409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7BB27C58-1AD5-7B92-9F34-15E150D959DB}"/>
              </a:ext>
            </a:extLst>
          </p:cNvPr>
          <p:cNvCxnSpPr>
            <a:cxnSpLocks/>
          </p:cNvCxnSpPr>
          <p:nvPr/>
        </p:nvCxnSpPr>
        <p:spPr>
          <a:xfrm flipV="1">
            <a:off x="7907413" y="2688871"/>
            <a:ext cx="4191787" cy="837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096EFFFD-EBE7-71BC-E9FA-52826CA2D51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572" y="2792249"/>
            <a:ext cx="193188" cy="203267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2FDDBCAA-5D84-17C0-44C8-70A3A7F6B123}"/>
              </a:ext>
            </a:extLst>
          </p:cNvPr>
          <p:cNvSpPr/>
          <p:nvPr/>
        </p:nvSpPr>
        <p:spPr>
          <a:xfrm>
            <a:off x="9949602" y="953186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5C8F7FB-55C4-4B6B-29FA-0E5E4B91102A}"/>
              </a:ext>
            </a:extLst>
          </p:cNvPr>
          <p:cNvCxnSpPr/>
          <p:nvPr/>
        </p:nvCxnSpPr>
        <p:spPr>
          <a:xfrm>
            <a:off x="9949599" y="268706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B4DD54F-B889-B086-6670-440EEB033CA7}"/>
              </a:ext>
            </a:extLst>
          </p:cNvPr>
          <p:cNvCxnSpPr>
            <a:cxnSpLocks/>
          </p:cNvCxnSpPr>
          <p:nvPr/>
        </p:nvCxnSpPr>
        <p:spPr>
          <a:xfrm>
            <a:off x="9934384" y="2687054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CDE50BBA-1F7D-FEEC-6C34-E64AEAA67B86}"/>
              </a:ext>
            </a:extLst>
          </p:cNvPr>
          <p:cNvSpPr/>
          <p:nvPr/>
        </p:nvSpPr>
        <p:spPr>
          <a:xfrm flipH="1">
            <a:off x="8367047" y="951133"/>
            <a:ext cx="1585962" cy="1731550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1D4D868D-3C3C-90C4-2DD3-CF00C8E96BD8}"/>
              </a:ext>
            </a:extLst>
          </p:cNvPr>
          <p:cNvCxnSpPr/>
          <p:nvPr/>
        </p:nvCxnSpPr>
        <p:spPr>
          <a:xfrm flipH="1">
            <a:off x="8345564" y="2685007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B0FE5739-4C2C-2C98-71E0-515A2099B516}"/>
              </a:ext>
            </a:extLst>
          </p:cNvPr>
          <p:cNvCxnSpPr>
            <a:cxnSpLocks/>
          </p:cNvCxnSpPr>
          <p:nvPr/>
        </p:nvCxnSpPr>
        <p:spPr>
          <a:xfrm flipH="1" flipV="1">
            <a:off x="9949597" y="926359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0BAF9E56-417C-75CA-713A-1BFA164F150A}"/>
              </a:ext>
            </a:extLst>
          </p:cNvPr>
          <p:cNvCxnSpPr>
            <a:cxnSpLocks/>
          </p:cNvCxnSpPr>
          <p:nvPr/>
        </p:nvCxnSpPr>
        <p:spPr>
          <a:xfrm flipH="1">
            <a:off x="8345598" y="2685001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6D68203E-9EEF-1A55-7ABE-A79301E170B0}"/>
              </a:ext>
            </a:extLst>
          </p:cNvPr>
          <p:cNvCxnSpPr>
            <a:cxnSpLocks/>
          </p:cNvCxnSpPr>
          <p:nvPr/>
        </p:nvCxnSpPr>
        <p:spPr>
          <a:xfrm>
            <a:off x="4289000" y="2687798"/>
            <a:ext cx="300959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2C734441-076C-4B72-FD6E-814B2F8EC1FA}"/>
              </a:ext>
            </a:extLst>
          </p:cNvPr>
          <p:cNvCxnSpPr>
            <a:cxnSpLocks/>
          </p:cNvCxnSpPr>
          <p:nvPr/>
        </p:nvCxnSpPr>
        <p:spPr>
          <a:xfrm flipV="1">
            <a:off x="5139436" y="472444"/>
            <a:ext cx="0" cy="2812221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688467B-96BE-E38C-BF67-65D24AB7D8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665" y="2791207"/>
            <a:ext cx="193188" cy="203267"/>
          </a:xfrm>
          <a:prstGeom prst="rect">
            <a:avLst/>
          </a:prstGeom>
        </p:spPr>
      </p:pic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2E07B9A-CDCF-F14C-A55A-8603264D3A5B}"/>
              </a:ext>
            </a:extLst>
          </p:cNvPr>
          <p:cNvCxnSpPr/>
          <p:nvPr/>
        </p:nvCxnSpPr>
        <p:spPr>
          <a:xfrm>
            <a:off x="5138693" y="2686018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99B3970A-3868-0DB2-88FB-EDD488FB962C}"/>
              </a:ext>
            </a:extLst>
          </p:cNvPr>
          <p:cNvSpPr/>
          <p:nvPr/>
        </p:nvSpPr>
        <p:spPr>
          <a:xfrm>
            <a:off x="5131074" y="952158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AD94FDDD-F485-6EF7-7A54-C86ECCE213DD}"/>
              </a:ext>
            </a:extLst>
          </p:cNvPr>
          <p:cNvCxnSpPr>
            <a:cxnSpLocks/>
          </p:cNvCxnSpPr>
          <p:nvPr/>
        </p:nvCxnSpPr>
        <p:spPr>
          <a:xfrm flipV="1">
            <a:off x="5141227" y="925317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41B31A0E-2CF6-A9F2-832E-1835385460F7}"/>
              </a:ext>
            </a:extLst>
          </p:cNvPr>
          <p:cNvCxnSpPr>
            <a:cxnSpLocks/>
          </p:cNvCxnSpPr>
          <p:nvPr/>
        </p:nvCxnSpPr>
        <p:spPr>
          <a:xfrm>
            <a:off x="5115842" y="2686026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DC252884-B1E3-7895-4F15-8FAF84AF1414}"/>
              </a:ext>
            </a:extLst>
          </p:cNvPr>
          <p:cNvSpPr/>
          <p:nvPr/>
        </p:nvSpPr>
        <p:spPr>
          <a:xfrm rot="17854836">
            <a:off x="3940569" y="712573"/>
            <a:ext cx="1622924" cy="1731550"/>
          </a:xfrm>
          <a:prstGeom prst="rect">
            <a:avLst/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002BE197-7128-7C72-C05E-7EEA6F1AFD83}"/>
              </a:ext>
            </a:extLst>
          </p:cNvPr>
          <p:cNvCxnSpPr>
            <a:cxnSpLocks/>
          </p:cNvCxnSpPr>
          <p:nvPr/>
        </p:nvCxnSpPr>
        <p:spPr>
          <a:xfrm rot="17854836" flipV="1">
            <a:off x="4374661" y="1414965"/>
            <a:ext cx="0" cy="177088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C5235161-C0A4-B592-AEF2-9A1C7DC4F960}"/>
              </a:ext>
            </a:extLst>
          </p:cNvPr>
          <p:cNvCxnSpPr>
            <a:cxnSpLocks/>
          </p:cNvCxnSpPr>
          <p:nvPr/>
        </p:nvCxnSpPr>
        <p:spPr>
          <a:xfrm rot="17854836">
            <a:off x="4698875" y="1987030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154DE098-0440-5BEC-80C5-F560AF0B287E}"/>
              </a:ext>
            </a:extLst>
          </p:cNvPr>
          <p:cNvCxnSpPr>
            <a:cxnSpLocks/>
          </p:cNvCxnSpPr>
          <p:nvPr/>
        </p:nvCxnSpPr>
        <p:spPr>
          <a:xfrm rot="17854836">
            <a:off x="4715401" y="1991488"/>
            <a:ext cx="1595194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弧形 95">
            <a:extLst>
              <a:ext uri="{FF2B5EF4-FFF2-40B4-BE49-F238E27FC236}">
                <a16:creationId xmlns:a16="http://schemas.microsoft.com/office/drawing/2014/main" id="{70F7280F-A5E5-ABAB-0A15-9002F29FD4FD}"/>
              </a:ext>
            </a:extLst>
          </p:cNvPr>
          <p:cNvSpPr/>
          <p:nvPr/>
        </p:nvSpPr>
        <p:spPr>
          <a:xfrm rot="407351">
            <a:off x="4917565" y="2374049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9" name="图片 98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3004FE40-C29C-E2E4-C336-013858E986C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064" y="2313809"/>
            <a:ext cx="117594" cy="199907"/>
          </a:xfrm>
          <a:prstGeom prst="rect">
            <a:avLst/>
          </a:prstGeom>
        </p:spPr>
      </p:pic>
      <p:pic>
        <p:nvPicPr>
          <p:cNvPr id="118" name="图片 11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ADE30F6B-3273-A743-4087-31031BBA8C1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6541" y="2825219"/>
            <a:ext cx="245264" cy="164632"/>
          </a:xfrm>
          <a:prstGeom prst="rect">
            <a:avLst/>
          </a:prstGeom>
        </p:spPr>
      </p:pic>
      <p:pic>
        <p:nvPicPr>
          <p:cNvPr id="119" name="图片 118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FBB5D75-83FB-2AE5-F52B-0064B766C8F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2398" y="2825220"/>
            <a:ext cx="245264" cy="164632"/>
          </a:xfrm>
          <a:prstGeom prst="rect">
            <a:avLst/>
          </a:prstGeom>
        </p:spPr>
      </p:pic>
      <p:pic>
        <p:nvPicPr>
          <p:cNvPr id="120" name="图片 1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427B718-85BC-6AFF-6E30-41E7FC06403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1657" y="2825220"/>
            <a:ext cx="245264" cy="164632"/>
          </a:xfrm>
          <a:prstGeom prst="rect">
            <a:avLst/>
          </a:prstGeom>
        </p:spPr>
      </p:pic>
      <p:pic>
        <p:nvPicPr>
          <p:cNvPr id="121" name="图片 12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94270B06-8C9A-59A1-CCCC-E7642508B4CA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13" y="343590"/>
            <a:ext cx="251987" cy="164632"/>
          </a:xfrm>
          <a:prstGeom prst="rect">
            <a:avLst/>
          </a:prstGeom>
        </p:spPr>
      </p:pic>
      <p:pic>
        <p:nvPicPr>
          <p:cNvPr id="122" name="图片 12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A1CF02B-32C7-26A9-E3AB-E44CEDC6656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627" y="343590"/>
            <a:ext cx="251987" cy="164632"/>
          </a:xfrm>
          <a:prstGeom prst="rect">
            <a:avLst/>
          </a:prstGeom>
        </p:spPr>
      </p:pic>
      <p:pic>
        <p:nvPicPr>
          <p:cNvPr id="123" name="图片 122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123E80B1-555E-C136-8E00-B466C27EFD21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184" y="340235"/>
            <a:ext cx="251987" cy="164632"/>
          </a:xfrm>
          <a:prstGeom prst="rect">
            <a:avLst/>
          </a:prstGeom>
        </p:spPr>
      </p:pic>
      <p:sp>
        <p:nvSpPr>
          <p:cNvPr id="124" name="矩形 123">
            <a:extLst>
              <a:ext uri="{FF2B5EF4-FFF2-40B4-BE49-F238E27FC236}">
                <a16:creationId xmlns:a16="http://schemas.microsoft.com/office/drawing/2014/main" id="{42BCB3E8-9818-6800-13F7-D8415006C7EE}"/>
              </a:ext>
            </a:extLst>
          </p:cNvPr>
          <p:cNvSpPr/>
          <p:nvPr/>
        </p:nvSpPr>
        <p:spPr>
          <a:xfrm>
            <a:off x="1243730" y="557363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B904B317-FC04-F094-8BF8-08DCF4F0B50D}"/>
              </a:ext>
            </a:extLst>
          </p:cNvPr>
          <p:cNvCxnSpPr>
            <a:cxnSpLocks/>
          </p:cNvCxnSpPr>
          <p:nvPr/>
        </p:nvCxnSpPr>
        <p:spPr>
          <a:xfrm>
            <a:off x="715000" y="7309244"/>
            <a:ext cx="289906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1AF07504-2396-3BBC-35CA-5F75606AA138}"/>
              </a:ext>
            </a:extLst>
          </p:cNvPr>
          <p:cNvCxnSpPr>
            <a:cxnSpLocks/>
          </p:cNvCxnSpPr>
          <p:nvPr/>
        </p:nvCxnSpPr>
        <p:spPr>
          <a:xfrm flipV="1">
            <a:off x="1244472" y="5093909"/>
            <a:ext cx="0" cy="2919574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图片 12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EC57F996-2C21-378E-641E-CF98901B902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00" y="7052284"/>
            <a:ext cx="193188" cy="203267"/>
          </a:xfrm>
          <a:prstGeom prst="rect">
            <a:avLst/>
          </a:prstGeom>
        </p:spPr>
      </p:pic>
      <p:cxnSp>
        <p:nvCxnSpPr>
          <p:cNvPr id="128" name="直接连接符 127">
            <a:extLst>
              <a:ext uri="{FF2B5EF4-FFF2-40B4-BE49-F238E27FC236}">
                <a16:creationId xmlns:a16="http://schemas.microsoft.com/office/drawing/2014/main" id="{21B75B3C-890E-37A1-44B4-722FEC5AB3AF}"/>
              </a:ext>
            </a:extLst>
          </p:cNvPr>
          <p:cNvCxnSpPr/>
          <p:nvPr/>
        </p:nvCxnSpPr>
        <p:spPr>
          <a:xfrm>
            <a:off x="1243728" y="7307464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1C257840-D677-C0F6-FD77-B98668971447}"/>
              </a:ext>
            </a:extLst>
          </p:cNvPr>
          <p:cNvCxnSpPr>
            <a:cxnSpLocks/>
          </p:cNvCxnSpPr>
          <p:nvPr/>
        </p:nvCxnSpPr>
        <p:spPr>
          <a:xfrm flipV="1">
            <a:off x="1244356" y="5546808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DCC56657-74A0-5C09-1D99-0E994F337291}"/>
              </a:ext>
            </a:extLst>
          </p:cNvPr>
          <p:cNvCxnSpPr>
            <a:cxnSpLocks/>
          </p:cNvCxnSpPr>
          <p:nvPr/>
        </p:nvCxnSpPr>
        <p:spPr>
          <a:xfrm>
            <a:off x="1243728" y="7305139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平行四边形 137">
            <a:extLst>
              <a:ext uri="{FF2B5EF4-FFF2-40B4-BE49-F238E27FC236}">
                <a16:creationId xmlns:a16="http://schemas.microsoft.com/office/drawing/2014/main" id="{754BAABE-420F-4E0C-7470-34B7D38BEFA4}"/>
              </a:ext>
            </a:extLst>
          </p:cNvPr>
          <p:cNvSpPr/>
          <p:nvPr/>
        </p:nvSpPr>
        <p:spPr>
          <a:xfrm>
            <a:off x="1232478" y="5566324"/>
            <a:ext cx="2788781" cy="1758325"/>
          </a:xfrm>
          <a:prstGeom prst="parallelogram">
            <a:avLst>
              <a:gd name="adj" fmla="val 67455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C03B38A4-D0AA-4A01-E56F-43D6F639D220}"/>
              </a:ext>
            </a:extLst>
          </p:cNvPr>
          <p:cNvCxnSpPr>
            <a:cxnSpLocks/>
          </p:cNvCxnSpPr>
          <p:nvPr/>
        </p:nvCxnSpPr>
        <p:spPr>
          <a:xfrm>
            <a:off x="4609242" y="7305142"/>
            <a:ext cx="3761901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0C54F550-2F4C-BDAA-1529-4D8735794A74}"/>
              </a:ext>
            </a:extLst>
          </p:cNvPr>
          <p:cNvCxnSpPr>
            <a:cxnSpLocks/>
          </p:cNvCxnSpPr>
          <p:nvPr/>
        </p:nvCxnSpPr>
        <p:spPr>
          <a:xfrm flipV="1">
            <a:off x="5138693" y="5089813"/>
            <a:ext cx="0" cy="2923676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图片 148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DAA9A176-7448-87B9-19BB-1A8E60AD144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921" y="7048182"/>
            <a:ext cx="193188" cy="203267"/>
          </a:xfrm>
          <a:prstGeom prst="rect">
            <a:avLst/>
          </a:prstGeom>
        </p:spPr>
      </p:pic>
      <p:sp>
        <p:nvSpPr>
          <p:cNvPr id="150" name="矩形 149">
            <a:extLst>
              <a:ext uri="{FF2B5EF4-FFF2-40B4-BE49-F238E27FC236}">
                <a16:creationId xmlns:a16="http://schemas.microsoft.com/office/drawing/2014/main" id="{A3ABCDD8-C27E-1A47-8639-CFF7A24EC0F8}"/>
              </a:ext>
            </a:extLst>
          </p:cNvPr>
          <p:cNvSpPr/>
          <p:nvPr/>
        </p:nvSpPr>
        <p:spPr>
          <a:xfrm>
            <a:off x="5137950" y="5569529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7B3B29E0-2CB7-84F4-E452-6338BEE0943D}"/>
              </a:ext>
            </a:extLst>
          </p:cNvPr>
          <p:cNvCxnSpPr/>
          <p:nvPr/>
        </p:nvCxnSpPr>
        <p:spPr>
          <a:xfrm>
            <a:off x="5137950" y="730336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230D5051-33F2-B13C-6C9E-5B31096EC94C}"/>
              </a:ext>
            </a:extLst>
          </p:cNvPr>
          <p:cNvCxnSpPr>
            <a:cxnSpLocks/>
          </p:cNvCxnSpPr>
          <p:nvPr/>
        </p:nvCxnSpPr>
        <p:spPr>
          <a:xfrm flipV="1">
            <a:off x="5143022" y="5542706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A92DBA6D-07A0-6896-CFD4-921D4BAFCB42}"/>
              </a:ext>
            </a:extLst>
          </p:cNvPr>
          <p:cNvCxnSpPr>
            <a:cxnSpLocks/>
          </p:cNvCxnSpPr>
          <p:nvPr/>
        </p:nvCxnSpPr>
        <p:spPr>
          <a:xfrm>
            <a:off x="5137952" y="7301035"/>
            <a:ext cx="1595194" cy="0"/>
          </a:xfrm>
          <a:prstGeom prst="line">
            <a:avLst/>
          </a:prstGeom>
          <a:ln w="25400">
            <a:solidFill>
              <a:srgbClr val="00B0F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4667ACC6-22C0-D127-39CA-D62A8D6F9867}"/>
              </a:ext>
            </a:extLst>
          </p:cNvPr>
          <p:cNvCxnSpPr>
            <a:cxnSpLocks/>
          </p:cNvCxnSpPr>
          <p:nvPr/>
        </p:nvCxnSpPr>
        <p:spPr>
          <a:xfrm flipV="1">
            <a:off x="1238648" y="5586507"/>
            <a:ext cx="1163448" cy="1741375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箭头连接符 166">
            <a:extLst>
              <a:ext uri="{FF2B5EF4-FFF2-40B4-BE49-F238E27FC236}">
                <a16:creationId xmlns:a16="http://schemas.microsoft.com/office/drawing/2014/main" id="{8E764EA1-68F0-8882-4379-C3BEC18A7106}"/>
              </a:ext>
            </a:extLst>
          </p:cNvPr>
          <p:cNvCxnSpPr>
            <a:cxnSpLocks/>
          </p:cNvCxnSpPr>
          <p:nvPr/>
        </p:nvCxnSpPr>
        <p:spPr>
          <a:xfrm>
            <a:off x="1228510" y="7307458"/>
            <a:ext cx="163816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B8BC65B1-0461-95CC-3D7C-BEDC14B518A2}"/>
              </a:ext>
            </a:extLst>
          </p:cNvPr>
          <p:cNvCxnSpPr>
            <a:cxnSpLocks/>
          </p:cNvCxnSpPr>
          <p:nvPr/>
        </p:nvCxnSpPr>
        <p:spPr>
          <a:xfrm>
            <a:off x="5122730" y="7303918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E9B27710-A88C-C50A-E4D9-A015CDA9BD9D}"/>
              </a:ext>
            </a:extLst>
          </p:cNvPr>
          <p:cNvCxnSpPr>
            <a:cxnSpLocks/>
          </p:cNvCxnSpPr>
          <p:nvPr/>
        </p:nvCxnSpPr>
        <p:spPr>
          <a:xfrm flipV="1">
            <a:off x="5137848" y="6315618"/>
            <a:ext cx="0" cy="101588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450D7918-E1CE-546F-B534-9B789BA962CC}"/>
              </a:ext>
            </a:extLst>
          </p:cNvPr>
          <p:cNvCxnSpPr>
            <a:cxnSpLocks/>
          </p:cNvCxnSpPr>
          <p:nvPr/>
        </p:nvCxnSpPr>
        <p:spPr>
          <a:xfrm>
            <a:off x="5122708" y="7305435"/>
            <a:ext cx="2893538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直接箭头连接符 179">
            <a:extLst>
              <a:ext uri="{FF2B5EF4-FFF2-40B4-BE49-F238E27FC236}">
                <a16:creationId xmlns:a16="http://schemas.microsoft.com/office/drawing/2014/main" id="{8ECF9E0D-FE0D-21F4-4E02-7B2621EA46F1}"/>
              </a:ext>
            </a:extLst>
          </p:cNvPr>
          <p:cNvCxnSpPr>
            <a:cxnSpLocks/>
          </p:cNvCxnSpPr>
          <p:nvPr/>
        </p:nvCxnSpPr>
        <p:spPr>
          <a:xfrm>
            <a:off x="8906965" y="7299949"/>
            <a:ext cx="320884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直接箭头连接符 180">
            <a:extLst>
              <a:ext uri="{FF2B5EF4-FFF2-40B4-BE49-F238E27FC236}">
                <a16:creationId xmlns:a16="http://schemas.microsoft.com/office/drawing/2014/main" id="{ABD4FD0D-3C23-C9F7-AB2A-873787970AD3}"/>
              </a:ext>
            </a:extLst>
          </p:cNvPr>
          <p:cNvCxnSpPr>
            <a:cxnSpLocks/>
          </p:cNvCxnSpPr>
          <p:nvPr/>
        </p:nvCxnSpPr>
        <p:spPr>
          <a:xfrm flipV="1">
            <a:off x="9436436" y="5084644"/>
            <a:ext cx="0" cy="292886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图片 181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70700F6-4B1D-CCAC-F1E1-2EFC10BA62DB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64" y="7042989"/>
            <a:ext cx="193188" cy="203267"/>
          </a:xfrm>
          <a:prstGeom prst="rect">
            <a:avLst/>
          </a:prstGeom>
        </p:spPr>
      </p:pic>
      <p:sp>
        <p:nvSpPr>
          <p:cNvPr id="183" name="矩形 182">
            <a:extLst>
              <a:ext uri="{FF2B5EF4-FFF2-40B4-BE49-F238E27FC236}">
                <a16:creationId xmlns:a16="http://schemas.microsoft.com/office/drawing/2014/main" id="{695F0D53-3A42-BF64-8A8D-095384A6C78D}"/>
              </a:ext>
            </a:extLst>
          </p:cNvPr>
          <p:cNvSpPr/>
          <p:nvPr/>
        </p:nvSpPr>
        <p:spPr>
          <a:xfrm>
            <a:off x="9435694" y="5564337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184" name="直接连接符 183">
            <a:extLst>
              <a:ext uri="{FF2B5EF4-FFF2-40B4-BE49-F238E27FC236}">
                <a16:creationId xmlns:a16="http://schemas.microsoft.com/office/drawing/2014/main" id="{48B16833-686E-6CE2-D654-6979A0173F08}"/>
              </a:ext>
            </a:extLst>
          </p:cNvPr>
          <p:cNvCxnSpPr/>
          <p:nvPr/>
        </p:nvCxnSpPr>
        <p:spPr>
          <a:xfrm>
            <a:off x="9435692" y="7298169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F1DEEFEE-5DC0-1433-D70A-2C9AEC9F53BD}"/>
              </a:ext>
            </a:extLst>
          </p:cNvPr>
          <p:cNvCxnSpPr>
            <a:cxnSpLocks/>
          </p:cNvCxnSpPr>
          <p:nvPr/>
        </p:nvCxnSpPr>
        <p:spPr>
          <a:xfrm flipV="1">
            <a:off x="9440128" y="5537513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41D92A89-3BE9-9810-D71B-3B0745A13BC9}"/>
              </a:ext>
            </a:extLst>
          </p:cNvPr>
          <p:cNvCxnSpPr>
            <a:cxnSpLocks/>
          </p:cNvCxnSpPr>
          <p:nvPr/>
        </p:nvCxnSpPr>
        <p:spPr>
          <a:xfrm>
            <a:off x="9420473" y="7298163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F7D7DD4C-D020-194C-4546-B496D4F47011}"/>
              </a:ext>
            </a:extLst>
          </p:cNvPr>
          <p:cNvCxnSpPr>
            <a:cxnSpLocks/>
          </p:cNvCxnSpPr>
          <p:nvPr/>
        </p:nvCxnSpPr>
        <p:spPr>
          <a:xfrm>
            <a:off x="9420450" y="7297088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弧形 194">
            <a:extLst>
              <a:ext uri="{FF2B5EF4-FFF2-40B4-BE49-F238E27FC236}">
                <a16:creationId xmlns:a16="http://schemas.microsoft.com/office/drawing/2014/main" id="{03114E73-5726-A8BC-B19E-2234681E7214}"/>
              </a:ext>
            </a:extLst>
          </p:cNvPr>
          <p:cNvSpPr/>
          <p:nvPr/>
        </p:nvSpPr>
        <p:spPr>
          <a:xfrm rot="20584892">
            <a:off x="706371" y="6918175"/>
            <a:ext cx="838370" cy="453496"/>
          </a:xfrm>
          <a:prstGeom prst="arc">
            <a:avLst>
              <a:gd name="adj1" fmla="val 18993039"/>
              <a:gd name="adj2" fmla="val 20807300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6" name="图片 195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F7E184A2-8894-91A0-EDCE-4B6986AACDC9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871" y="6644060"/>
            <a:ext cx="117594" cy="199907"/>
          </a:xfrm>
          <a:prstGeom prst="rect">
            <a:avLst/>
          </a:prstGeom>
        </p:spPr>
      </p:pic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87F23FED-7A21-0C6D-2173-DC731C821464}"/>
              </a:ext>
            </a:extLst>
          </p:cNvPr>
          <p:cNvCxnSpPr>
            <a:cxnSpLocks/>
          </p:cNvCxnSpPr>
          <p:nvPr/>
        </p:nvCxnSpPr>
        <p:spPr>
          <a:xfrm flipV="1">
            <a:off x="9437590" y="7156641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弧形 203">
            <a:extLst>
              <a:ext uri="{FF2B5EF4-FFF2-40B4-BE49-F238E27FC236}">
                <a16:creationId xmlns:a16="http://schemas.microsoft.com/office/drawing/2014/main" id="{C3B79ED8-697F-70EE-EF3D-807CDDF7CCF4}"/>
              </a:ext>
            </a:extLst>
          </p:cNvPr>
          <p:cNvSpPr/>
          <p:nvPr/>
        </p:nvSpPr>
        <p:spPr>
          <a:xfrm rot="21192649" flipH="1">
            <a:off x="10206601" y="5271363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5" name="图片 204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A300BE09-465B-69B6-613C-400EFED2B902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611" y="5230506"/>
            <a:ext cx="117594" cy="199907"/>
          </a:xfrm>
          <a:prstGeom prst="rect">
            <a:avLst/>
          </a:prstGeom>
        </p:spPr>
      </p:pic>
      <p:pic>
        <p:nvPicPr>
          <p:cNvPr id="212" name="图片 21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0AD9BFF6-11AE-BBEC-FA44-BEB29181C812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559" y="7071585"/>
            <a:ext cx="245264" cy="164632"/>
          </a:xfrm>
          <a:prstGeom prst="rect">
            <a:avLst/>
          </a:prstGeom>
        </p:spPr>
      </p:pic>
      <p:pic>
        <p:nvPicPr>
          <p:cNvPr id="213" name="图片 21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3FB088A4-DB2A-E99B-40D0-8301579CB270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483" y="7062293"/>
            <a:ext cx="245264" cy="164632"/>
          </a:xfrm>
          <a:prstGeom prst="rect">
            <a:avLst/>
          </a:prstGeom>
        </p:spPr>
      </p:pic>
      <p:pic>
        <p:nvPicPr>
          <p:cNvPr id="214" name="图片 21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56EE2FE-51D2-0E5B-7721-56E131012179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426" y="7062403"/>
            <a:ext cx="245264" cy="164632"/>
          </a:xfrm>
          <a:prstGeom prst="rect">
            <a:avLst/>
          </a:prstGeom>
        </p:spPr>
      </p:pic>
      <p:pic>
        <p:nvPicPr>
          <p:cNvPr id="215" name="图片 214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DDEA579A-646A-B50B-10A3-6B4749D3ECBA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49" y="5002305"/>
            <a:ext cx="251987" cy="164632"/>
          </a:xfrm>
          <a:prstGeom prst="rect">
            <a:avLst/>
          </a:prstGeom>
        </p:spPr>
      </p:pic>
      <p:pic>
        <p:nvPicPr>
          <p:cNvPr id="216" name="图片 21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58D0542-3218-C8DE-5277-EE21DE5D7AA3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55" y="5002305"/>
            <a:ext cx="251987" cy="164632"/>
          </a:xfrm>
          <a:prstGeom prst="rect">
            <a:avLst/>
          </a:prstGeom>
        </p:spPr>
      </p:pic>
      <p:pic>
        <p:nvPicPr>
          <p:cNvPr id="217" name="图片 216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F4A1D00-5F69-1F25-80F5-C137D863DB1F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97" y="5001486"/>
            <a:ext cx="251987" cy="164632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usepackage{bm}&#10;\begin{document}&#10;&#10;$\bm{S}=1$&#10;&#10;&#10;\end{document}" title="IguanaTex Bitmap Display">
            <a:extLst>
              <a:ext uri="{FF2B5EF4-FFF2-40B4-BE49-F238E27FC236}">
                <a16:creationId xmlns:a16="http://schemas.microsoft.com/office/drawing/2014/main" id="{544CE998-DD18-102C-31F8-A6E3B75CD221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406" y="1698669"/>
            <a:ext cx="680365" cy="201590"/>
          </a:xfrm>
          <a:prstGeom prst="rect">
            <a:avLst/>
          </a:prstGeom>
        </p:spPr>
      </p:pic>
      <p:pic>
        <p:nvPicPr>
          <p:cNvPr id="233" name="图片 232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7D5DADF-4F1F-BFEC-2C75-361154143251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28" y="842028"/>
            <a:ext cx="299020" cy="167989"/>
          </a:xfrm>
          <a:prstGeom prst="rect">
            <a:avLst/>
          </a:prstGeom>
        </p:spPr>
      </p:pic>
      <p:pic>
        <p:nvPicPr>
          <p:cNvPr id="234" name="图片 233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91EFCFB-C0C2-D039-802E-9BA6F5A05E8D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61" y="2814537"/>
            <a:ext cx="292301" cy="167989"/>
          </a:xfrm>
          <a:prstGeom prst="rect">
            <a:avLst/>
          </a:prstGeom>
        </p:spPr>
      </p:pic>
      <p:pic>
        <p:nvPicPr>
          <p:cNvPr id="235" name="图片 234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BA25432-2F1C-8187-F047-C6B692A978ED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40" y="1030969"/>
            <a:ext cx="273822" cy="248623"/>
          </a:xfrm>
          <a:prstGeom prst="rect">
            <a:avLst/>
          </a:prstGeom>
        </p:spPr>
      </p:pic>
      <p:pic>
        <p:nvPicPr>
          <p:cNvPr id="236" name="图片 235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C53D241-8A26-EE6F-2BDB-F99A2D0F29DD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345" y="2027157"/>
            <a:ext cx="280542" cy="248623"/>
          </a:xfrm>
          <a:prstGeom prst="rect">
            <a:avLst/>
          </a:prstGeom>
        </p:spPr>
      </p:pic>
      <p:pic>
        <p:nvPicPr>
          <p:cNvPr id="237" name="图片 236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DD0C6055-BF0A-BFC3-A2C1-0D14EA835C23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820" y="997514"/>
            <a:ext cx="280542" cy="248623"/>
          </a:xfrm>
          <a:prstGeom prst="rect">
            <a:avLst/>
          </a:prstGeom>
        </p:spPr>
      </p:pic>
      <p:pic>
        <p:nvPicPr>
          <p:cNvPr id="238" name="图片 23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6FD4776-4947-4C25-440A-9A1781C879E9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261" y="2830643"/>
            <a:ext cx="273822" cy="248623"/>
          </a:xfrm>
          <a:prstGeom prst="rect">
            <a:avLst/>
          </a:prstGeom>
        </p:spPr>
      </p:pic>
      <p:pic>
        <p:nvPicPr>
          <p:cNvPr id="240" name="图片 239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36C465D-D724-1C24-DDCE-0CDED60C78BF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089" y="7425711"/>
            <a:ext cx="273822" cy="248623"/>
          </a:xfrm>
          <a:prstGeom prst="rect">
            <a:avLst/>
          </a:prstGeom>
        </p:spPr>
      </p:pic>
      <p:pic>
        <p:nvPicPr>
          <p:cNvPr id="245" name="图片 244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4863EAC-07CF-BBC2-2A4F-76E424CA1A80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707" y="7425711"/>
            <a:ext cx="273822" cy="248623"/>
          </a:xfrm>
          <a:prstGeom prst="rect">
            <a:avLst/>
          </a:prstGeom>
        </p:spPr>
      </p:pic>
      <p:pic>
        <p:nvPicPr>
          <p:cNvPr id="246" name="图片 245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77BEEAC-14A4-C0F6-9A14-DCBD9AC060E7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523" y="7416418"/>
            <a:ext cx="273822" cy="248623"/>
          </a:xfrm>
          <a:prstGeom prst="rect">
            <a:avLst/>
          </a:prstGeom>
        </p:spPr>
      </p:pic>
      <p:pic>
        <p:nvPicPr>
          <p:cNvPr id="249" name="图片 248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FA999F5-92A7-217A-510D-C23E33F28DF7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0303" y="5663549"/>
            <a:ext cx="280542" cy="248623"/>
          </a:xfrm>
          <a:prstGeom prst="rect">
            <a:avLst/>
          </a:prstGeom>
        </p:spPr>
      </p:pic>
      <p:pic>
        <p:nvPicPr>
          <p:cNvPr id="250" name="图片 249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C413583-1000-C987-52F9-EFA885A0CBB9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043" y="6332883"/>
            <a:ext cx="280542" cy="248623"/>
          </a:xfrm>
          <a:prstGeom prst="rect">
            <a:avLst/>
          </a:prstGeom>
        </p:spPr>
      </p:pic>
      <p:pic>
        <p:nvPicPr>
          <p:cNvPr id="253" name="图片 252" descr="\documentclass{article}&#10;\usepackage{amsmath}&#10;\usepackage{bm}&#10;\pagestyle{empty}&#10;\begin{document}&#10;&#10;\begin{align}&#10;\bm{\beta}_2 = \bm{0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2B88390-8109-1336-6E4D-12F0C505376B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789" y="6936172"/>
            <a:ext cx="826507" cy="248623"/>
          </a:xfrm>
          <a:prstGeom prst="rect">
            <a:avLst/>
          </a:prstGeom>
        </p:spPr>
      </p:pic>
      <p:pic>
        <p:nvPicPr>
          <p:cNvPr id="16" name="图片 15" descr="\documentclass{article}&#10;\usepackage{amsmath}&#10;\usepackage{bm}&#10;\pagestyle{empty}&#10;\begin{document}&#10;&#10;\begin{align}&#10;R = &#10;\begin{pmatrix}&#10;\cos \theta &amp; -\sin \theta \\[4pt]&#10;\sin \theta &amp; \cos \theta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5F15359-61A9-6C33-D3F6-2F1A678F1CAD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5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991" y="3483722"/>
            <a:ext cx="2581994" cy="836593"/>
          </a:xfrm>
          <a:prstGeom prst="rect">
            <a:avLst/>
          </a:prstGeom>
        </p:spPr>
      </p:pic>
      <p:pic>
        <p:nvPicPr>
          <p:cNvPr id="18" name="图片 17" descr="\documentclass{article}&#10;\usepackage{amsmath}&#10;\usepackage{bm}&#10;\pagestyle{empty}&#10;\begin{document}&#10;&#10;\begin{align}&#10;F = &#10;\begin{pmatrix}&#10;-1 &amp; 0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96D4B39-3B21-1FAE-B2B1-81B24D55BE8A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5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4169" y="3483722"/>
            <a:ext cx="1731968" cy="836593"/>
          </a:xfrm>
          <a:prstGeom prst="rect">
            <a:avLst/>
          </a:prstGeom>
        </p:spPr>
      </p:pic>
      <p:pic>
        <p:nvPicPr>
          <p:cNvPr id="20" name="图片 19" descr="\documentclass{article}&#10;\usepackage{amsmath}&#10;\usepackage{bm}&#10;\pagestyle{empty}&#10;\begin{document}&#10;&#10;\begin{align}&#10;S = &#10;\begin{pmatrix}&#10;1 &amp; \tan \theta \\[4pt]&#10;0 &amp; 1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141FCC7-F4B0-73CD-40B2-4E39937EFF11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5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654" y="8111770"/>
            <a:ext cx="1928517" cy="836593"/>
          </a:xfrm>
          <a:prstGeom prst="rect">
            <a:avLst/>
          </a:prstGeom>
        </p:spPr>
      </p:pic>
      <p:pic>
        <p:nvPicPr>
          <p:cNvPr id="22" name="图片 21" descr="\documentclass{article}&#10;\usepackage{amsmath}&#10;\usepackage{bm}&#10;\pagestyle{empty}&#10;\begin{document}&#10;&#10;\begin{align}&#10;D = &#10;\begin{pmatrix}&#10;k_1 &amp; 0 \\[4pt]&#10;0 &amp; k_2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8300219C-2544-9B94-3910-181272389730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6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480" y="8111770"/>
            <a:ext cx="1795805" cy="836593"/>
          </a:xfrm>
          <a:prstGeom prst="rect">
            <a:avLst/>
          </a:prstGeom>
        </p:spPr>
      </p:pic>
      <p:pic>
        <p:nvPicPr>
          <p:cNvPr id="26" name="图片 25" descr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C6DDB58-8D2F-8CBA-BC1F-885E7761D558}"/>
              </a:ext>
            </a:extLst>
      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9493" y="8104411"/>
            <a:ext cx="1931876" cy="836593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usepackage{bm}&#10;\begin{document}&#10;&#10;$\bm{S}=1$&#10;&#10;&#10;\end{document}" title="IguanaTex Bitmap Display">
            <a:extLst>
              <a:ext uri="{FF2B5EF4-FFF2-40B4-BE49-F238E27FC236}">
                <a16:creationId xmlns:a16="http://schemas.microsoft.com/office/drawing/2014/main" id="{7120B7BF-B2E5-14AE-F148-97746205D3F7}"/>
              </a:ext>
            </a:extLst>
          </p:cNvPr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282" y="1471222"/>
            <a:ext cx="680365" cy="201590"/>
          </a:xfrm>
          <a:prstGeom prst="rect">
            <a:avLst/>
          </a:prstGeom>
        </p:spPr>
      </p:pic>
      <p:pic>
        <p:nvPicPr>
          <p:cNvPr id="14" name="图片 13" descr="\documentclass{article}&#10;\usepackage{amsmath}&#10;\pagestyle{empty}&#10;\usepackage{bm}&#10;\begin{document}&#10;&#10;$\bm{S}=1$&#10;&#10;&#10;\end{document}" title="IguanaTex Bitmap Display">
            <a:extLst>
              <a:ext uri="{FF2B5EF4-FFF2-40B4-BE49-F238E27FC236}">
                <a16:creationId xmlns:a16="http://schemas.microsoft.com/office/drawing/2014/main" id="{DC1B2617-50DB-60C7-1BBE-55C7144AC939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345" y="6332884"/>
            <a:ext cx="680365" cy="201590"/>
          </a:xfrm>
          <a:prstGeom prst="rect">
            <a:avLst/>
          </a:prstGeom>
        </p:spPr>
      </p:pic>
      <p:pic>
        <p:nvPicPr>
          <p:cNvPr id="19" name="图片 18" descr="\documentclass{article}&#10;\usepackage{amsmath}&#10;\pagestyle{empty}&#10;\usepackage{bm}&#10;\begin{document}&#10;&#10;$\bm{S}=k_1 k_2$&#10;&#10;&#10;\end{document}" title="IguanaTex Bitmap Display">
            <a:extLst>
              <a:ext uri="{FF2B5EF4-FFF2-40B4-BE49-F238E27FC236}">
                <a16:creationId xmlns:a16="http://schemas.microsoft.com/office/drawing/2014/main" id="{23051CD1-154A-6461-EB8E-EC3347A56861}"/>
              </a:ext>
            </a:extLst>
          </p:cNvPr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411" y="6681516"/>
            <a:ext cx="1076825" cy="238548"/>
          </a:xfrm>
          <a:prstGeom prst="rect">
            <a:avLst/>
          </a:prstGeom>
        </p:spPr>
      </p:pic>
      <p:pic>
        <p:nvPicPr>
          <p:cNvPr id="27" name="图片 26" descr="\documentclass{article}&#10;\usepackage{amsmath}&#10;\pagestyle{empty}&#10;\usepackage{bm}&#10;\begin{document}&#10;&#10;$\bm{S}=0$&#10;&#10;&#10;\end{document}" title="IguanaTex Bitmap Display">
            <a:extLst>
              <a:ext uri="{FF2B5EF4-FFF2-40B4-BE49-F238E27FC236}">
                <a16:creationId xmlns:a16="http://schemas.microsoft.com/office/drawing/2014/main" id="{D8A6BD65-B47A-D95C-54EC-381D2C7C4719}"/>
              </a:ext>
            </a:extLst>
      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6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468" y="7439587"/>
            <a:ext cx="692125" cy="203270"/>
          </a:xfrm>
          <a:prstGeom prst="rect">
            <a:avLst/>
          </a:prstGeom>
        </p:spPr>
      </p:pic>
      <p:pic>
        <p:nvPicPr>
          <p:cNvPr id="33" name="图片 32" descr="\documentclass{article}&#10;\usepackage{amsmath}&#10;\pagestyle{empty}&#10;\usepackage{bm}&#10;\begin{document}&#10;&#10;$\bm{S}=-1$&#10;&#10;&#10;\end{document}" title="IguanaTex Bitmap Display">
            <a:extLst>
              <a:ext uri="{FF2B5EF4-FFF2-40B4-BE49-F238E27FC236}">
                <a16:creationId xmlns:a16="http://schemas.microsoft.com/office/drawing/2014/main" id="{2D4D5F02-8F39-2FC8-A2B1-2582421ADDB9}"/>
              </a:ext>
            </a:extLst>
          </p:cNvPr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672" y="1704326"/>
            <a:ext cx="897074" cy="20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113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079C6-97C1-3D8A-0C9B-B3F17ED3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1BA2D3D3-CAE9-7DF8-83CD-04B122DE475B}"/>
              </a:ext>
            </a:extLst>
          </p:cNvPr>
          <p:cNvCxnSpPr>
            <a:cxnSpLocks/>
          </p:cNvCxnSpPr>
          <p:nvPr/>
        </p:nvCxnSpPr>
        <p:spPr>
          <a:xfrm flipV="1">
            <a:off x="7520608" y="3057684"/>
            <a:ext cx="412748" cy="412748"/>
          </a:xfrm>
          <a:prstGeom prst="straightConnector1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平行四边形 35">
            <a:extLst>
              <a:ext uri="{FF2B5EF4-FFF2-40B4-BE49-F238E27FC236}">
                <a16:creationId xmlns:a16="http://schemas.microsoft.com/office/drawing/2014/main" id="{D2FC348E-C9F0-673B-14C3-626AC6CF7588}"/>
              </a:ext>
            </a:extLst>
          </p:cNvPr>
          <p:cNvSpPr/>
          <p:nvPr/>
        </p:nvSpPr>
        <p:spPr>
          <a:xfrm rot="9651172">
            <a:off x="3830821" y="1833873"/>
            <a:ext cx="1530880" cy="1000422"/>
          </a:xfrm>
          <a:prstGeom prst="parallelogram">
            <a:avLst>
              <a:gd name="adj" fmla="val 12082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A9EE35E-138B-405E-E4A8-DAA227316203}"/>
              </a:ext>
            </a:extLst>
          </p:cNvPr>
          <p:cNvCxnSpPr>
            <a:cxnSpLocks/>
          </p:cNvCxnSpPr>
          <p:nvPr/>
        </p:nvCxnSpPr>
        <p:spPr>
          <a:xfrm>
            <a:off x="3493702" y="3051302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0C803D8-41B5-173D-7BD3-5265CD9E89EB}"/>
              </a:ext>
            </a:extLst>
          </p:cNvPr>
          <p:cNvCxnSpPr>
            <a:cxnSpLocks/>
          </p:cNvCxnSpPr>
          <p:nvPr/>
        </p:nvCxnSpPr>
        <p:spPr>
          <a:xfrm flipV="1">
            <a:off x="4023161" y="835944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C0D2656-EB8B-9A8C-4211-E8F3CD6022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2389" y="3154710"/>
            <a:ext cx="193188" cy="203267"/>
          </a:xfrm>
          <a:prstGeom prst="rect">
            <a:avLst/>
          </a:prstGeom>
        </p:spPr>
      </p:pic>
      <p:pic>
        <p:nvPicPr>
          <p:cNvPr id="28" name="图片 2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61EC35A-C96B-4870-81F0-3DAD2CDC7C6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0346" y="3193327"/>
            <a:ext cx="245264" cy="164632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D8E62528-95E8-F8CC-08CC-C2E258CDFA6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3002" y="711697"/>
            <a:ext cx="251987" cy="164632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63B6706-616C-8AC1-A63D-FFB27171FDEC}"/>
              </a:ext>
            </a:extLst>
          </p:cNvPr>
          <p:cNvCxnSpPr>
            <a:cxnSpLocks/>
          </p:cNvCxnSpPr>
          <p:nvPr/>
        </p:nvCxnSpPr>
        <p:spPr>
          <a:xfrm flipV="1">
            <a:off x="4009082" y="2590800"/>
            <a:ext cx="1402187" cy="45405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60DCD21D-ABF9-C9D4-5952-D2C95759937A}"/>
              </a:ext>
            </a:extLst>
          </p:cNvPr>
          <p:cNvCxnSpPr>
            <a:cxnSpLocks/>
          </p:cNvCxnSpPr>
          <p:nvPr/>
        </p:nvCxnSpPr>
        <p:spPr>
          <a:xfrm flipH="1" flipV="1">
            <a:off x="3795401" y="2047795"/>
            <a:ext cx="235365" cy="10035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7D367DB-2EB8-D7B2-EEC8-9C61724D49A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437" y="2697493"/>
            <a:ext cx="273822" cy="248623"/>
          </a:xfrm>
          <a:prstGeom prst="rect">
            <a:avLst/>
          </a:prstGeom>
        </p:spPr>
      </p:pic>
      <p:pic>
        <p:nvPicPr>
          <p:cNvPr id="44" name="图片 43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943B68EC-DEA5-9A41-8C7C-FA084265FBF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414" y="1799172"/>
            <a:ext cx="280542" cy="248623"/>
          </a:xfrm>
          <a:prstGeom prst="rect">
            <a:avLst/>
          </a:prstGeom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51BB883-9825-EE15-E5C3-46734ABED5CA}"/>
              </a:ext>
            </a:extLst>
          </p:cNvPr>
          <p:cNvCxnSpPr>
            <a:cxnSpLocks/>
          </p:cNvCxnSpPr>
          <p:nvPr/>
        </p:nvCxnSpPr>
        <p:spPr>
          <a:xfrm>
            <a:off x="587971" y="3040666"/>
            <a:ext cx="219332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63DDADCA-B9C0-939B-DA3B-7A2C070A6DA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3783" y="3182691"/>
            <a:ext cx="245264" cy="164632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CC147C9-51B0-1BED-6A43-3E9062B372CA}"/>
              </a:ext>
            </a:extLst>
          </p:cNvPr>
          <p:cNvCxnSpPr>
            <a:cxnSpLocks/>
          </p:cNvCxnSpPr>
          <p:nvPr/>
        </p:nvCxnSpPr>
        <p:spPr>
          <a:xfrm>
            <a:off x="1106401" y="3040666"/>
            <a:ext cx="119611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>
            <a:extLst>
              <a:ext uri="{FF2B5EF4-FFF2-40B4-BE49-F238E27FC236}">
                <a16:creationId xmlns:a16="http://schemas.microsoft.com/office/drawing/2014/main" id="{7CAA4268-26E1-0EE8-B83A-EF268D31A729}"/>
              </a:ext>
            </a:extLst>
          </p:cNvPr>
          <p:cNvSpPr/>
          <p:nvPr/>
        </p:nvSpPr>
        <p:spPr>
          <a:xfrm>
            <a:off x="1037822" y="2972087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F336556-E033-0914-FB6B-07F93B80AA5C}"/>
              </a:ext>
            </a:extLst>
          </p:cNvPr>
          <p:cNvCxnSpPr>
            <a:cxnSpLocks/>
          </p:cNvCxnSpPr>
          <p:nvPr/>
        </p:nvCxnSpPr>
        <p:spPr>
          <a:xfrm>
            <a:off x="6844974" y="3059463"/>
            <a:ext cx="324448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F99E974-A1EC-D056-8E93-3A57BAC6A893}"/>
              </a:ext>
            </a:extLst>
          </p:cNvPr>
          <p:cNvCxnSpPr>
            <a:cxnSpLocks/>
          </p:cNvCxnSpPr>
          <p:nvPr/>
        </p:nvCxnSpPr>
        <p:spPr>
          <a:xfrm flipV="1">
            <a:off x="7930308" y="844105"/>
            <a:ext cx="0" cy="81511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片 28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B9644AA-0949-2C04-F743-ADBB5FDC8A1A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615" y="3193327"/>
            <a:ext cx="193188" cy="203267"/>
          </a:xfrm>
          <a:prstGeom prst="rect">
            <a:avLst/>
          </a:prstGeom>
        </p:spPr>
      </p:pic>
      <p:pic>
        <p:nvPicPr>
          <p:cNvPr id="32" name="图片 3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86864D8-CD44-9D95-2487-C7CB351EC73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493" y="3201488"/>
            <a:ext cx="245264" cy="164632"/>
          </a:xfrm>
          <a:prstGeom prst="rect">
            <a:avLst/>
          </a:prstGeom>
        </p:spPr>
      </p:pic>
      <p:pic>
        <p:nvPicPr>
          <p:cNvPr id="55" name="图片 54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9C84CC04-B037-FCFA-4673-6FF2DC8F55D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0149" y="719858"/>
            <a:ext cx="253667" cy="167992"/>
          </a:xfrm>
          <a:prstGeom prst="rect">
            <a:avLst/>
          </a:prstGeom>
        </p:spPr>
      </p:pic>
      <p:pic>
        <p:nvPicPr>
          <p:cNvPr id="40" name="图片 39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8F88398-BE4D-AC5A-0317-85132692FB1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6835" y="3201488"/>
            <a:ext cx="273822" cy="248623"/>
          </a:xfrm>
          <a:prstGeom prst="rect">
            <a:avLst/>
          </a:prstGeom>
        </p:spPr>
      </p:pic>
      <p:pic>
        <p:nvPicPr>
          <p:cNvPr id="56" name="图片 5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B0ECE0A0-ADF7-D7C3-FD84-5436C59DD99E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6299" y="1576907"/>
            <a:ext cx="251987" cy="164632"/>
          </a:xfrm>
          <a:prstGeom prst="rect">
            <a:avLst/>
          </a:prstGeom>
        </p:spPr>
      </p:pic>
      <p:grpSp>
        <p:nvGrpSpPr>
          <p:cNvPr id="79" name="组合 78">
            <a:extLst>
              <a:ext uri="{FF2B5EF4-FFF2-40B4-BE49-F238E27FC236}">
                <a16:creationId xmlns:a16="http://schemas.microsoft.com/office/drawing/2014/main" id="{1C24BDA3-7EEC-12C5-DC60-DAFA2B60F9EF}"/>
              </a:ext>
            </a:extLst>
          </p:cNvPr>
          <p:cNvGrpSpPr/>
          <p:nvPr/>
        </p:nvGrpSpPr>
        <p:grpSpPr>
          <a:xfrm>
            <a:off x="6923327" y="1410057"/>
            <a:ext cx="2457279" cy="1696588"/>
            <a:chOff x="7023477" y="1394993"/>
            <a:chExt cx="2457279" cy="1696588"/>
          </a:xfrm>
        </p:grpSpPr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EF9027E8-0BB0-004C-3B38-2E5D3B12C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937983" flipH="1">
              <a:off x="7023477" y="1394993"/>
              <a:ext cx="2457279" cy="1696588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6CC841FB-2F5B-BFD2-C37C-92547BD791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1719" y="2856217"/>
              <a:ext cx="1300401" cy="199639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FF880CDE-E66B-6B69-ED61-AF309A2809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7211" y="2747010"/>
              <a:ext cx="549949" cy="318436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70A9FFE3-E1ED-E6C2-B308-4A76499195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07332" y="1918156"/>
              <a:ext cx="334388" cy="1139528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F15B6BD-EE27-51FE-F3D9-8F546AB9A09F}"/>
              </a:ext>
            </a:extLst>
          </p:cNvPr>
          <p:cNvCxnSpPr>
            <a:cxnSpLocks/>
          </p:cNvCxnSpPr>
          <p:nvPr/>
        </p:nvCxnSpPr>
        <p:spPr>
          <a:xfrm flipV="1">
            <a:off x="7440196" y="1837872"/>
            <a:ext cx="1719245" cy="1719242"/>
          </a:xfrm>
          <a:prstGeom prst="straightConnector1">
            <a:avLst/>
          </a:prstGeom>
          <a:ln w="444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0F993E84-DE04-B196-A910-B40CEADE7220}"/>
              </a:ext>
            </a:extLst>
          </p:cNvPr>
          <p:cNvCxnSpPr>
            <a:cxnSpLocks/>
          </p:cNvCxnSpPr>
          <p:nvPr/>
        </p:nvCxnSpPr>
        <p:spPr>
          <a:xfrm flipV="1">
            <a:off x="8980870" y="1531811"/>
            <a:ext cx="478361" cy="47836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53B56385-83F9-DE56-DE1A-4326D2A8EABE}"/>
              </a:ext>
            </a:extLst>
          </p:cNvPr>
          <p:cNvCxnSpPr>
            <a:cxnSpLocks/>
          </p:cNvCxnSpPr>
          <p:nvPr/>
        </p:nvCxnSpPr>
        <p:spPr>
          <a:xfrm flipV="1">
            <a:off x="7930308" y="3040666"/>
            <a:ext cx="0" cy="806120"/>
          </a:xfrm>
          <a:prstGeom prst="straightConnector1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602B9F94-A1C1-E97A-AB6E-A64E762DBE4E}"/>
              </a:ext>
            </a:extLst>
          </p:cNvPr>
          <p:cNvCxnSpPr>
            <a:cxnSpLocks/>
          </p:cNvCxnSpPr>
          <p:nvPr/>
        </p:nvCxnSpPr>
        <p:spPr>
          <a:xfrm flipV="1">
            <a:off x="7931403" y="981456"/>
            <a:ext cx="0" cy="2239429"/>
          </a:xfrm>
          <a:prstGeom prst="straightConnector1">
            <a:avLst/>
          </a:prstGeom>
          <a:ln w="444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35A8DF62-AA04-8B61-F591-34FFCAED4F8F}"/>
              </a:ext>
            </a:extLst>
          </p:cNvPr>
          <p:cNvSpPr txBox="1"/>
          <p:nvPr/>
        </p:nvSpPr>
        <p:spPr>
          <a:xfrm>
            <a:off x="10550222" y="1276061"/>
            <a:ext cx="2072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/>
              <a:t>……</a:t>
            </a:r>
            <a:endParaRPr lang="zh-CN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008926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33DB-5D6C-F00D-447E-22EB38AA5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平行四边形 255">
            <a:extLst>
              <a:ext uri="{FF2B5EF4-FFF2-40B4-BE49-F238E27FC236}">
                <a16:creationId xmlns:a16="http://schemas.microsoft.com/office/drawing/2014/main" id="{33DA3832-5BF6-1AE5-5762-98C138924A9D}"/>
              </a:ext>
            </a:extLst>
          </p:cNvPr>
          <p:cNvSpPr/>
          <p:nvPr/>
        </p:nvSpPr>
        <p:spPr>
          <a:xfrm rot="8064840">
            <a:off x="9387316" y="4516251"/>
            <a:ext cx="2226516" cy="867812"/>
          </a:xfrm>
          <a:prstGeom prst="parallelogram">
            <a:avLst>
              <a:gd name="adj" fmla="val 62774"/>
            </a:avLst>
          </a:prstGeom>
          <a:solidFill>
            <a:srgbClr val="0070C0">
              <a:alpha val="10000"/>
            </a:srgbClr>
          </a:solidFill>
          <a:ln w="12700">
            <a:solidFill>
              <a:srgbClr val="0070C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DC3470F3-73B3-0798-E708-2FE52A9063DE}"/>
              </a:ext>
            </a:extLst>
          </p:cNvPr>
          <p:cNvCxnSpPr>
            <a:cxnSpLocks/>
          </p:cNvCxnSpPr>
          <p:nvPr/>
        </p:nvCxnSpPr>
        <p:spPr>
          <a:xfrm flipV="1">
            <a:off x="8692215" y="6004557"/>
            <a:ext cx="1402187" cy="45405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平行四边形 254">
            <a:extLst>
              <a:ext uri="{FF2B5EF4-FFF2-40B4-BE49-F238E27FC236}">
                <a16:creationId xmlns:a16="http://schemas.microsoft.com/office/drawing/2014/main" id="{B58B900E-0B16-7661-92E2-8FBC3E37FFFA}"/>
              </a:ext>
            </a:extLst>
          </p:cNvPr>
          <p:cNvSpPr/>
          <p:nvPr/>
        </p:nvSpPr>
        <p:spPr>
          <a:xfrm rot="9651172">
            <a:off x="8502064" y="5271150"/>
            <a:ext cx="1495688" cy="1000422"/>
          </a:xfrm>
          <a:prstGeom prst="parallelogram">
            <a:avLst>
              <a:gd name="adj" fmla="val 9564"/>
            </a:avLst>
          </a:prstGeom>
          <a:solidFill>
            <a:srgbClr val="0070C0">
              <a:alpha val="10000"/>
            </a:srgbClr>
          </a:solidFill>
          <a:ln w="12700">
            <a:solidFill>
              <a:srgbClr val="0070C0">
                <a:alpha val="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6" name="平行四边形 225">
            <a:extLst>
              <a:ext uri="{FF2B5EF4-FFF2-40B4-BE49-F238E27FC236}">
                <a16:creationId xmlns:a16="http://schemas.microsoft.com/office/drawing/2014/main" id="{174E1509-DE48-4B37-1FF1-EE3F474AB3A1}"/>
              </a:ext>
            </a:extLst>
          </p:cNvPr>
          <p:cNvSpPr/>
          <p:nvPr/>
        </p:nvSpPr>
        <p:spPr>
          <a:xfrm rot="8064840">
            <a:off x="8072565" y="1534932"/>
            <a:ext cx="2226516" cy="867812"/>
          </a:xfrm>
          <a:prstGeom prst="parallelogram">
            <a:avLst>
              <a:gd name="adj" fmla="val 62774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平行四边形 35">
            <a:extLst>
              <a:ext uri="{FF2B5EF4-FFF2-40B4-BE49-F238E27FC236}">
                <a16:creationId xmlns:a16="http://schemas.microsoft.com/office/drawing/2014/main" id="{FFD61AE0-12A0-2F82-0E60-3474F982DA90}"/>
              </a:ext>
            </a:extLst>
          </p:cNvPr>
          <p:cNvSpPr/>
          <p:nvPr/>
        </p:nvSpPr>
        <p:spPr>
          <a:xfrm rot="9651172">
            <a:off x="5068486" y="1833873"/>
            <a:ext cx="1530880" cy="1000422"/>
          </a:xfrm>
          <a:prstGeom prst="parallelogram">
            <a:avLst>
              <a:gd name="adj" fmla="val 12082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5" name="平行四边形 214">
            <a:extLst>
              <a:ext uri="{FF2B5EF4-FFF2-40B4-BE49-F238E27FC236}">
                <a16:creationId xmlns:a16="http://schemas.microsoft.com/office/drawing/2014/main" id="{E1B7EE2E-D181-DA7F-07B5-AD56DFB13E33}"/>
              </a:ext>
            </a:extLst>
          </p:cNvPr>
          <p:cNvSpPr/>
          <p:nvPr/>
        </p:nvSpPr>
        <p:spPr>
          <a:xfrm rot="8800155">
            <a:off x="8195155" y="4679607"/>
            <a:ext cx="3305841" cy="943118"/>
          </a:xfrm>
          <a:prstGeom prst="parallelogram">
            <a:avLst>
              <a:gd name="adj" fmla="val 35640"/>
            </a:avLst>
          </a:prstGeom>
          <a:solidFill>
            <a:srgbClr val="7030A0">
              <a:alpha val="25000"/>
            </a:srgbClr>
          </a:solidFill>
          <a:ln w="4445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0" name="平行四边形 199">
            <a:extLst>
              <a:ext uri="{FF2B5EF4-FFF2-40B4-BE49-F238E27FC236}">
                <a16:creationId xmlns:a16="http://schemas.microsoft.com/office/drawing/2014/main" id="{A25ABDBF-E71F-FE7E-F4D2-D162E5655054}"/>
              </a:ext>
            </a:extLst>
          </p:cNvPr>
          <p:cNvSpPr/>
          <p:nvPr/>
        </p:nvSpPr>
        <p:spPr>
          <a:xfrm rot="9651172">
            <a:off x="4918814" y="4299989"/>
            <a:ext cx="1613698" cy="1961052"/>
          </a:xfrm>
          <a:prstGeom prst="parallelogram">
            <a:avLst>
              <a:gd name="adj" fmla="val 12082"/>
            </a:avLst>
          </a:prstGeom>
          <a:solidFill>
            <a:srgbClr val="7030A0">
              <a:alpha val="25000"/>
            </a:srgbClr>
          </a:solidFill>
          <a:ln w="4445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940FBA6B-4E52-3990-4A36-C9B498F88852}"/>
              </a:ext>
            </a:extLst>
          </p:cNvPr>
          <p:cNvCxnSpPr>
            <a:cxnSpLocks/>
          </p:cNvCxnSpPr>
          <p:nvPr/>
        </p:nvCxnSpPr>
        <p:spPr>
          <a:xfrm>
            <a:off x="989333" y="3048955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472E211-986B-CDDD-BBC2-0ACD75A7BE48}"/>
              </a:ext>
            </a:extLst>
          </p:cNvPr>
          <p:cNvCxnSpPr>
            <a:cxnSpLocks/>
          </p:cNvCxnSpPr>
          <p:nvPr/>
        </p:nvCxnSpPr>
        <p:spPr>
          <a:xfrm flipV="1">
            <a:off x="1518792" y="833597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6463C6A-92BC-7A57-A667-33394DD1606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020" y="3152363"/>
            <a:ext cx="193188" cy="20326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0668E00-5A30-9A04-959F-6E664D4D2E45}"/>
              </a:ext>
            </a:extLst>
          </p:cNvPr>
          <p:cNvSpPr/>
          <p:nvPr/>
        </p:nvSpPr>
        <p:spPr>
          <a:xfrm>
            <a:off x="1518050" y="1313301"/>
            <a:ext cx="1622924" cy="1731550"/>
          </a:xfrm>
          <a:prstGeom prst="rect">
            <a:avLst/>
          </a:prstGeom>
          <a:solidFill>
            <a:srgbClr val="00B0F0">
              <a:alpha val="25000"/>
            </a:srgbClr>
          </a:solidFill>
          <a:ln w="44450">
            <a:solidFill>
              <a:srgbClr val="00B0F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92C60DC-121C-BDA3-5722-6F590AF06A6A}"/>
              </a:ext>
            </a:extLst>
          </p:cNvPr>
          <p:cNvCxnSpPr/>
          <p:nvPr/>
        </p:nvCxnSpPr>
        <p:spPr>
          <a:xfrm>
            <a:off x="1518048" y="304717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7429A54-0716-9139-F1D4-417337BCE393}"/>
              </a:ext>
            </a:extLst>
          </p:cNvPr>
          <p:cNvCxnSpPr>
            <a:cxnSpLocks/>
          </p:cNvCxnSpPr>
          <p:nvPr/>
        </p:nvCxnSpPr>
        <p:spPr>
          <a:xfrm flipV="1">
            <a:off x="1524536" y="1286473"/>
            <a:ext cx="0" cy="1770885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6F38BA7-44BA-9C36-698D-80608E65A1CD}"/>
              </a:ext>
            </a:extLst>
          </p:cNvPr>
          <p:cNvCxnSpPr>
            <a:cxnSpLocks/>
          </p:cNvCxnSpPr>
          <p:nvPr/>
        </p:nvCxnSpPr>
        <p:spPr>
          <a:xfrm>
            <a:off x="1502832" y="3047169"/>
            <a:ext cx="1638165" cy="0"/>
          </a:xfrm>
          <a:prstGeom prst="straightConnector1">
            <a:avLst/>
          </a:prstGeom>
          <a:ln w="444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图片 1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6D48523-BC40-2B6D-DAFA-BAE81286FF5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977" y="3190980"/>
            <a:ext cx="245264" cy="164632"/>
          </a:xfrm>
          <a:prstGeom prst="rect">
            <a:avLst/>
          </a:prstGeom>
        </p:spPr>
      </p:pic>
      <p:pic>
        <p:nvPicPr>
          <p:cNvPr id="121" name="图片 12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88135700-36CD-BB2A-3968-D40F0A5C27E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633" y="709350"/>
            <a:ext cx="251987" cy="164632"/>
          </a:xfrm>
          <a:prstGeom prst="rect">
            <a:avLst/>
          </a:prstGeom>
        </p:spPr>
      </p:pic>
      <p:pic>
        <p:nvPicPr>
          <p:cNvPr id="244" name="图片 243" descr="\documentclass{article}&#10;\usepackage{amsmath}&#10;\pagestyle{empty}&#10;\begin{document}&#10;&#10;$|E_2| = 1$&#10;&#10;&#10;\end{document}" title="IguanaTex Bitmap Display">
            <a:extLst>
              <a:ext uri="{FF2B5EF4-FFF2-40B4-BE49-F238E27FC236}">
                <a16:creationId xmlns:a16="http://schemas.microsoft.com/office/drawing/2014/main" id="{E87CCFCD-9004-F2F9-6397-37D09B723C6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4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8684" y="2047795"/>
            <a:ext cx="944112" cy="280546"/>
          </a:xfrm>
          <a:prstGeom prst="rect">
            <a:avLst/>
          </a:prstGeom>
        </p:spPr>
      </p:pic>
      <p:pic>
        <p:nvPicPr>
          <p:cNvPr id="233" name="图片 232" descr="\documentclass{article}&#10;\usepackage{amsmath}&#10;\usepackage{bm}&#10;\pagestyle{empty}&#10;\begin{document}&#10;&#10;\begin{align}&#10;\bm{\alph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68D6669-81E6-5BFA-1CA6-9FD87C441E2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948" y="1207788"/>
            <a:ext cx="299020" cy="167989"/>
          </a:xfrm>
          <a:prstGeom prst="rect">
            <a:avLst/>
          </a:prstGeom>
        </p:spPr>
      </p:pic>
      <p:pic>
        <p:nvPicPr>
          <p:cNvPr id="234" name="图片 233" descr="\documentclass{article}&#10;\usepackage{amsmath}&#10;\usepackage{bm}&#10;\pagestyle{empty}&#10;\begin{document}&#10;&#10;\begin{align}&#10;\bm{\alph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2EFEBBB-4F7E-BA18-FB0D-E6DF25731792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881" y="3180297"/>
            <a:ext cx="292301" cy="167989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FD30435-8E94-7CC7-AAF7-8E007343DD44}"/>
              </a:ext>
            </a:extLst>
          </p:cNvPr>
          <p:cNvCxnSpPr>
            <a:cxnSpLocks/>
          </p:cNvCxnSpPr>
          <p:nvPr/>
        </p:nvCxnSpPr>
        <p:spPr>
          <a:xfrm>
            <a:off x="4731367" y="3051302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67D201E-285B-3493-5232-8311F7824494}"/>
              </a:ext>
            </a:extLst>
          </p:cNvPr>
          <p:cNvCxnSpPr>
            <a:cxnSpLocks/>
          </p:cNvCxnSpPr>
          <p:nvPr/>
        </p:nvCxnSpPr>
        <p:spPr>
          <a:xfrm flipV="1">
            <a:off x="5260826" y="835944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图片 1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4AC996CE-5332-5A15-7F56-299D992CF82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054" y="3154710"/>
            <a:ext cx="193188" cy="203267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09B970C-82DD-2918-AE1F-C310BA132656}"/>
              </a:ext>
            </a:extLst>
          </p:cNvPr>
          <p:cNvCxnSpPr/>
          <p:nvPr/>
        </p:nvCxnSpPr>
        <p:spPr>
          <a:xfrm>
            <a:off x="5260082" y="3049523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A8686F03-9603-FEEB-9DF8-07591DBEC95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011" y="3193327"/>
            <a:ext cx="245264" cy="164632"/>
          </a:xfrm>
          <a:prstGeom prst="rect">
            <a:avLst/>
          </a:prstGeom>
        </p:spPr>
      </p:pic>
      <p:pic>
        <p:nvPicPr>
          <p:cNvPr id="31" name="图片 30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997EC57-042E-5186-B242-C55EB66AC6C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667" y="711697"/>
            <a:ext cx="251987" cy="164632"/>
          </a:xfrm>
          <a:prstGeom prst="rect">
            <a:avLst/>
          </a:prstGeom>
        </p:spPr>
      </p:pic>
      <p:pic>
        <p:nvPicPr>
          <p:cNvPr id="246" name="图片 245" descr="\documentclass{article}&#10;\usepackage{amsmath}&#10;\usepackage{bm}&#10;\pagestyle{empty}&#10;\begin{document}&#10;&#10;$|A|$&#10;&#10;&#10;\end{document}" title="IguanaTex Bitmap Display">
            <a:extLst>
              <a:ext uri="{FF2B5EF4-FFF2-40B4-BE49-F238E27FC236}">
                <a16:creationId xmlns:a16="http://schemas.microsoft.com/office/drawing/2014/main" id="{4B82A90D-E6C4-F831-C283-CA7647E6756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2145" y="2237954"/>
            <a:ext cx="299025" cy="280546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6AAC84F-1EA1-D1CD-52C4-4BA83BB2FE0A}"/>
              </a:ext>
            </a:extLst>
          </p:cNvPr>
          <p:cNvCxnSpPr>
            <a:cxnSpLocks/>
          </p:cNvCxnSpPr>
          <p:nvPr/>
        </p:nvCxnSpPr>
        <p:spPr>
          <a:xfrm flipV="1">
            <a:off x="5246747" y="2590800"/>
            <a:ext cx="1402187" cy="45405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11C5650B-2AB0-CAA1-5922-A63750741087}"/>
              </a:ext>
            </a:extLst>
          </p:cNvPr>
          <p:cNvCxnSpPr>
            <a:cxnSpLocks/>
          </p:cNvCxnSpPr>
          <p:nvPr/>
        </p:nvCxnSpPr>
        <p:spPr>
          <a:xfrm flipH="1" flipV="1">
            <a:off x="5033066" y="2047795"/>
            <a:ext cx="235365" cy="10035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B6C3216-6DB3-0EF4-8214-305FD9F28E5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102" y="2697493"/>
            <a:ext cx="273822" cy="248623"/>
          </a:xfrm>
          <a:prstGeom prst="rect">
            <a:avLst/>
          </a:prstGeom>
        </p:spPr>
      </p:pic>
      <p:pic>
        <p:nvPicPr>
          <p:cNvPr id="44" name="图片 43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67AA8C0-F65E-E4FA-CD28-51494DC20D6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3079" y="1799172"/>
            <a:ext cx="280542" cy="248623"/>
          </a:xfrm>
          <a:prstGeom prst="rect">
            <a:avLst/>
          </a:prstGeom>
        </p:spPr>
      </p:pic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4E0A4B12-7A4B-5416-4F99-B9C63B9B0D5F}"/>
              </a:ext>
            </a:extLst>
          </p:cNvPr>
          <p:cNvCxnSpPr>
            <a:cxnSpLocks/>
          </p:cNvCxnSpPr>
          <p:nvPr/>
        </p:nvCxnSpPr>
        <p:spPr>
          <a:xfrm>
            <a:off x="8178867" y="3061239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6F2F0589-B736-3335-46E2-73F9D839268F}"/>
              </a:ext>
            </a:extLst>
          </p:cNvPr>
          <p:cNvCxnSpPr>
            <a:cxnSpLocks/>
          </p:cNvCxnSpPr>
          <p:nvPr/>
        </p:nvCxnSpPr>
        <p:spPr>
          <a:xfrm flipV="1">
            <a:off x="8708326" y="845881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图片 7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35B7D10E-9A7C-76D0-7926-C6DDE37A2A7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554" y="3164647"/>
            <a:ext cx="193188" cy="203267"/>
          </a:xfrm>
          <a:prstGeom prst="rect">
            <a:avLst/>
          </a:prstGeom>
        </p:spPr>
      </p:pic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14457D7-3F70-D2B7-4D7C-E5E51905A774}"/>
              </a:ext>
            </a:extLst>
          </p:cNvPr>
          <p:cNvCxnSpPr/>
          <p:nvPr/>
        </p:nvCxnSpPr>
        <p:spPr>
          <a:xfrm>
            <a:off x="8707582" y="305946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7" name="图片 7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732DE106-8F4B-FA96-0BA7-77E753FB6F3F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5511" y="3203264"/>
            <a:ext cx="245264" cy="164632"/>
          </a:xfrm>
          <a:prstGeom prst="rect">
            <a:avLst/>
          </a:prstGeom>
        </p:spPr>
      </p:pic>
      <p:pic>
        <p:nvPicPr>
          <p:cNvPr id="78" name="图片 77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563CE00F-2F7A-89B0-B990-1FA631419C0F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167" y="721634"/>
            <a:ext cx="251987" cy="164632"/>
          </a:xfrm>
          <a:prstGeom prst="rect">
            <a:avLst/>
          </a:prstGeom>
        </p:spPr>
      </p:pic>
      <p:pic>
        <p:nvPicPr>
          <p:cNvPr id="85" name="图片 84" descr="\documentclass{article}&#10;\usepackage{amsmath}&#10;\usepackage{bm}&#10;\pagestyle{empty}&#10;\begin{document}&#10;&#10;\begin{align}&#10;\bm{\gamma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6AF60A3-5E32-3E3B-24CD-5D3035F9CA21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843" y="2465313"/>
            <a:ext cx="171349" cy="184787"/>
          </a:xfrm>
          <a:prstGeom prst="rect">
            <a:avLst/>
          </a:prstGeom>
        </p:spPr>
      </p:pic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1C30ACCD-AE05-59E0-A8B1-197F16CC9E74}"/>
              </a:ext>
            </a:extLst>
          </p:cNvPr>
          <p:cNvCxnSpPr>
            <a:cxnSpLocks/>
          </p:cNvCxnSpPr>
          <p:nvPr/>
        </p:nvCxnSpPr>
        <p:spPr>
          <a:xfrm flipH="1" flipV="1">
            <a:off x="8468101" y="2047795"/>
            <a:ext cx="235365" cy="10035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图片 101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3189BB4-1899-9754-0080-04348322313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8114" y="1799172"/>
            <a:ext cx="280542" cy="248623"/>
          </a:xfrm>
          <a:prstGeom prst="rect">
            <a:avLst/>
          </a:prstGeom>
        </p:spPr>
      </p:pic>
      <p:sp>
        <p:nvSpPr>
          <p:cNvPr id="103" name="平行四边形 102">
            <a:extLst>
              <a:ext uri="{FF2B5EF4-FFF2-40B4-BE49-F238E27FC236}">
                <a16:creationId xmlns:a16="http://schemas.microsoft.com/office/drawing/2014/main" id="{484FE76A-ADDE-BDD4-2611-31F969FCCF11}"/>
              </a:ext>
            </a:extLst>
          </p:cNvPr>
          <p:cNvSpPr/>
          <p:nvPr/>
        </p:nvSpPr>
        <p:spPr>
          <a:xfrm rot="9651172">
            <a:off x="1326180" y="5252302"/>
            <a:ext cx="1530880" cy="1000422"/>
          </a:xfrm>
          <a:prstGeom prst="parallelogram">
            <a:avLst>
              <a:gd name="adj" fmla="val 12082"/>
            </a:avLst>
          </a:prstGeom>
          <a:solidFill>
            <a:srgbClr val="7030A0">
              <a:alpha val="25000"/>
            </a:srgbClr>
          </a:solidFill>
          <a:ln w="44450">
            <a:solidFill>
              <a:srgbClr val="7030A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4562F5F4-06BB-9649-51E7-80140BC26D5B}"/>
              </a:ext>
            </a:extLst>
          </p:cNvPr>
          <p:cNvCxnSpPr>
            <a:cxnSpLocks/>
          </p:cNvCxnSpPr>
          <p:nvPr/>
        </p:nvCxnSpPr>
        <p:spPr>
          <a:xfrm>
            <a:off x="989061" y="6469731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80DD29F2-DA2E-F1E4-F127-BA9A405BC509}"/>
              </a:ext>
            </a:extLst>
          </p:cNvPr>
          <p:cNvCxnSpPr>
            <a:cxnSpLocks/>
          </p:cNvCxnSpPr>
          <p:nvPr/>
        </p:nvCxnSpPr>
        <p:spPr>
          <a:xfrm flipV="1">
            <a:off x="1518520" y="4254373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6" name="图片 10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2FB065F8-31F6-87BC-FEA1-458D45D84FA3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748" y="6573139"/>
            <a:ext cx="193188" cy="203267"/>
          </a:xfrm>
          <a:prstGeom prst="rect">
            <a:avLst/>
          </a:prstGeom>
        </p:spPr>
      </p:pic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910204AE-2DE1-FEAB-774D-E6359BD7066B}"/>
              </a:ext>
            </a:extLst>
          </p:cNvPr>
          <p:cNvCxnSpPr/>
          <p:nvPr/>
        </p:nvCxnSpPr>
        <p:spPr>
          <a:xfrm>
            <a:off x="1517776" y="6467952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8" name="图片 10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6739903A-CE11-7F0A-DB52-7BD744A6E461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705" y="6611756"/>
            <a:ext cx="245264" cy="164632"/>
          </a:xfrm>
          <a:prstGeom prst="rect">
            <a:avLst/>
          </a:prstGeom>
        </p:spPr>
      </p:pic>
      <p:pic>
        <p:nvPicPr>
          <p:cNvPr id="109" name="图片 10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0571DD26-C5CF-D15A-80B9-270520293F19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361" y="4130126"/>
            <a:ext cx="251987" cy="164632"/>
          </a:xfrm>
          <a:prstGeom prst="rect">
            <a:avLst/>
          </a:prstGeom>
        </p:spPr>
      </p:pic>
      <p:pic>
        <p:nvPicPr>
          <p:cNvPr id="250" name="图片 249" descr="\documentclass{article}&#10;\usepackage{amsmath}&#10;\usepackage{bm}&#10;\pagestyle{empty}&#10;\begin{document}&#10;&#10;$-|A|$&#10;&#10;&#10;\end{document}" title="IguanaTex Bitmap Display">
            <a:extLst>
              <a:ext uri="{FF2B5EF4-FFF2-40B4-BE49-F238E27FC236}">
                <a16:creationId xmlns:a16="http://schemas.microsoft.com/office/drawing/2014/main" id="{040EF6CB-CA29-918B-DDBF-B4C74445D020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168" y="5656383"/>
            <a:ext cx="525813" cy="280546"/>
          </a:xfrm>
          <a:prstGeom prst="rect">
            <a:avLst/>
          </a:prstGeom>
        </p:spPr>
      </p:pic>
      <p:cxnSp>
        <p:nvCxnSpPr>
          <p:cNvPr id="111" name="直接箭头连接符 110">
            <a:extLst>
              <a:ext uri="{FF2B5EF4-FFF2-40B4-BE49-F238E27FC236}">
                <a16:creationId xmlns:a16="http://schemas.microsoft.com/office/drawing/2014/main" id="{9D8F86BA-D5B3-330A-F255-46DBD46DACB8}"/>
              </a:ext>
            </a:extLst>
          </p:cNvPr>
          <p:cNvCxnSpPr>
            <a:cxnSpLocks/>
          </p:cNvCxnSpPr>
          <p:nvPr/>
        </p:nvCxnSpPr>
        <p:spPr>
          <a:xfrm flipV="1">
            <a:off x="1504441" y="6009229"/>
            <a:ext cx="1402187" cy="454051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7067E300-BA4C-2E02-8D23-54F3C937681F}"/>
              </a:ext>
            </a:extLst>
          </p:cNvPr>
          <p:cNvCxnSpPr>
            <a:cxnSpLocks/>
          </p:cNvCxnSpPr>
          <p:nvPr/>
        </p:nvCxnSpPr>
        <p:spPr>
          <a:xfrm flipH="1" flipV="1">
            <a:off x="1290760" y="5466224"/>
            <a:ext cx="235365" cy="1003507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图片 115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4F5418A-05FD-C158-C6AB-E7A6666B69D7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796" y="6115923"/>
            <a:ext cx="280542" cy="248623"/>
          </a:xfrm>
          <a:prstGeom prst="rect">
            <a:avLst/>
          </a:prstGeom>
        </p:spPr>
      </p:pic>
      <p:pic>
        <p:nvPicPr>
          <p:cNvPr id="118" name="图片 11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286BF97E-077A-D10C-C8E4-37B4F2F8BAF2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73" y="5217602"/>
            <a:ext cx="273823" cy="248623"/>
          </a:xfrm>
          <a:prstGeom prst="rect">
            <a:avLst/>
          </a:prstGeom>
        </p:spPr>
      </p:pic>
      <p:cxnSp>
        <p:nvCxnSpPr>
          <p:cNvPr id="125" name="直接箭头连接符 124">
            <a:extLst>
              <a:ext uri="{FF2B5EF4-FFF2-40B4-BE49-F238E27FC236}">
                <a16:creationId xmlns:a16="http://schemas.microsoft.com/office/drawing/2014/main" id="{3114D71D-2F48-8C92-1A26-905FE4273971}"/>
              </a:ext>
            </a:extLst>
          </p:cNvPr>
          <p:cNvCxnSpPr>
            <a:cxnSpLocks/>
          </p:cNvCxnSpPr>
          <p:nvPr/>
        </p:nvCxnSpPr>
        <p:spPr>
          <a:xfrm>
            <a:off x="4731367" y="6465059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125B8237-4575-1492-9FF1-4804ED6DF6BC}"/>
              </a:ext>
            </a:extLst>
          </p:cNvPr>
          <p:cNvCxnSpPr>
            <a:cxnSpLocks/>
          </p:cNvCxnSpPr>
          <p:nvPr/>
        </p:nvCxnSpPr>
        <p:spPr>
          <a:xfrm flipV="1">
            <a:off x="5260826" y="4249701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图片 12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495C3DC2-0F8E-7A20-817B-3FC8A5247DBC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054" y="6568467"/>
            <a:ext cx="193188" cy="203267"/>
          </a:xfrm>
          <a:prstGeom prst="rect">
            <a:avLst/>
          </a:prstGeom>
        </p:spPr>
      </p:pic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B3AAC903-F058-824A-3BC4-0F6463F1A022}"/>
              </a:ext>
            </a:extLst>
          </p:cNvPr>
          <p:cNvCxnSpPr/>
          <p:nvPr/>
        </p:nvCxnSpPr>
        <p:spPr>
          <a:xfrm>
            <a:off x="5260082" y="646328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3" name="图片 19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9E29947B-34E6-5384-8B05-30B2E4D88BEF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8011" y="6607084"/>
            <a:ext cx="245264" cy="164632"/>
          </a:xfrm>
          <a:prstGeom prst="rect">
            <a:avLst/>
          </a:prstGeom>
        </p:spPr>
      </p:pic>
      <p:pic>
        <p:nvPicPr>
          <p:cNvPr id="194" name="图片 193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1D2BBEE3-7062-4E9B-FDE2-CDA804F9F240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667" y="4125454"/>
            <a:ext cx="251987" cy="164632"/>
          </a:xfrm>
          <a:prstGeom prst="rect">
            <a:avLst/>
          </a:prstGeom>
        </p:spPr>
      </p:pic>
      <p:pic>
        <p:nvPicPr>
          <p:cNvPr id="252" name="图片 251" descr="\documentclass{article}&#10;\usepackage{amsmath}&#10;\usepackage{bm}&#10;\pagestyle{empty}&#10;\begin{document}&#10;&#10;$2|A|$&#10;&#10;&#10;\end{document}" title="IguanaTex Bitmap Display">
            <a:extLst>
              <a:ext uri="{FF2B5EF4-FFF2-40B4-BE49-F238E27FC236}">
                <a16:creationId xmlns:a16="http://schemas.microsoft.com/office/drawing/2014/main" id="{77DFD8E7-C596-1128-9F0D-01699A21464A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5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904" y="5161837"/>
            <a:ext cx="456936" cy="280546"/>
          </a:xfrm>
          <a:prstGeom prst="rect">
            <a:avLst/>
          </a:prstGeom>
        </p:spPr>
      </p:pic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9CC89824-7B58-D5BD-877A-62CE271C1FF4}"/>
              </a:ext>
            </a:extLst>
          </p:cNvPr>
          <p:cNvCxnSpPr>
            <a:cxnSpLocks/>
          </p:cNvCxnSpPr>
          <p:nvPr/>
        </p:nvCxnSpPr>
        <p:spPr>
          <a:xfrm flipV="1">
            <a:off x="5246747" y="6004557"/>
            <a:ext cx="1402187" cy="454051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箭头连接符 196">
            <a:extLst>
              <a:ext uri="{FF2B5EF4-FFF2-40B4-BE49-F238E27FC236}">
                <a16:creationId xmlns:a16="http://schemas.microsoft.com/office/drawing/2014/main" id="{C4DA7856-7AE0-B3DD-CC38-2A41C08018D1}"/>
              </a:ext>
            </a:extLst>
          </p:cNvPr>
          <p:cNvCxnSpPr>
            <a:cxnSpLocks/>
          </p:cNvCxnSpPr>
          <p:nvPr/>
        </p:nvCxnSpPr>
        <p:spPr>
          <a:xfrm flipH="1" flipV="1">
            <a:off x="5033066" y="5461552"/>
            <a:ext cx="235365" cy="1003507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8" name="图片 197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FB721A0-738E-AA3E-06D0-3B9B00FC31C1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102" y="6111250"/>
            <a:ext cx="273822" cy="248623"/>
          </a:xfrm>
          <a:prstGeom prst="rect">
            <a:avLst/>
          </a:prstGeom>
        </p:spPr>
      </p:pic>
      <p:pic>
        <p:nvPicPr>
          <p:cNvPr id="203" name="图片 202" descr="\documentclass{article}&#10;\usepackage{amsmath}&#10;\usepackage{bm}&#10;\pagestyle{empty}&#10;\begin{document}&#10;&#10;\begin{align}&#10;2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927D2F8-BFBC-4346-F901-E2E074F47ED3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5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1473" y="4620547"/>
            <a:ext cx="409894" cy="248623"/>
          </a:xfrm>
          <a:prstGeom prst="rect">
            <a:avLst/>
          </a:prstGeom>
        </p:spPr>
      </p:pic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31BBDD8A-F644-FE37-ACBF-C21D4DE81D5D}"/>
              </a:ext>
            </a:extLst>
          </p:cNvPr>
          <p:cNvCxnSpPr>
            <a:cxnSpLocks/>
          </p:cNvCxnSpPr>
          <p:nvPr/>
        </p:nvCxnSpPr>
        <p:spPr>
          <a:xfrm flipH="1" flipV="1">
            <a:off x="4812984" y="4516105"/>
            <a:ext cx="235365" cy="1003507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B7EBE1C4-84BB-09AB-ACA9-74115B7C1A10}"/>
              </a:ext>
            </a:extLst>
          </p:cNvPr>
          <p:cNvCxnSpPr>
            <a:cxnSpLocks/>
          </p:cNvCxnSpPr>
          <p:nvPr/>
        </p:nvCxnSpPr>
        <p:spPr>
          <a:xfrm>
            <a:off x="8176835" y="6465059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直接箭头连接符 204">
            <a:extLst>
              <a:ext uri="{FF2B5EF4-FFF2-40B4-BE49-F238E27FC236}">
                <a16:creationId xmlns:a16="http://schemas.microsoft.com/office/drawing/2014/main" id="{132D7CF3-1DAE-6782-AA8E-DBD06DBF3DEE}"/>
              </a:ext>
            </a:extLst>
          </p:cNvPr>
          <p:cNvCxnSpPr>
            <a:cxnSpLocks/>
          </p:cNvCxnSpPr>
          <p:nvPr/>
        </p:nvCxnSpPr>
        <p:spPr>
          <a:xfrm flipV="1">
            <a:off x="8706294" y="4249701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" name="图片 20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B6E2E4AE-9A4A-9318-DDF3-3D87AB1F361E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5522" y="6568467"/>
            <a:ext cx="193188" cy="203267"/>
          </a:xfrm>
          <a:prstGeom prst="rect">
            <a:avLst/>
          </a:prstGeom>
        </p:spPr>
      </p:pic>
      <p:cxnSp>
        <p:nvCxnSpPr>
          <p:cNvPr id="207" name="直接连接符 206">
            <a:extLst>
              <a:ext uri="{FF2B5EF4-FFF2-40B4-BE49-F238E27FC236}">
                <a16:creationId xmlns:a16="http://schemas.microsoft.com/office/drawing/2014/main" id="{22C64550-A91A-45D2-8E5C-1831EA7FC02D}"/>
              </a:ext>
            </a:extLst>
          </p:cNvPr>
          <p:cNvCxnSpPr/>
          <p:nvPr/>
        </p:nvCxnSpPr>
        <p:spPr>
          <a:xfrm>
            <a:off x="8705550" y="6463280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" name="图片 20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2BEF937-6118-06AA-A038-39EA93C5D8BA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3479" y="6607084"/>
            <a:ext cx="245264" cy="164632"/>
          </a:xfrm>
          <a:prstGeom prst="rect">
            <a:avLst/>
          </a:prstGeom>
        </p:spPr>
      </p:pic>
      <p:pic>
        <p:nvPicPr>
          <p:cNvPr id="209" name="图片 20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4070E642-009A-421D-F8F8-0E0141667E8B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135" y="4125454"/>
            <a:ext cx="251987" cy="164632"/>
          </a:xfrm>
          <a:prstGeom prst="rect">
            <a:avLst/>
          </a:prstGeom>
        </p:spPr>
      </p:pic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1FC9A894-11D6-D589-980B-3C37138DDA74}"/>
              </a:ext>
            </a:extLst>
          </p:cNvPr>
          <p:cNvCxnSpPr>
            <a:cxnSpLocks/>
          </p:cNvCxnSpPr>
          <p:nvPr/>
        </p:nvCxnSpPr>
        <p:spPr>
          <a:xfrm flipH="1" flipV="1">
            <a:off x="8478534" y="5461552"/>
            <a:ext cx="235365" cy="1003507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3" name="图片 212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053A33E-F076-7EC4-95C3-7AB5D6E608FD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7716" y="6184700"/>
            <a:ext cx="273822" cy="248623"/>
          </a:xfrm>
          <a:prstGeom prst="rect">
            <a:avLst/>
          </a:prstGeom>
        </p:spPr>
      </p:pic>
      <p:pic>
        <p:nvPicPr>
          <p:cNvPr id="214" name="图片 213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103223D-44D0-DA80-484F-18C8908AECC2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4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547" y="5212929"/>
            <a:ext cx="280542" cy="248623"/>
          </a:xfrm>
          <a:prstGeom prst="rect">
            <a:avLst/>
          </a:prstGeom>
        </p:spPr>
      </p:pic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D33A644A-15D7-5270-ED39-E810079A009F}"/>
              </a:ext>
            </a:extLst>
          </p:cNvPr>
          <p:cNvCxnSpPr>
            <a:cxnSpLocks/>
          </p:cNvCxnSpPr>
          <p:nvPr/>
        </p:nvCxnSpPr>
        <p:spPr>
          <a:xfrm flipV="1">
            <a:off x="10047031" y="4806066"/>
            <a:ext cx="1187567" cy="1216602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7" name="图片 216" descr="\documentclass{article}&#10;\usepackage{amsmath}&#10;\usepackage{bm}&#10;\pagestyle{empty}&#10;\begin{document}&#10;&#10;\begin{align}&#10;\bm{\gamma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638EC481-B189-A6DE-9CA3-3433A43B4D0D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835" y="5519612"/>
            <a:ext cx="171349" cy="184787"/>
          </a:xfrm>
          <a:prstGeom prst="rect">
            <a:avLst/>
          </a:prstGeom>
        </p:spPr>
      </p:pic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1DE9F476-B456-1EF6-22DF-BBD7BF95DB68}"/>
              </a:ext>
            </a:extLst>
          </p:cNvPr>
          <p:cNvCxnSpPr>
            <a:cxnSpLocks/>
          </p:cNvCxnSpPr>
          <p:nvPr/>
        </p:nvCxnSpPr>
        <p:spPr>
          <a:xfrm flipV="1">
            <a:off x="8727234" y="4806067"/>
            <a:ext cx="2507364" cy="1652540"/>
          </a:xfrm>
          <a:prstGeom prst="straightConnector1">
            <a:avLst/>
          </a:prstGeom>
          <a:ln w="444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4" name="图片 223" descr="\documentclass{article}&#10;\usepackage{amsmath}&#10;\usepackage{bm}&#10;\pagestyle{empty}&#10;\begin{document}&#10;&#10;\begin{align}&#10;\bm{\beta}_1 + \bm{\gamma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56DC3F1-C1C6-06E1-3D4B-866BEE411AE9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6335" y="4764195"/>
            <a:ext cx="819786" cy="253663"/>
          </a:xfrm>
          <a:prstGeom prst="rect">
            <a:avLst/>
          </a:prstGeom>
        </p:spPr>
      </p:pic>
      <p:pic>
        <p:nvPicPr>
          <p:cNvPr id="248" name="图片 247" descr="\documentclass{article}&#10;\usepackage{amsmath}&#10;\usepackage{bm}&#10;\pagestyle{empty}&#10;\begin{document}&#10;&#10;$|B|$&#10;&#10;&#10;\end{document}" title="IguanaTex Bitmap Display">
            <a:extLst>
              <a:ext uri="{FF2B5EF4-FFF2-40B4-BE49-F238E27FC236}">
                <a16:creationId xmlns:a16="http://schemas.microsoft.com/office/drawing/2014/main" id="{34846B58-9781-3195-1BC1-C7985FAF8480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0992" y="1869595"/>
            <a:ext cx="317504" cy="280546"/>
          </a:xfrm>
          <a:prstGeom prst="rect">
            <a:avLst/>
          </a:prstGeom>
        </p:spPr>
      </p:pic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130E7179-0FA0-BC01-3D9F-D32B57388AEC}"/>
              </a:ext>
            </a:extLst>
          </p:cNvPr>
          <p:cNvCxnSpPr>
            <a:cxnSpLocks/>
          </p:cNvCxnSpPr>
          <p:nvPr/>
        </p:nvCxnSpPr>
        <p:spPr>
          <a:xfrm flipV="1">
            <a:off x="8721550" y="1832337"/>
            <a:ext cx="1187567" cy="1231253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" name="图片 253" descr="\documentclass{article}&#10;\usepackage{amsmath}&#10;\usepackage{bm}&#10;\pagestyle{empty}&#10;\begin{document}&#10;&#10;$|A|+|B|$&#10;&#10;&#10;\end{document}" title="IguanaTex Bitmap Display">
            <a:extLst>
              <a:ext uri="{FF2B5EF4-FFF2-40B4-BE49-F238E27FC236}">
                <a16:creationId xmlns:a16="http://schemas.microsoft.com/office/drawing/2014/main" id="{C6413BBC-94E5-4242-8833-553F567B9A9D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5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872" y="5140242"/>
            <a:ext cx="1021387" cy="28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01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3FD5-7EE5-E66F-E973-6D79BF7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组合 254">
            <a:extLst>
              <a:ext uri="{FF2B5EF4-FFF2-40B4-BE49-F238E27FC236}">
                <a16:creationId xmlns:a16="http://schemas.microsoft.com/office/drawing/2014/main" id="{DB7C75F5-B7E4-0707-A464-7684D24BE141}"/>
              </a:ext>
            </a:extLst>
          </p:cNvPr>
          <p:cNvGrpSpPr/>
          <p:nvPr/>
        </p:nvGrpSpPr>
        <p:grpSpPr>
          <a:xfrm>
            <a:off x="1681715" y="5602289"/>
            <a:ext cx="2840602" cy="2941072"/>
            <a:chOff x="-4585465" y="6986224"/>
            <a:chExt cx="2840602" cy="2941072"/>
          </a:xfrm>
        </p:grpSpPr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F2B8AC1A-10BC-21DB-DD54-C23960DAB2E5}"/>
                </a:ext>
              </a:extLst>
            </p:cNvPr>
            <p:cNvCxnSpPr>
              <a:cxnSpLocks/>
            </p:cNvCxnSpPr>
            <p:nvPr/>
          </p:nvCxnSpPr>
          <p:spPr>
            <a:xfrm>
              <a:off x="-4567177" y="9325829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B983D92C-ED50-B0B7-2410-3ED578079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37718" y="7110471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3F472896-A5F7-D865-3166-3699C5589322}"/>
                </a:ext>
              </a:extLst>
            </p:cNvPr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08490" y="9429237"/>
              <a:ext cx="193188" cy="203267"/>
            </a:xfrm>
            <a:prstGeom prst="rect">
              <a:avLst/>
            </a:prstGeom>
          </p:spPr>
        </p:pic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B6992B52-BC59-E4B7-FB01-2A67BF533B58}"/>
                </a:ext>
              </a:extLst>
            </p:cNvPr>
            <p:cNvCxnSpPr/>
            <p:nvPr/>
          </p:nvCxnSpPr>
          <p:spPr>
            <a:xfrm>
              <a:off x="-4038462" y="9324050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3F3C3F20-79C5-9A71-34AA-19209D76D02C}"/>
                </a:ext>
              </a:extLst>
            </p:cNvPr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000533" y="9467854"/>
              <a:ext cx="245264" cy="164632"/>
            </a:xfrm>
            <a:prstGeom prst="rect">
              <a:avLst/>
            </a:prstGeom>
          </p:spPr>
        </p:pic>
        <p:pic>
          <p:nvPicPr>
            <p:cNvPr id="31" name="图片 3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6974DA12-B327-2F76-EF22-2C3E5A7461F3}"/>
                </a:ext>
              </a:extLst>
            </p:cNvPr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367877" y="6986224"/>
              <a:ext cx="251987" cy="164632"/>
            </a:xfrm>
            <a:prstGeom prst="rect">
              <a:avLst/>
            </a:prstGeom>
          </p:spPr>
        </p:pic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0EAACD7F-762E-A1BA-32B7-CC047F8BFE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51797" y="8865327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1214FC83-0F6F-AAC9-6819-23341B8B59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-4265478" y="8322322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图片 42" descr="\documentclass{article}&#10;\usepackage{amsmath}&#10;\usepackage{bm}&#10;\pagestyle{empty}&#10;\begin{document}&#10;&#10;\begin{align}&#10;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2D5BFBD-8B14-D579-3E61-386A43800DF8}"/>
                </a:ext>
              </a:extLst>
            </p:cNvPr>
            <p:cNvPicPr>
              <a:picLocks noChangeAspect="1"/>
            </p:cNvPicPr>
            <p:nvPr>
              <p:custDataLst>
                <p:tags r:id="rId26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772442" y="8972020"/>
              <a:ext cx="273822" cy="248623"/>
            </a:xfrm>
            <a:prstGeom prst="rect">
              <a:avLst/>
            </a:prstGeom>
          </p:spPr>
        </p:pic>
        <p:pic>
          <p:nvPicPr>
            <p:cNvPr id="44" name="图片 43" descr="\documentclass{article}&#10;\usepackage{amsmath}&#10;\usepackage{bm}&#10;\pagestyle{empty}&#10;\begin{document}&#10;&#10;\begin{align}&#10;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3F2AED52-CC4A-9005-E633-DFDCDBDABDB3}"/>
                </a:ext>
              </a:extLst>
            </p:cNvPr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585465" y="8073699"/>
              <a:ext cx="280542" cy="248623"/>
            </a:xfrm>
            <a:prstGeom prst="rect">
              <a:avLst/>
            </a:prstGeom>
          </p:spPr>
        </p:pic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F11817D1-3918-2F95-3EC5-0499617EB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4040759" y="7185338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图片 19" descr="\documentclass{article}&#10;\usepackage{amsmath}&#10;\usepackage{bm}&#10;\pagestyle{empty}&#10;\begin{document}&#10;&#10;\begin{align}&#10;\bm{y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8007C334-01FF-3A19-C143-37A4EF6C877D}"/>
                </a:ext>
              </a:extLst>
            </p:cNvPr>
            <p:cNvPicPr>
              <a:picLocks noChangeAspect="1"/>
            </p:cNvPicPr>
            <p:nvPr>
              <p:custDataLst>
                <p:tags r:id="rId28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99413" y="7343880"/>
              <a:ext cx="154550" cy="183107"/>
            </a:xfrm>
            <a:prstGeom prst="rect">
              <a:avLst/>
            </a:prstGeom>
          </p:spPr>
        </p:pic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87D4BC16-E430-3906-E6A3-9EC68A7059B7}"/>
              </a:ext>
            </a:extLst>
          </p:cNvPr>
          <p:cNvGrpSpPr/>
          <p:nvPr/>
        </p:nvGrpSpPr>
        <p:grpSpPr>
          <a:xfrm>
            <a:off x="6910102" y="745835"/>
            <a:ext cx="5225559" cy="2941072"/>
            <a:chOff x="6542158" y="830826"/>
            <a:chExt cx="5225559" cy="2941072"/>
          </a:xfrm>
        </p:grpSpPr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29A5A5E0-5CA6-F8FD-9AF9-9EC352F238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578088" y="1061846"/>
              <a:ext cx="305290" cy="1301639"/>
            </a:xfrm>
            <a:prstGeom prst="straightConnector1">
              <a:avLst/>
            </a:prstGeom>
            <a:ln w="44450">
              <a:solidFill>
                <a:srgbClr val="0070C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90526ACC-E350-D07A-58C3-E421DFD494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5404" y="1070325"/>
              <a:ext cx="2462916" cy="797532"/>
            </a:xfrm>
            <a:prstGeom prst="straightConnector1">
              <a:avLst/>
            </a:prstGeom>
            <a:ln w="44450">
              <a:solidFill>
                <a:srgbClr val="0070C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806AE11A-ECD6-AB9A-3C52-5A560D79F112}"/>
                </a:ext>
              </a:extLst>
            </p:cNvPr>
            <p:cNvCxnSpPr>
              <a:cxnSpLocks/>
            </p:cNvCxnSpPr>
            <p:nvPr/>
          </p:nvCxnSpPr>
          <p:spPr>
            <a:xfrm>
              <a:off x="6886104" y="3170431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52C8C245-6345-BC88-AC0D-9A0DEE8B58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5563" y="955073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图片 23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372B3F95-C8D1-E3F1-E670-FEDDFC78177A}"/>
                </a:ext>
              </a:extLst>
            </p:cNvPr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44791" y="3273839"/>
              <a:ext cx="193188" cy="203267"/>
            </a:xfrm>
            <a:prstGeom prst="rect">
              <a:avLst/>
            </a:prstGeom>
          </p:spPr>
        </p:pic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BF783B72-E8E5-18CA-EF27-C2FC7ABB0508}"/>
                </a:ext>
              </a:extLst>
            </p:cNvPr>
            <p:cNvCxnSpPr/>
            <p:nvPr/>
          </p:nvCxnSpPr>
          <p:spPr>
            <a:xfrm>
              <a:off x="7414819" y="3168652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图片 25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1E022453-EB77-614E-6C57-9606078ECE45}"/>
                </a:ext>
              </a:extLst>
            </p:cNvPr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2748" y="3312456"/>
              <a:ext cx="245264" cy="164632"/>
            </a:xfrm>
            <a:prstGeom prst="rect">
              <a:avLst/>
            </a:prstGeom>
          </p:spPr>
        </p:pic>
        <p:pic>
          <p:nvPicPr>
            <p:cNvPr id="27" name="图片 26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C003ADA-0298-91E7-721D-3E35E6B7E11F}"/>
                </a:ext>
              </a:extLst>
            </p:cNvPr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85404" y="830826"/>
              <a:ext cx="251987" cy="164632"/>
            </a:xfrm>
            <a:prstGeom prst="rect">
              <a:avLst/>
            </a:prstGeom>
          </p:spPr>
        </p:pic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90B94FC4-308C-F5E1-DD31-18F19D554E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1484" y="2347195"/>
              <a:ext cx="2522373" cy="816785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图片 45" descr="\documentclass{article}&#10;\usepackage{amsmath}&#10;\usepackage{bm}&#10;\pagestyle{empty}&#10;\begin{document}&#10;&#10;\begin{align}&#10;x_1 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2E3EC0F9-3805-2F0C-5607-FD0D1BD93E10}"/>
                </a:ext>
              </a:extLst>
            </p:cNvPr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91896" y="2798127"/>
              <a:ext cx="554364" cy="248623"/>
            </a:xfrm>
            <a:prstGeom prst="rect">
              <a:avLst/>
            </a:prstGeom>
          </p:spPr>
        </p:pic>
        <p:pic>
          <p:nvPicPr>
            <p:cNvPr id="48" name="图片 47" descr="\documentclass{article}&#10;\usepackage{amsmath}&#10;\usepackage{bm}&#10;\pagestyle{empty}&#10;\begin{document}&#10;&#10;\begin{align}&#10;x_2 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1887C3D-2F9A-2736-61AC-8CAE5C7C2C28}"/>
                </a:ext>
              </a:extLst>
            </p:cNvPr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2158" y="2287692"/>
              <a:ext cx="561084" cy="248623"/>
            </a:xfrm>
            <a:prstGeom prst="rect">
              <a:avLst/>
            </a:prstGeom>
          </p:spPr>
        </p:pic>
        <p:cxnSp>
          <p:nvCxnSpPr>
            <p:cNvPr id="34" name="直接箭头连接符 33">
              <a:extLst>
                <a:ext uri="{FF2B5EF4-FFF2-40B4-BE49-F238E27FC236}">
                  <a16:creationId xmlns:a16="http://schemas.microsoft.com/office/drawing/2014/main" id="{CE935F9A-D9B3-E834-8741-1D5DF2F705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12522" y="1029940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图片 49" descr="\documentclass{article}&#10;\usepackage{amsmath}&#10;\usepackage{bm}&#10;\pagestyle{empty}&#10;\begin{document}&#10;&#10;\begin{align}&#10;\bm{y} = x_1 \bm{\beta}_1 + x_2 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95F1A21B-9756-6AB2-AB9C-C821DA7D6935}"/>
                </a:ext>
              </a:extLst>
            </p:cNvPr>
            <p:cNvPicPr>
              <a:picLocks noChangeAspect="1"/>
            </p:cNvPicPr>
            <p:nvPr>
              <p:custDataLst>
                <p:tags r:id="rId22"/>
              </p:custDataLst>
            </p:nvPr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26648" y="1029940"/>
              <a:ext cx="2041069" cy="251982"/>
            </a:xfrm>
            <a:prstGeom prst="rect">
              <a:avLst/>
            </a:prstGeom>
          </p:spPr>
        </p:pic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85D9C5E1-3240-D3EF-9500-4AD36E5085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7429" y="1841707"/>
              <a:ext cx="305290" cy="1301639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3FD354AC-5D3F-0112-C8EB-F17B99BB0CDD}"/>
              </a:ext>
            </a:extLst>
          </p:cNvPr>
          <p:cNvGrpSpPr/>
          <p:nvPr/>
        </p:nvGrpSpPr>
        <p:grpSpPr>
          <a:xfrm>
            <a:off x="6984402" y="4846556"/>
            <a:ext cx="3527891" cy="4576783"/>
            <a:chOff x="8404446" y="5465686"/>
            <a:chExt cx="3527891" cy="4576783"/>
          </a:xfrm>
        </p:grpSpPr>
        <p:sp>
          <p:nvSpPr>
            <p:cNvPr id="68" name="平行四边形 67">
              <a:extLst>
                <a:ext uri="{FF2B5EF4-FFF2-40B4-BE49-F238E27FC236}">
                  <a16:creationId xmlns:a16="http://schemas.microsoft.com/office/drawing/2014/main" id="{78130475-291B-691E-1D89-6F41A8679CB4}"/>
                </a:ext>
              </a:extLst>
            </p:cNvPr>
            <p:cNvSpPr/>
            <p:nvPr/>
          </p:nvSpPr>
          <p:spPr>
            <a:xfrm rot="9731066">
              <a:off x="8994487" y="7181891"/>
              <a:ext cx="2648005" cy="959484"/>
            </a:xfrm>
            <a:prstGeom prst="parallelogram">
              <a:avLst>
                <a:gd name="adj" fmla="val 8398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596A8D08-169A-393C-732C-F4C37CD88BF7}"/>
                </a:ext>
              </a:extLst>
            </p:cNvPr>
            <p:cNvSpPr/>
            <p:nvPr/>
          </p:nvSpPr>
          <p:spPr>
            <a:xfrm rot="9692586">
              <a:off x="8999890" y="7359555"/>
              <a:ext cx="1530880" cy="1000422"/>
            </a:xfrm>
            <a:prstGeom prst="parallelogram">
              <a:avLst>
                <a:gd name="adj" fmla="val 12082"/>
              </a:avLst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平行四边形 53">
              <a:extLst>
                <a:ext uri="{FF2B5EF4-FFF2-40B4-BE49-F238E27FC236}">
                  <a16:creationId xmlns:a16="http://schemas.microsoft.com/office/drawing/2014/main" id="{5E82BACA-389C-789E-61D0-19441B1CEB70}"/>
                </a:ext>
              </a:extLst>
            </p:cNvPr>
            <p:cNvSpPr/>
            <p:nvPr/>
          </p:nvSpPr>
          <p:spPr>
            <a:xfrm rot="8138400">
              <a:off x="8404446" y="6592784"/>
              <a:ext cx="3527891" cy="840351"/>
            </a:xfrm>
            <a:prstGeom prst="parallelogram">
              <a:avLst>
                <a:gd name="adj" fmla="val 59708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C3AD41D6-20AA-4618-B850-FEC7E5BA59AD}"/>
                </a:ext>
              </a:extLst>
            </p:cNvPr>
            <p:cNvCxnSpPr>
              <a:cxnSpLocks/>
            </p:cNvCxnSpPr>
            <p:nvPr/>
          </p:nvCxnSpPr>
          <p:spPr>
            <a:xfrm>
              <a:off x="8668331" y="8566684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3307A705-5CCB-2D24-09CD-A5CE20904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7790" y="6351326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图片 57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4BE66B59-892A-D053-DB6B-1E2CE5343648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7018" y="8670092"/>
              <a:ext cx="193188" cy="203267"/>
            </a:xfrm>
            <a:prstGeom prst="rect">
              <a:avLst/>
            </a:prstGeom>
          </p:spPr>
        </p:pic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8CE18366-23A2-E36D-9725-BBFF100C79AF}"/>
                </a:ext>
              </a:extLst>
            </p:cNvPr>
            <p:cNvCxnSpPr>
              <a:cxnSpLocks/>
            </p:cNvCxnSpPr>
            <p:nvPr/>
          </p:nvCxnSpPr>
          <p:spPr>
            <a:xfrm>
              <a:off x="9197046" y="8564905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图片 59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34D7BFC3-2C79-B8B8-8EDE-DED3D82625FD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234975" y="8708709"/>
              <a:ext cx="245264" cy="164632"/>
            </a:xfrm>
            <a:prstGeom prst="rect">
              <a:avLst/>
            </a:prstGeom>
          </p:spPr>
        </p:pic>
        <p:pic>
          <p:nvPicPr>
            <p:cNvPr id="61" name="图片 60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8F30CAC7-8FBB-8289-1611-12E48F629DE3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67631" y="6227079"/>
              <a:ext cx="251987" cy="164632"/>
            </a:xfrm>
            <a:prstGeom prst="rect">
              <a:avLst/>
            </a:prstGeom>
          </p:spPr>
        </p:pic>
        <p:cxnSp>
          <p:nvCxnSpPr>
            <p:cNvPr id="62" name="直接箭头连接符 61">
              <a:extLst>
                <a:ext uri="{FF2B5EF4-FFF2-40B4-BE49-F238E27FC236}">
                  <a16:creationId xmlns:a16="http://schemas.microsoft.com/office/drawing/2014/main" id="{AFA81502-CFE2-BD34-48D0-ABB7FB60A4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3711" y="8106182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>
              <a:extLst>
                <a:ext uri="{FF2B5EF4-FFF2-40B4-BE49-F238E27FC236}">
                  <a16:creationId xmlns:a16="http://schemas.microsoft.com/office/drawing/2014/main" id="{C8758D95-A107-A3F9-50A0-6CC85C9150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0030" y="7563177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图片 63" descr="\documentclass{article}&#10;\usepackage{amsmath}&#10;\usepackage{bm}&#10;\pagestyle{empty}&#10;\begin{document}&#10;&#10;\begin{align}&#10;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B3F77FC0-93A6-7691-7A19-83C6A432AA9A}"/>
                </a:ext>
              </a:extLst>
            </p:cNvPr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63066" y="8212875"/>
              <a:ext cx="273822" cy="248623"/>
            </a:xfrm>
            <a:prstGeom prst="rect">
              <a:avLst/>
            </a:prstGeom>
          </p:spPr>
        </p:pic>
        <p:pic>
          <p:nvPicPr>
            <p:cNvPr id="65" name="图片 64" descr="\documentclass{article}&#10;\usepackage{amsmath}&#10;\usepackage{bm}&#10;\pagestyle{empty}&#10;\begin{document}&#10;&#10;\begin{align}&#10;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1776720E-2F81-0A61-B50F-46E2334644DB}"/>
                </a:ext>
              </a:extLst>
            </p:cNvPr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50043" y="7314554"/>
              <a:ext cx="280542" cy="248623"/>
            </a:xfrm>
            <a:prstGeom prst="rect">
              <a:avLst/>
            </a:prstGeom>
          </p:spPr>
        </p:pic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id="{EAB8DEEE-442B-AD0C-89DA-A651F36090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4749" y="6426193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70A3659B-9B3D-807D-B74A-A5502CDC6C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129032" y="5465686"/>
              <a:ext cx="512970" cy="2277416"/>
            </a:xfrm>
            <a:prstGeom prst="straightConnector1">
              <a:avLst/>
            </a:prstGeom>
            <a:ln w="44450">
              <a:solidFill>
                <a:srgbClr val="7030A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2" name="图片 71" descr="\documentclass{article}&#10;\usepackage{amsmath}&#10;\usepackage{bm}&#10;\pagestyle{empty}&#10;\begin{document}&#10;&#10;\begin{align}&#10;x_1 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8699548-CC5A-B515-7F41-8D26351AEA06}"/>
                </a:ext>
              </a:extLst>
            </p:cNvPr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51251" y="7855277"/>
              <a:ext cx="554364" cy="248623"/>
            </a:xfrm>
            <a:prstGeom prst="rect">
              <a:avLst/>
            </a:prstGeom>
          </p:spPr>
        </p:pic>
        <p:cxnSp>
          <p:nvCxnSpPr>
            <p:cNvPr id="96" name="直接箭头连接符 95">
              <a:extLst>
                <a:ext uri="{FF2B5EF4-FFF2-40B4-BE49-F238E27FC236}">
                  <a16:creationId xmlns:a16="http://schemas.microsoft.com/office/drawing/2014/main" id="{E033C724-0BFF-5592-2349-6FCB1429B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409" y="7751174"/>
              <a:ext cx="2477551" cy="80227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7" name="图片 116" descr="\documentclass{article}&#10;\usepackage{amsmath}&#10;\usepackage{bm}&#10;\pagestyle{empty}&#10;\begin{document}&#10;&#10;\begin{align}&#10;\bm{y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D4B3239-ACF3-2550-8581-F84BC3C52A63}"/>
                </a:ext>
              </a:extLst>
            </p:cNvPr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51385" y="6351326"/>
              <a:ext cx="154550" cy="183107"/>
            </a:xfrm>
            <a:prstGeom prst="rect">
              <a:avLst/>
            </a:prstGeom>
          </p:spPr>
        </p:pic>
        <p:pic>
          <p:nvPicPr>
            <p:cNvPr id="199" name="图片 198" descr="\documentclass{article}&#10;\usepackage{amsmath}&#10;\usepackage{bm}&#10;\pagestyle{empty}&#10;\begin{document}&#10;&#10;\begin{align}&#10;x_1 = \dfrac{|x_1 \bm{\beta}_1|}{|\bm{\beta}_1|}&#10;= \dfrac{\mathrm{det}(\bm{y}, \bm{\beta}_2)}{\mathrm{det}(\bm{\beta}_1, \bm{\beta}_2)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FEA832B-DB3D-433D-CE44-F5866917D5F4}"/>
                </a:ext>
              </a:extLst>
            </p:cNvPr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59056" y="9382274"/>
              <a:ext cx="3218670" cy="660195"/>
            </a:xfrm>
            <a:prstGeom prst="rect">
              <a:avLst/>
            </a:prstGeom>
          </p:spPr>
        </p:pic>
      </p:grpSp>
      <p:grpSp>
        <p:nvGrpSpPr>
          <p:cNvPr id="245" name="组合 244">
            <a:extLst>
              <a:ext uri="{FF2B5EF4-FFF2-40B4-BE49-F238E27FC236}">
                <a16:creationId xmlns:a16="http://schemas.microsoft.com/office/drawing/2014/main" id="{B630E007-EA71-51F4-0884-20C78AE3539F}"/>
              </a:ext>
            </a:extLst>
          </p:cNvPr>
          <p:cNvGrpSpPr/>
          <p:nvPr/>
        </p:nvGrpSpPr>
        <p:grpSpPr>
          <a:xfrm>
            <a:off x="1259558" y="498959"/>
            <a:ext cx="4867931" cy="4064439"/>
            <a:chOff x="1339955" y="5031098"/>
            <a:chExt cx="4867931" cy="4064439"/>
          </a:xfrm>
        </p:grpSpPr>
        <p:sp>
          <p:nvSpPr>
            <p:cNvPr id="55" name="平行四边形 54">
              <a:extLst>
                <a:ext uri="{FF2B5EF4-FFF2-40B4-BE49-F238E27FC236}">
                  <a16:creationId xmlns:a16="http://schemas.microsoft.com/office/drawing/2014/main" id="{D5BCC2A6-D4D0-BBB1-AFD2-2FE1617AFA8F}"/>
                </a:ext>
              </a:extLst>
            </p:cNvPr>
            <p:cNvSpPr/>
            <p:nvPr/>
          </p:nvSpPr>
          <p:spPr>
            <a:xfrm rot="8150059" flipV="1">
              <a:off x="1933298" y="6030837"/>
              <a:ext cx="4274588" cy="612611"/>
            </a:xfrm>
            <a:prstGeom prst="parallelogram">
              <a:avLst>
                <a:gd name="adj" fmla="val 205596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0" name="直接箭头连接符 79">
              <a:extLst>
                <a:ext uri="{FF2B5EF4-FFF2-40B4-BE49-F238E27FC236}">
                  <a16:creationId xmlns:a16="http://schemas.microsoft.com/office/drawing/2014/main" id="{D4D84E5C-01EC-D08D-EDF0-9AAF8D2F47C8}"/>
                </a:ext>
              </a:extLst>
            </p:cNvPr>
            <p:cNvCxnSpPr>
              <a:cxnSpLocks/>
            </p:cNvCxnSpPr>
            <p:nvPr/>
          </p:nvCxnSpPr>
          <p:spPr>
            <a:xfrm>
              <a:off x="1782041" y="7619752"/>
              <a:ext cx="2688609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>
              <a:extLst>
                <a:ext uri="{FF2B5EF4-FFF2-40B4-BE49-F238E27FC236}">
                  <a16:creationId xmlns:a16="http://schemas.microsoft.com/office/drawing/2014/main" id="{453A0478-6F5A-5BC1-60F1-02C56BC87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11500" y="5404394"/>
              <a:ext cx="0" cy="2816825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2" name="图片 81" descr="\documentclass{article}&#10;\usepackage{amsmath}&#10;\pagestyle{empty}&#10;\begin{document}&#10;&#10;$O$&#10;&#10;&#10;\end{document}" title="IguanaTex Bitmap Display">
              <a:extLst>
                <a:ext uri="{FF2B5EF4-FFF2-40B4-BE49-F238E27FC236}">
                  <a16:creationId xmlns:a16="http://schemas.microsoft.com/office/drawing/2014/main" id="{4DEC5529-F116-E032-7AE1-7AAFB40DEB05}"/>
                </a:ext>
              </a:extLst>
            </p:cNvPr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40728" y="7723160"/>
              <a:ext cx="193188" cy="203267"/>
            </a:xfrm>
            <a:prstGeom prst="rect">
              <a:avLst/>
            </a:prstGeom>
          </p:spPr>
        </p:pic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4E7925EA-3AAC-4931-C5D0-95824D4791ED}"/>
                </a:ext>
              </a:extLst>
            </p:cNvPr>
            <p:cNvCxnSpPr/>
            <p:nvPr/>
          </p:nvCxnSpPr>
          <p:spPr>
            <a:xfrm>
              <a:off x="2310756" y="7617973"/>
              <a:ext cx="1622924" cy="0"/>
            </a:xfrm>
            <a:prstGeom prst="line">
              <a:avLst/>
            </a:prstGeom>
            <a:ln w="25400">
              <a:solidFill>
                <a:srgbClr val="00B0F0">
                  <a:alpha val="25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4" name="图片 83" descr="\documentclass{article}&#10;\usepackage{amsmath}&#10;\pagestyle{empty}&#10;\begin{document}&#10;&#10;$x_1$&#10;&#10;&#10;\end{document}" title="IguanaTex Bitmap Display">
              <a:extLst>
                <a:ext uri="{FF2B5EF4-FFF2-40B4-BE49-F238E27FC236}">
                  <a16:creationId xmlns:a16="http://schemas.microsoft.com/office/drawing/2014/main" id="{DAE75D4D-062E-11CD-C7E3-5AC5BF9D1482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8685" y="7761777"/>
              <a:ext cx="245264" cy="164632"/>
            </a:xfrm>
            <a:prstGeom prst="rect">
              <a:avLst/>
            </a:prstGeom>
          </p:spPr>
        </p:pic>
        <p:pic>
          <p:nvPicPr>
            <p:cNvPr id="86" name="图片 85" descr="\documentclass{article}&#10;\usepackage{amsmath}&#10;\pagestyle{empty}&#10;\begin{document}&#10;&#10;$x_2$&#10;&#10;&#10;\end{document}" title="IguanaTex Bitmap Display">
              <a:extLst>
                <a:ext uri="{FF2B5EF4-FFF2-40B4-BE49-F238E27FC236}">
                  <a16:creationId xmlns:a16="http://schemas.microsoft.com/office/drawing/2014/main" id="{AFA37475-A1AB-A8DA-0353-5E898DE63648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81341" y="5280147"/>
              <a:ext cx="251987" cy="164632"/>
            </a:xfrm>
            <a:prstGeom prst="rect">
              <a:avLst/>
            </a:prstGeom>
          </p:spPr>
        </p:pic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5FC5E383-CD99-FB14-E3C8-80305F6199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97421" y="7159250"/>
              <a:ext cx="1402187" cy="454051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9" name="图片 88" descr="\documentclass{article}&#10;\usepackage{amsmath}&#10;\usepackage{bm}&#10;\pagestyle{empty}&#10;\begin{document}&#10;&#10;\begin{align}&#10;\bm{\beta}_1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770CBFBA-3DE6-6CEF-D8CC-40BF9F1C1A99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76776" y="7265943"/>
              <a:ext cx="273822" cy="248623"/>
            </a:xfrm>
            <a:prstGeom prst="rect">
              <a:avLst/>
            </a:prstGeom>
          </p:spPr>
        </p:pic>
        <p:pic>
          <p:nvPicPr>
            <p:cNvPr id="90" name="图片 89" descr="\documentclass{article}&#10;\usepackage{amsmath}&#10;\usepackage{bm}&#10;\pagestyle{empty}&#10;\begin{document}&#10;&#10;\begin{align}&#10;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D64AC086-7E20-177E-9708-30A6462FA664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8104" y="6713359"/>
              <a:ext cx="280542" cy="248623"/>
            </a:xfrm>
            <a:prstGeom prst="rect">
              <a:avLst/>
            </a:prstGeom>
          </p:spPr>
        </p:pic>
        <p:cxnSp>
          <p:nvCxnSpPr>
            <p:cNvPr id="91" name="直接箭头连接符 90">
              <a:extLst>
                <a:ext uri="{FF2B5EF4-FFF2-40B4-BE49-F238E27FC236}">
                  <a16:creationId xmlns:a16="http://schemas.microsoft.com/office/drawing/2014/main" id="{805BCA79-3B77-574C-A93B-F26E024510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08459" y="5479261"/>
              <a:ext cx="2192671" cy="2138785"/>
            </a:xfrm>
            <a:prstGeom prst="straightConnector1">
              <a:avLst/>
            </a:prstGeom>
            <a:ln w="444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箭头连接符 92">
              <a:extLst>
                <a:ext uri="{FF2B5EF4-FFF2-40B4-BE49-F238E27FC236}">
                  <a16:creationId xmlns:a16="http://schemas.microsoft.com/office/drawing/2014/main" id="{9DE6B362-B668-37A9-18A1-DB51986DFF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4919" y="5031098"/>
              <a:ext cx="3859715" cy="1261731"/>
            </a:xfrm>
            <a:prstGeom prst="straightConnector1">
              <a:avLst/>
            </a:prstGeom>
            <a:ln w="44450">
              <a:solidFill>
                <a:srgbClr val="7030A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平行四边形 94">
              <a:extLst>
                <a:ext uri="{FF2B5EF4-FFF2-40B4-BE49-F238E27FC236}">
                  <a16:creationId xmlns:a16="http://schemas.microsoft.com/office/drawing/2014/main" id="{E51C0A0F-60C1-C4A5-DA0E-9A4F9BF38CFF}"/>
                </a:ext>
              </a:extLst>
            </p:cNvPr>
            <p:cNvSpPr/>
            <p:nvPr/>
          </p:nvSpPr>
          <p:spPr>
            <a:xfrm rot="9651172">
              <a:off x="2051692" y="6055888"/>
              <a:ext cx="1581886" cy="1366376"/>
            </a:xfrm>
            <a:prstGeom prst="parallelogram">
              <a:avLst>
                <a:gd name="adj" fmla="val 12082"/>
              </a:avLst>
            </a:prstGeom>
            <a:solidFill>
              <a:srgbClr val="7030A0">
                <a:alpha val="25000"/>
              </a:srgbClr>
            </a:solidFill>
            <a:ln w="44450">
              <a:solidFill>
                <a:srgbClr val="7030A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平行四边形 78">
              <a:extLst>
                <a:ext uri="{FF2B5EF4-FFF2-40B4-BE49-F238E27FC236}">
                  <a16:creationId xmlns:a16="http://schemas.microsoft.com/office/drawing/2014/main" id="{1366502D-4E0D-D3C2-1A26-6A062E369F0E}"/>
                </a:ext>
              </a:extLst>
            </p:cNvPr>
            <p:cNvSpPr/>
            <p:nvPr/>
          </p:nvSpPr>
          <p:spPr>
            <a:xfrm rot="9651172">
              <a:off x="2115693" y="6408134"/>
              <a:ext cx="1530880" cy="1000422"/>
            </a:xfrm>
            <a:prstGeom prst="parallelogram">
              <a:avLst>
                <a:gd name="adj" fmla="val 12082"/>
              </a:avLst>
            </a:prstGeom>
            <a:solidFill>
              <a:srgbClr val="0070C0">
                <a:alpha val="25000"/>
              </a:srgbClr>
            </a:solidFill>
            <a:ln w="44450">
              <a:solidFill>
                <a:srgbClr val="0070C0">
                  <a:alpha val="25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id="{6C3DBD85-92AD-99D1-BD6F-A762B7E89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3740" y="6616245"/>
              <a:ext cx="235365" cy="1003507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605E34D1-D067-642B-559B-2CAB1334A4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6066" y="6299392"/>
              <a:ext cx="310276" cy="1322900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5" name="图片 114" descr="\documentclass{article}&#10;\usepackage{amsmath}&#10;\usepackage{bm}&#10;\pagestyle{empty}&#10;\begin{document}&#10;&#10;\begin{align}&#10;x_2 \bm{\beta}_2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E622ECC2-8205-3C55-BC7E-7FFB2504FBA2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9955" y="6243310"/>
              <a:ext cx="561084" cy="248623"/>
            </a:xfrm>
            <a:prstGeom prst="rect">
              <a:avLst/>
            </a:prstGeom>
          </p:spPr>
        </p:pic>
        <p:pic>
          <p:nvPicPr>
            <p:cNvPr id="119" name="图片 118" descr="\documentclass{article}&#10;\usepackage{amsmath}&#10;\usepackage{bm}&#10;\pagestyle{empty}&#10;\begin{document}&#10;&#10;\begin{align}&#10;\bm{y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472CE65D-0718-DCB8-434B-018DA4AFB347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1834" y="5657462"/>
              <a:ext cx="154550" cy="183107"/>
            </a:xfrm>
            <a:prstGeom prst="rect">
              <a:avLst/>
            </a:prstGeom>
          </p:spPr>
        </p:pic>
        <p:pic>
          <p:nvPicPr>
            <p:cNvPr id="219" name="图片 218" descr="\documentclass{article}&#10;\usepackage{amsmath}&#10;\usepackage{bm}&#10;\pagestyle{empty}&#10;\begin{document}&#10;&#10;\begin{align}&#10;x_2 = \dfrac{|x_2 \bm{\beta}_2|}{|\bm{\beta}_2|}&#10;= \dfrac{\mathrm{det}(\bm{\beta}_1, \bm{y})}{\mathrm{det}(\bm{\beta}_1, \bm{\beta}_2)}&#10;\nonumber&#10;\end{align}&#10;&#10;\end{document}" title="IguanaTex Bitmap Display">
              <a:extLst>
                <a:ext uri="{FF2B5EF4-FFF2-40B4-BE49-F238E27FC236}">
                  <a16:creationId xmlns:a16="http://schemas.microsoft.com/office/drawing/2014/main" id="{F6C57022-CEF6-23E0-911F-933508D7BC4F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3924" y="8435342"/>
              <a:ext cx="3218671" cy="660195"/>
            </a:xfrm>
            <a:prstGeom prst="rect">
              <a:avLst/>
            </a:prstGeom>
          </p:spPr>
        </p:pic>
      </p:grp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AD6780D8-166C-90DB-F17A-8C517A117FC9}"/>
              </a:ext>
            </a:extLst>
          </p:cNvPr>
          <p:cNvSpPr/>
          <p:nvPr/>
        </p:nvSpPr>
        <p:spPr>
          <a:xfrm rot="1097461">
            <a:off x="4108427" y="2178652"/>
            <a:ext cx="4747318" cy="6316227"/>
          </a:xfrm>
          <a:custGeom>
            <a:avLst/>
            <a:gdLst>
              <a:gd name="connsiteX0" fmla="*/ 3930712 w 4747318"/>
              <a:gd name="connsiteY0" fmla="*/ 0 h 6316227"/>
              <a:gd name="connsiteX1" fmla="*/ 4747318 w 4747318"/>
              <a:gd name="connsiteY1" fmla="*/ 1884732 h 6316227"/>
              <a:gd name="connsiteX2" fmla="*/ 4414173 w 4747318"/>
              <a:gd name="connsiteY2" fmla="*/ 1884732 h 6316227"/>
              <a:gd name="connsiteX3" fmla="*/ 4405679 w 4747318"/>
              <a:gd name="connsiteY3" fmla="*/ 1960466 h 6316227"/>
              <a:gd name="connsiteX4" fmla="*/ 2183478 w 4747318"/>
              <a:gd name="connsiteY4" fmla="*/ 5335841 h 6316227"/>
              <a:gd name="connsiteX5" fmla="*/ 128614 w 4747318"/>
              <a:gd name="connsiteY5" fmla="*/ 6288309 h 6316227"/>
              <a:gd name="connsiteX6" fmla="*/ 0 w 4747318"/>
              <a:gd name="connsiteY6" fmla="*/ 6316227 h 6316227"/>
              <a:gd name="connsiteX7" fmla="*/ 179173 w 4747318"/>
              <a:gd name="connsiteY7" fmla="*/ 6248999 h 6316227"/>
              <a:gd name="connsiteX8" fmla="*/ 1318874 w 4747318"/>
              <a:gd name="connsiteY8" fmla="*/ 5622613 h 6316227"/>
              <a:gd name="connsiteX9" fmla="*/ 3364838 w 4747318"/>
              <a:gd name="connsiteY9" fmla="*/ 2002286 h 6316227"/>
              <a:gd name="connsiteX10" fmla="*/ 3360157 w 4747318"/>
              <a:gd name="connsiteY10" fmla="*/ 1884732 h 6316227"/>
              <a:gd name="connsiteX11" fmla="*/ 3090177 w 4747318"/>
              <a:gd name="connsiteY11" fmla="*/ 1884732 h 631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47318" h="6316227">
                <a:moveTo>
                  <a:pt x="3930712" y="0"/>
                </a:moveTo>
                <a:lnTo>
                  <a:pt x="4747318" y="1884732"/>
                </a:lnTo>
                <a:lnTo>
                  <a:pt x="4414173" y="1884732"/>
                </a:lnTo>
                <a:lnTo>
                  <a:pt x="4405679" y="1960466"/>
                </a:lnTo>
                <a:cubicBezTo>
                  <a:pt x="4227346" y="3167634"/>
                  <a:pt x="3443248" y="4431655"/>
                  <a:pt x="2183478" y="5335841"/>
                </a:cubicBezTo>
                <a:cubicBezTo>
                  <a:pt x="1529052" y="5805547"/>
                  <a:pt x="823705" y="6122566"/>
                  <a:pt x="128614" y="6288309"/>
                </a:cubicBezTo>
                <a:lnTo>
                  <a:pt x="0" y="6316227"/>
                </a:lnTo>
                <a:lnTo>
                  <a:pt x="179173" y="6248999"/>
                </a:lnTo>
                <a:cubicBezTo>
                  <a:pt x="569523" y="6093365"/>
                  <a:pt x="953604" y="5884782"/>
                  <a:pt x="1318874" y="5622613"/>
                </a:cubicBezTo>
                <a:cubicBezTo>
                  <a:pt x="2631562" y="4680447"/>
                  <a:pt x="3366332" y="3286630"/>
                  <a:pt x="3364838" y="2002286"/>
                </a:cubicBezTo>
                <a:lnTo>
                  <a:pt x="3360157" y="1884732"/>
                </a:lnTo>
                <a:lnTo>
                  <a:pt x="3090177" y="1884732"/>
                </a:lnTo>
                <a:close/>
              </a:path>
            </a:pathLst>
          </a:cu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639FB59A-3BD5-541E-A9A4-51AA0A3E2CD4}"/>
              </a:ext>
            </a:extLst>
          </p:cNvPr>
          <p:cNvSpPr/>
          <p:nvPr/>
        </p:nvSpPr>
        <p:spPr>
          <a:xfrm rot="4723049" flipH="1">
            <a:off x="2678011" y="1308831"/>
            <a:ext cx="4048373" cy="6316227"/>
          </a:xfrm>
          <a:custGeom>
            <a:avLst/>
            <a:gdLst>
              <a:gd name="connsiteX0" fmla="*/ 3930712 w 4747318"/>
              <a:gd name="connsiteY0" fmla="*/ 0 h 6316227"/>
              <a:gd name="connsiteX1" fmla="*/ 4747318 w 4747318"/>
              <a:gd name="connsiteY1" fmla="*/ 1884732 h 6316227"/>
              <a:gd name="connsiteX2" fmla="*/ 4414173 w 4747318"/>
              <a:gd name="connsiteY2" fmla="*/ 1884732 h 6316227"/>
              <a:gd name="connsiteX3" fmla="*/ 4405679 w 4747318"/>
              <a:gd name="connsiteY3" fmla="*/ 1960466 h 6316227"/>
              <a:gd name="connsiteX4" fmla="*/ 2183478 w 4747318"/>
              <a:gd name="connsiteY4" fmla="*/ 5335841 h 6316227"/>
              <a:gd name="connsiteX5" fmla="*/ 128614 w 4747318"/>
              <a:gd name="connsiteY5" fmla="*/ 6288309 h 6316227"/>
              <a:gd name="connsiteX6" fmla="*/ 0 w 4747318"/>
              <a:gd name="connsiteY6" fmla="*/ 6316227 h 6316227"/>
              <a:gd name="connsiteX7" fmla="*/ 179173 w 4747318"/>
              <a:gd name="connsiteY7" fmla="*/ 6248999 h 6316227"/>
              <a:gd name="connsiteX8" fmla="*/ 1318874 w 4747318"/>
              <a:gd name="connsiteY8" fmla="*/ 5622613 h 6316227"/>
              <a:gd name="connsiteX9" fmla="*/ 3364838 w 4747318"/>
              <a:gd name="connsiteY9" fmla="*/ 2002286 h 6316227"/>
              <a:gd name="connsiteX10" fmla="*/ 3360157 w 4747318"/>
              <a:gd name="connsiteY10" fmla="*/ 1884732 h 6316227"/>
              <a:gd name="connsiteX11" fmla="*/ 3090177 w 4747318"/>
              <a:gd name="connsiteY11" fmla="*/ 1884732 h 63162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747318" h="6316227">
                <a:moveTo>
                  <a:pt x="3930712" y="0"/>
                </a:moveTo>
                <a:lnTo>
                  <a:pt x="4747318" y="1884732"/>
                </a:lnTo>
                <a:lnTo>
                  <a:pt x="4414173" y="1884732"/>
                </a:lnTo>
                <a:lnTo>
                  <a:pt x="4405679" y="1960466"/>
                </a:lnTo>
                <a:cubicBezTo>
                  <a:pt x="4227346" y="3167634"/>
                  <a:pt x="3443248" y="4431655"/>
                  <a:pt x="2183478" y="5335841"/>
                </a:cubicBezTo>
                <a:cubicBezTo>
                  <a:pt x="1529052" y="5805547"/>
                  <a:pt x="823705" y="6122566"/>
                  <a:pt x="128614" y="6288309"/>
                </a:cubicBezTo>
                <a:lnTo>
                  <a:pt x="0" y="6316227"/>
                </a:lnTo>
                <a:lnTo>
                  <a:pt x="179173" y="6248999"/>
                </a:lnTo>
                <a:cubicBezTo>
                  <a:pt x="569523" y="6093365"/>
                  <a:pt x="953604" y="5884782"/>
                  <a:pt x="1318874" y="5622613"/>
                </a:cubicBezTo>
                <a:cubicBezTo>
                  <a:pt x="2631562" y="4680447"/>
                  <a:pt x="3366332" y="3286630"/>
                  <a:pt x="3364838" y="2002286"/>
                </a:cubicBezTo>
                <a:lnTo>
                  <a:pt x="3360157" y="1884732"/>
                </a:lnTo>
                <a:lnTo>
                  <a:pt x="3090177" y="1884732"/>
                </a:lnTo>
                <a:close/>
              </a:path>
            </a:pathLst>
          </a:cu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989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3250-A94E-55CF-0824-E8DA6B83C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图片 316">
            <a:extLst>
              <a:ext uri="{FF2B5EF4-FFF2-40B4-BE49-F238E27FC236}">
                <a16:creationId xmlns:a16="http://schemas.microsoft.com/office/drawing/2014/main" id="{FB4A57D9-A370-908A-88A0-57F60770961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9627" y="2133462"/>
            <a:ext cx="3377026" cy="246460"/>
          </a:xfrm>
          <a:prstGeom prst="rect">
            <a:avLst/>
          </a:prstGeom>
        </p:spPr>
      </p:pic>
      <p:pic>
        <p:nvPicPr>
          <p:cNvPr id="357" name="图片 356">
            <a:extLst>
              <a:ext uri="{FF2B5EF4-FFF2-40B4-BE49-F238E27FC236}">
                <a16:creationId xmlns:a16="http://schemas.microsoft.com/office/drawing/2014/main" id="{E0E9194F-5D0E-E789-6E03-AF314159AE7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14744" y="384647"/>
            <a:ext cx="3377023" cy="3497631"/>
          </a:xfrm>
          <a:prstGeom prst="rect">
            <a:avLst/>
          </a:prstGeom>
        </p:spPr>
      </p:pic>
      <p:pic>
        <p:nvPicPr>
          <p:cNvPr id="382" name="图片 381">
            <a:extLst>
              <a:ext uri="{FF2B5EF4-FFF2-40B4-BE49-F238E27FC236}">
                <a16:creationId xmlns:a16="http://schemas.microsoft.com/office/drawing/2014/main" id="{64C39FB9-CA23-5F3E-BE19-2A06B5749F9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1287" y="308447"/>
            <a:ext cx="4908221" cy="3801773"/>
          </a:xfrm>
          <a:prstGeom prst="rect">
            <a:avLst/>
          </a:prstGeom>
        </p:spPr>
      </p:pic>
      <p:pic>
        <p:nvPicPr>
          <p:cNvPr id="2" name="图片 1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57C80D2D-C0DB-02C0-F49B-123DE4EE41F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275" y="2418557"/>
            <a:ext cx="245264" cy="164632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49778482-DBC7-651F-D578-88787B314BC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766" y="2379922"/>
            <a:ext cx="193188" cy="203267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A40AF91-4240-2BF9-91AA-087F73F5142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6094" y="2418557"/>
            <a:ext cx="245264" cy="164632"/>
          </a:xfrm>
          <a:prstGeom prst="rect">
            <a:avLst/>
          </a:prstGeom>
        </p:spPr>
      </p:pic>
      <p:pic>
        <p:nvPicPr>
          <p:cNvPr id="5" name="图片 4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8581FCCD-2294-CD3C-81ED-F627D03BDC1B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865" y="2379922"/>
            <a:ext cx="193188" cy="203267"/>
          </a:xfrm>
          <a:prstGeom prst="rect">
            <a:avLst/>
          </a:prstGeom>
        </p:spPr>
      </p:pic>
      <p:pic>
        <p:nvPicPr>
          <p:cNvPr id="6" name="图片 5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63B6AF2-5D2C-4136-7068-358579C0C0BC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9838" y="3575883"/>
            <a:ext cx="245264" cy="164632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5495E471-29BA-AE82-27CE-6F66737AC5B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5617" y="2316923"/>
            <a:ext cx="193188" cy="203267"/>
          </a:xfrm>
          <a:prstGeom prst="rect">
            <a:avLst/>
          </a:prstGeom>
        </p:spPr>
      </p:pic>
      <p:pic>
        <p:nvPicPr>
          <p:cNvPr id="10" name="图片 9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8BDA0174-3FB5-8F2E-18F3-7F7DA271D335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6663" y="2399239"/>
            <a:ext cx="251984" cy="164632"/>
          </a:xfrm>
          <a:prstGeom prst="rect">
            <a:avLst/>
          </a:prstGeom>
        </p:spPr>
      </p:pic>
      <p:pic>
        <p:nvPicPr>
          <p:cNvPr id="12" name="图片 1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C9873507-B1DB-4049-7224-1F2977C3B12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543" y="456844"/>
            <a:ext cx="251984" cy="164632"/>
          </a:xfrm>
          <a:prstGeom prst="rect">
            <a:avLst/>
          </a:prstGeom>
        </p:spPr>
      </p:pic>
      <p:pic>
        <p:nvPicPr>
          <p:cNvPr id="13" name="图片 12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B6B9F006-EF83-1F91-7A3E-E4C45A1DCE1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971" y="456844"/>
            <a:ext cx="253667" cy="167992"/>
          </a:xfrm>
          <a:prstGeom prst="rect">
            <a:avLst/>
          </a:prstGeom>
        </p:spPr>
      </p:pic>
      <p:pic>
        <p:nvPicPr>
          <p:cNvPr id="38" name="图片 37" descr="\documentclass{article}&#10;\usepackage{amsmath}&#10;\usepackage{amsfonts}&#10;\pagestyle{empty}&#10;\begin{document}&#10;&#10;$\mathbb{R}$&#10;&#10;&#10;\end{document}" title="IguanaTex Bitmap Display">
            <a:extLst>
              <a:ext uri="{FF2B5EF4-FFF2-40B4-BE49-F238E27FC236}">
                <a16:creationId xmlns:a16="http://schemas.microsoft.com/office/drawing/2014/main" id="{D2836A8C-949C-12F0-47B3-A3FEB28CB1D5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207" y="3137015"/>
            <a:ext cx="306666" cy="304000"/>
          </a:xfrm>
          <a:prstGeom prst="rect">
            <a:avLst/>
          </a:prstGeom>
        </p:spPr>
      </p:pic>
      <p:pic>
        <p:nvPicPr>
          <p:cNvPr id="40" name="图片 39" descr="\documentclass{article}&#10;\usepackage{amsmath}&#10;\usepackage{amsfonts}&#10;\pagestyle{empty}&#10;\begin{document}&#10;&#10;$\mathbb{R}^2$&#10;&#10;&#10;\end{document}" title="IguanaTex Bitmap Display">
            <a:extLst>
              <a:ext uri="{FF2B5EF4-FFF2-40B4-BE49-F238E27FC236}">
                <a16:creationId xmlns:a16="http://schemas.microsoft.com/office/drawing/2014/main" id="{95573608-8FD9-F914-530B-1A54FF639F7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242" y="3075683"/>
            <a:ext cx="471999" cy="365333"/>
          </a:xfrm>
          <a:prstGeom prst="rect">
            <a:avLst/>
          </a:prstGeom>
        </p:spPr>
      </p:pic>
      <p:pic>
        <p:nvPicPr>
          <p:cNvPr id="43" name="图片 42" descr="\documentclass{article}&#10;\usepackage{amsmath}&#10;\usepackage{amsfonts}&#10;\pagestyle{empty}&#10;\begin{document}&#10;&#10;$\mathbb{R}^3$&#10;&#10;&#10;\end{document}" title="IguanaTex Bitmap Display">
            <a:extLst>
              <a:ext uri="{FF2B5EF4-FFF2-40B4-BE49-F238E27FC236}">
                <a16:creationId xmlns:a16="http://schemas.microsoft.com/office/drawing/2014/main" id="{5C74A0B2-FB8E-649E-E572-441115E05D20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8782" y="3075682"/>
            <a:ext cx="474667" cy="36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91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267F-D3C6-49DD-8B95-81E1B6CB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A9C60E13-8F18-6415-2A65-1F0CD772B0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585" y="2693844"/>
            <a:ext cx="251984" cy="164632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CAE6E6E2-CC2E-202A-EFE0-0F9DFC592C3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4464" y="307424"/>
            <a:ext cx="253667" cy="167992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4DAEF677-A306-93DA-E741-C8622B12BDF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433" y="3987061"/>
            <a:ext cx="245264" cy="164632"/>
          </a:xfrm>
          <a:prstGeom prst="rect">
            <a:avLst/>
          </a:prstGeom>
        </p:spPr>
      </p:pic>
      <p:cxnSp>
        <p:nvCxnSpPr>
          <p:cNvPr id="385" name="直接连接符 384">
            <a:extLst>
              <a:ext uri="{FF2B5EF4-FFF2-40B4-BE49-F238E27FC236}">
                <a16:creationId xmlns:a16="http://schemas.microsoft.com/office/drawing/2014/main" id="{6132C8BA-914C-5D4D-9B8D-1D5180D1F1E5}"/>
              </a:ext>
            </a:extLst>
          </p:cNvPr>
          <p:cNvCxnSpPr>
            <a:cxnSpLocks/>
          </p:cNvCxnSpPr>
          <p:nvPr/>
        </p:nvCxnSpPr>
        <p:spPr>
          <a:xfrm flipV="1">
            <a:off x="971006" y="1697958"/>
            <a:ext cx="4146888" cy="2006280"/>
          </a:xfrm>
          <a:prstGeom prst="line">
            <a:avLst/>
          </a:prstGeom>
          <a:ln w="44450">
            <a:solidFill>
              <a:srgbClr val="0070C0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7CAA46A8-9428-C94B-9373-591D7D56EAFF}"/>
              </a:ext>
            </a:extLst>
          </p:cNvPr>
          <p:cNvGrpSpPr/>
          <p:nvPr/>
        </p:nvGrpSpPr>
        <p:grpSpPr>
          <a:xfrm>
            <a:off x="334742" y="431671"/>
            <a:ext cx="5685497" cy="4284416"/>
            <a:chOff x="6738634" y="419711"/>
            <a:chExt cx="5685497" cy="428441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85682B1-DB63-B99C-F0B2-126BEE40CDAF}"/>
                </a:ext>
              </a:extLst>
            </p:cNvPr>
            <p:cNvGrpSpPr/>
            <p:nvPr/>
          </p:nvGrpSpPr>
          <p:grpSpPr>
            <a:xfrm>
              <a:off x="6738634" y="1515227"/>
              <a:ext cx="5685497" cy="2369946"/>
              <a:chOff x="5568856" y="6730766"/>
              <a:chExt cx="5685497" cy="2369946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8C01C721-AA8C-6508-8C0F-B14DB51051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BC511C1A-1D6E-E074-AA46-5835CEFABF8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4407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ECF9CEB1-D7E7-17CF-E82F-65F8D8F6D35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23DFFBB6-5F68-2615-EE7C-D75EB57CF8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8CB832C8-C32A-544F-5F14-F6D5EAC4D9E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0105024E-7D44-4E5A-307D-4A5B00655B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06AA7FF-F789-0C79-F1BE-B576A5D220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0D8A185A-4569-D95D-7545-334AD614ED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648F9E86-D1F7-44AE-364B-4404A7558E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D2D10590-4536-6290-E66D-150963E5D48B}"/>
                </a:ext>
              </a:extLst>
            </p:cNvPr>
            <p:cNvGrpSpPr/>
            <p:nvPr/>
          </p:nvGrpSpPr>
          <p:grpSpPr>
            <a:xfrm rot="8104358" flipH="1">
              <a:off x="6971105" y="1515227"/>
              <a:ext cx="5271054" cy="2369946"/>
              <a:chOff x="5568856" y="6730766"/>
              <a:chExt cx="5271054" cy="2369946"/>
            </a:xfrm>
          </p:grpSpPr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A92EB58-EB28-7FBF-691C-9316D28C110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E0956FA0-8FCA-5380-2272-534A575CD3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9AF81090-547D-79ED-FE93-DC51055F113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98F040C6-1966-5C3B-1063-67E3CC35EC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D14A7567-5E02-7D6D-2869-7EEDA8631E6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6E7A5BFC-80E9-69BA-CEF6-FD897CB8C45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E2A6222D-99EB-6A7B-EE38-252C1A38898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2C1F2DCF-DA72-AFE4-B301-BA8D226AE4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03013ABA-46DD-CCBC-5E09-B38A67E1AE11}"/>
                </a:ext>
              </a:extLst>
            </p:cNvPr>
            <p:cNvCxnSpPr>
              <a:cxnSpLocks/>
            </p:cNvCxnSpPr>
            <p:nvPr/>
          </p:nvCxnSpPr>
          <p:spPr>
            <a:xfrm>
              <a:off x="7601494" y="2556645"/>
              <a:ext cx="434434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7201D0E0-8BE4-3820-B40F-5FBFF0A915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515" y="419711"/>
              <a:ext cx="0" cy="4284416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B6A4E60-273A-3096-C989-B7F7E2A04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8220" y="1222542"/>
              <a:ext cx="2900945" cy="29009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6" name="直接连接符 385">
            <a:extLst>
              <a:ext uri="{FF2B5EF4-FFF2-40B4-BE49-F238E27FC236}">
                <a16:creationId xmlns:a16="http://schemas.microsoft.com/office/drawing/2014/main" id="{640198CC-C3AF-ACEF-5E0A-DBC6002FBE38}"/>
              </a:ext>
            </a:extLst>
          </p:cNvPr>
          <p:cNvCxnSpPr>
            <a:cxnSpLocks/>
          </p:cNvCxnSpPr>
          <p:nvPr/>
        </p:nvCxnSpPr>
        <p:spPr>
          <a:xfrm flipH="1">
            <a:off x="3297605" y="1421333"/>
            <a:ext cx="2371964" cy="1155552"/>
          </a:xfrm>
          <a:prstGeom prst="line">
            <a:avLst/>
          </a:prstGeom>
          <a:ln w="44450">
            <a:solidFill>
              <a:srgbClr val="0070C0">
                <a:alpha val="5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9" name="椭圆 388">
            <a:extLst>
              <a:ext uri="{FF2B5EF4-FFF2-40B4-BE49-F238E27FC236}">
                <a16:creationId xmlns:a16="http://schemas.microsoft.com/office/drawing/2014/main" id="{2388422A-686D-E0E5-4EC4-511D1DA6A6B8}"/>
              </a:ext>
            </a:extLst>
          </p:cNvPr>
          <p:cNvSpPr/>
          <p:nvPr/>
        </p:nvSpPr>
        <p:spPr>
          <a:xfrm>
            <a:off x="3226953" y="2504859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B333AE8E-B0AB-84EA-2960-3CCD9F90BE6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145" y="2639217"/>
            <a:ext cx="193188" cy="203267"/>
          </a:xfrm>
          <a:prstGeom prst="rect">
            <a:avLst/>
          </a:prstGeom>
        </p:spPr>
      </p:pic>
      <p:pic>
        <p:nvPicPr>
          <p:cNvPr id="2" name="图片 1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9007E5A-A520-BBD1-8E74-E7F6C18AFFD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6358" y="2696850"/>
            <a:ext cx="251984" cy="164632"/>
          </a:xfrm>
          <a:prstGeom prst="rect">
            <a:avLst/>
          </a:prstGeom>
        </p:spPr>
      </p:pic>
      <p:pic>
        <p:nvPicPr>
          <p:cNvPr id="3" name="图片 2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217A04A2-70EC-8A79-9039-C385E6A09415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237" y="310430"/>
            <a:ext cx="253667" cy="167992"/>
          </a:xfrm>
          <a:prstGeom prst="rect">
            <a:avLst/>
          </a:prstGeom>
        </p:spPr>
      </p:pic>
      <p:pic>
        <p:nvPicPr>
          <p:cNvPr id="4" name="图片 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61ADF7BA-D174-D3CF-08CC-C091E41F1E36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206" y="3990067"/>
            <a:ext cx="245264" cy="164632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25BD6575-EAB6-5053-F754-FCAD4AA701D7}"/>
              </a:ext>
            </a:extLst>
          </p:cNvPr>
          <p:cNvGrpSpPr/>
          <p:nvPr/>
        </p:nvGrpSpPr>
        <p:grpSpPr>
          <a:xfrm>
            <a:off x="6353515" y="434677"/>
            <a:ext cx="5685497" cy="4284416"/>
            <a:chOff x="6738634" y="419711"/>
            <a:chExt cx="5685497" cy="4284416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60FDA93-C16E-19AF-9DA1-58C3EB949D0C}"/>
                </a:ext>
              </a:extLst>
            </p:cNvPr>
            <p:cNvGrpSpPr/>
            <p:nvPr/>
          </p:nvGrpSpPr>
          <p:grpSpPr>
            <a:xfrm>
              <a:off x="6738634" y="1515227"/>
              <a:ext cx="5685497" cy="2369946"/>
              <a:chOff x="5568856" y="6730766"/>
              <a:chExt cx="5685497" cy="2369946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523968A5-C98F-8088-A09D-D302C696A4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>
                <a:extLst>
                  <a:ext uri="{FF2B5EF4-FFF2-40B4-BE49-F238E27FC236}">
                    <a16:creationId xmlns:a16="http://schemas.microsoft.com/office/drawing/2014/main" id="{4677901F-3E91-09BF-4089-E48258EE8C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4407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378D20C8-CC6D-012F-23A4-64452900E5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2F80DE2E-D89A-E8C9-6A0E-DBAAFA3716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CBEA9D38-FCE5-5704-4110-0009E6B4B9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6911B1A0-4124-2430-D3D2-51EDDCE5AD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47B2D7EC-1890-C915-C722-448D63AA520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>
                <a:extLst>
                  <a:ext uri="{FF2B5EF4-FFF2-40B4-BE49-F238E27FC236}">
                    <a16:creationId xmlns:a16="http://schemas.microsoft.com/office/drawing/2014/main" id="{83FB4EE8-14D2-EBFF-345F-EBF2E5CF11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C736C32C-788E-1A24-AD4A-00DD4B87CE3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B169C66-C603-0FA1-BF4E-CCC645EB88D4}"/>
                </a:ext>
              </a:extLst>
            </p:cNvPr>
            <p:cNvGrpSpPr/>
            <p:nvPr/>
          </p:nvGrpSpPr>
          <p:grpSpPr>
            <a:xfrm rot="8104358" flipH="1">
              <a:off x="6971105" y="1515227"/>
              <a:ext cx="5271054" cy="2369946"/>
              <a:chOff x="5568856" y="6730766"/>
              <a:chExt cx="5271054" cy="2369946"/>
            </a:xfrm>
          </p:grpSpPr>
          <p:cxnSp>
            <p:nvCxnSpPr>
              <p:cNvPr id="15" name="直接连接符 14">
                <a:extLst>
                  <a:ext uri="{FF2B5EF4-FFF2-40B4-BE49-F238E27FC236}">
                    <a16:creationId xmlns:a16="http://schemas.microsoft.com/office/drawing/2014/main" id="{C98BF347-EAE1-AE36-1B22-FA7D807FFD7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2C7425B9-4A21-EE5B-9CA7-6FE0918CAC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086907EB-A15E-5BDE-8B2E-2425E5C6D2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A6901DDF-B487-608D-83CA-D26B6F7B68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061912A1-8F5D-20F4-3BC4-D2A12F7342D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C4DA782F-0330-81A0-C027-D1483ABA479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0A646994-AF52-0C9D-FE87-750A87C4B63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AA50144B-FAD4-D10B-C9C8-11224F3DCE8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9ABE241E-165E-348C-7004-67ED7E6A7386}"/>
                </a:ext>
              </a:extLst>
            </p:cNvPr>
            <p:cNvCxnSpPr>
              <a:cxnSpLocks/>
            </p:cNvCxnSpPr>
            <p:nvPr/>
          </p:nvCxnSpPr>
          <p:spPr>
            <a:xfrm>
              <a:off x="7601494" y="2556645"/>
              <a:ext cx="434434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ABD491AE-E183-30B4-0D9E-6115FB3CD1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515" y="419711"/>
              <a:ext cx="0" cy="4284416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E9BC0735-4EEA-35D7-FA5E-204485C294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8220" y="1222542"/>
              <a:ext cx="2900945" cy="29009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椭圆 42">
            <a:extLst>
              <a:ext uri="{FF2B5EF4-FFF2-40B4-BE49-F238E27FC236}">
                <a16:creationId xmlns:a16="http://schemas.microsoft.com/office/drawing/2014/main" id="{92895432-0525-7210-3CCB-5D52F1802CD2}"/>
              </a:ext>
            </a:extLst>
          </p:cNvPr>
          <p:cNvSpPr/>
          <p:nvPr/>
        </p:nvSpPr>
        <p:spPr>
          <a:xfrm>
            <a:off x="9245726" y="2507865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4" name="图片 4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0898704F-DF26-C957-D733-35D8DAAAFEE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918" y="2642223"/>
            <a:ext cx="193188" cy="203267"/>
          </a:xfrm>
          <a:prstGeom prst="rect">
            <a:avLst/>
          </a:prstGeom>
        </p:spPr>
      </p:pic>
      <p:sp>
        <p:nvSpPr>
          <p:cNvPr id="59" name="平行四边形 58">
            <a:extLst>
              <a:ext uri="{FF2B5EF4-FFF2-40B4-BE49-F238E27FC236}">
                <a16:creationId xmlns:a16="http://schemas.microsoft.com/office/drawing/2014/main" id="{82465B01-C2BF-68D0-9A97-DAB58721B961}"/>
              </a:ext>
            </a:extLst>
          </p:cNvPr>
          <p:cNvSpPr/>
          <p:nvPr/>
        </p:nvSpPr>
        <p:spPr>
          <a:xfrm rot="16200000">
            <a:off x="7868572" y="603694"/>
            <a:ext cx="2984614" cy="2163203"/>
          </a:xfrm>
          <a:prstGeom prst="parallelogram">
            <a:avLst>
              <a:gd name="adj" fmla="val 54592"/>
            </a:avLst>
          </a:prstGeom>
          <a:solidFill>
            <a:srgbClr val="0070C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平行四边形 59">
            <a:extLst>
              <a:ext uri="{FF2B5EF4-FFF2-40B4-BE49-F238E27FC236}">
                <a16:creationId xmlns:a16="http://schemas.microsoft.com/office/drawing/2014/main" id="{8F671E71-2DB7-A0E6-07D2-BDE423A19E71}"/>
              </a:ext>
            </a:extLst>
          </p:cNvPr>
          <p:cNvSpPr/>
          <p:nvPr/>
        </p:nvSpPr>
        <p:spPr>
          <a:xfrm rot="16200000">
            <a:off x="7870019" y="2402352"/>
            <a:ext cx="2984614" cy="2163203"/>
          </a:xfrm>
          <a:prstGeom prst="parallelogram">
            <a:avLst>
              <a:gd name="adj" fmla="val 54592"/>
            </a:avLst>
          </a:prstGeom>
          <a:solidFill>
            <a:srgbClr val="0070C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CCE116B-BBD9-CEDB-CC6A-D8C597639A77}"/>
              </a:ext>
            </a:extLst>
          </p:cNvPr>
          <p:cNvCxnSpPr>
            <a:cxnSpLocks/>
          </p:cNvCxnSpPr>
          <p:nvPr/>
        </p:nvCxnSpPr>
        <p:spPr>
          <a:xfrm flipV="1">
            <a:off x="3285549" y="2263979"/>
            <a:ext cx="646582" cy="311148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F739C7D6-C448-392D-083F-535DDCC3EF29}"/>
              </a:ext>
            </a:extLst>
          </p:cNvPr>
          <p:cNvCxnSpPr>
            <a:cxnSpLocks/>
          </p:cNvCxnSpPr>
          <p:nvPr/>
        </p:nvCxnSpPr>
        <p:spPr>
          <a:xfrm flipV="1">
            <a:off x="9300574" y="2255373"/>
            <a:ext cx="639589" cy="32496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E844B943-BEA4-AC73-C72B-6821AD7E8A5A}"/>
              </a:ext>
            </a:extLst>
          </p:cNvPr>
          <p:cNvCxnSpPr>
            <a:cxnSpLocks/>
          </p:cNvCxnSpPr>
          <p:nvPr/>
        </p:nvCxnSpPr>
        <p:spPr>
          <a:xfrm flipV="1">
            <a:off x="9313396" y="2158621"/>
            <a:ext cx="0" cy="41481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75" descr="\documentclass{article}&#10;\usepackage{amsmath}&#10;\usepackage{bm}&#10;\pagestyle{empty}&#10;\begin{document}&#10;&#10;\begin{align}&#10;\bm{k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936698F-FA82-70F4-CB1B-480E20C1D54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186" y="2301226"/>
            <a:ext cx="246944" cy="235184"/>
          </a:xfrm>
          <a:prstGeom prst="rect">
            <a:avLst/>
          </a:prstGeom>
        </p:spPr>
      </p:pic>
      <p:pic>
        <p:nvPicPr>
          <p:cNvPr id="77" name="图片 76" descr="\documentclass{article}&#10;\usepackage{amsmath}&#10;\usepackage{bm}&#10;\pagestyle{empty}&#10;\begin{document}&#10;&#10;\begin{align}&#10;\bm{k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FE39FEBD-DCEF-B907-F00F-3F00BD23A425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890" y="2303863"/>
            <a:ext cx="246944" cy="235184"/>
          </a:xfrm>
          <a:prstGeom prst="rect">
            <a:avLst/>
          </a:prstGeom>
        </p:spPr>
      </p:pic>
      <p:pic>
        <p:nvPicPr>
          <p:cNvPr id="81" name="图片 80" descr="\documentclass{article}&#10;\usepackage{amsmath}&#10;\usepackage{bm}&#10;\pagestyle{empty}&#10;\begin{document}&#10;&#10;\begin{align}&#10;\bm{k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24D143BF-0CE7-B30C-6670-81A76ADCC56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8590" y="2058157"/>
            <a:ext cx="146150" cy="194867"/>
          </a:xfrm>
          <a:prstGeom prst="rect">
            <a:avLst/>
          </a:prstGeom>
        </p:spPr>
      </p:pic>
      <p:pic>
        <p:nvPicPr>
          <p:cNvPr id="89" name="图片 88" descr="\documentclass{article}&#10;\usepackage{amsmath}&#10;\usepackage{amsfonts}&#10;\usepackage{bm}&#10;\pagestyle{empty}&#10;\begin{document}&#10;&#10;\begin{align}&#10;V_1 \subset \mathbb{R}^3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8B603CD9-04DF-C305-CCD1-853CB8CF8C09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238" y="660974"/>
            <a:ext cx="947461" cy="287260"/>
          </a:xfrm>
          <a:prstGeom prst="rect">
            <a:avLst/>
          </a:prstGeom>
        </p:spPr>
      </p:pic>
      <p:pic>
        <p:nvPicPr>
          <p:cNvPr id="94" name="图片 93" descr="\documentclass{article}&#10;\usepackage{amsmath}&#10;\usepackage{amsfonts}&#10;\usepackage{bm}&#10;\pagestyle{empty}&#10;\begin{document}&#10;&#10;\begin{align}&#10;V_2 \subset \mathbb{R}^3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E6CF50D-4073-21E5-FB9D-64AE97362604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0905" y="662575"/>
            <a:ext cx="947461" cy="287260"/>
          </a:xfrm>
          <a:prstGeom prst="rect">
            <a:avLst/>
          </a:prstGeom>
        </p:spPr>
      </p:pic>
      <p:pic>
        <p:nvPicPr>
          <p:cNvPr id="51" name="图片 50" descr="\documentclass{article}&#10;\usepackage{amsmath}&#10;\usepackage{amsfonts}&#10;\usepackage{bm}&#10;\pagestyle{empty}&#10;\begin{document}&#10;&#10;\begin{align}&#10;\text{dim}V_1 = 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76E4FB84-5A65-1CFD-9306-40F500FF3926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225" y="1101257"/>
            <a:ext cx="1233044" cy="235184"/>
          </a:xfrm>
          <a:prstGeom prst="rect">
            <a:avLst/>
          </a:prstGeom>
        </p:spPr>
      </p:pic>
      <p:pic>
        <p:nvPicPr>
          <p:cNvPr id="54" name="图片 53" descr="\documentclass{article}&#10;\usepackage{amsmath}&#10;\usepackage{amsfonts}&#10;\usepackage{bm}&#10;\pagestyle{empty}&#10;\begin{document}&#10;&#10;\begin{align}&#10;\text{dim}V_2 = 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E3AE064E-CB68-577B-B4F7-1CDEF2630B00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2899" y="1100699"/>
            <a:ext cx="1241443" cy="235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07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BE0A-C1CB-3238-617C-25DDE1A6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01931E02-9696-D5EA-0787-AFCB39E112C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037" y="2627257"/>
            <a:ext cx="193188" cy="203267"/>
          </a:xfrm>
          <a:prstGeom prst="rect">
            <a:avLst/>
          </a:prstGeom>
        </p:spPr>
      </p:pic>
      <p:pic>
        <p:nvPicPr>
          <p:cNvPr id="16" name="图片 1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76B1245-EF71-9600-EEDE-FDA1D0D1405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21477" y="2681884"/>
            <a:ext cx="251984" cy="164632"/>
          </a:xfrm>
          <a:prstGeom prst="rect">
            <a:avLst/>
          </a:prstGeom>
        </p:spPr>
      </p:pic>
      <p:pic>
        <p:nvPicPr>
          <p:cNvPr id="18" name="图片 17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D30B0348-B742-6517-3A3A-3DA40A06D28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8356" y="295464"/>
            <a:ext cx="253667" cy="167992"/>
          </a:xfrm>
          <a:prstGeom prst="rect">
            <a:avLst/>
          </a:prstGeom>
        </p:spPr>
      </p:pic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79C17910-9D5B-8B43-BF6D-86742180C13A}"/>
              </a:ext>
            </a:extLst>
          </p:cNvPr>
          <p:cNvGrpSpPr/>
          <p:nvPr/>
        </p:nvGrpSpPr>
        <p:grpSpPr>
          <a:xfrm>
            <a:off x="6738634" y="419711"/>
            <a:ext cx="5685497" cy="4284416"/>
            <a:chOff x="6738634" y="419711"/>
            <a:chExt cx="5685497" cy="428441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0ACCA059-779B-E310-1043-1E08A2F5C37C}"/>
                </a:ext>
              </a:extLst>
            </p:cNvPr>
            <p:cNvGrpSpPr/>
            <p:nvPr/>
          </p:nvGrpSpPr>
          <p:grpSpPr>
            <a:xfrm>
              <a:off x="6738634" y="1515227"/>
              <a:ext cx="5685497" cy="2369946"/>
              <a:chOff x="5568856" y="6730766"/>
              <a:chExt cx="5685497" cy="2369946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1694BD00-C981-D678-1688-EC04CD362C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EB95FBEF-4535-940E-A0D9-1003C395E8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884407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26B563B5-3AE7-295B-96E6-84AB33EAD2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B395A762-2EFB-B982-E6AD-C17F86F206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36B97C1D-E9A9-E691-642E-04C2858D9DB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>
                <a:extLst>
                  <a:ext uri="{FF2B5EF4-FFF2-40B4-BE49-F238E27FC236}">
                    <a16:creationId xmlns:a16="http://schemas.microsoft.com/office/drawing/2014/main" id="{4EFD5B3D-50B5-C98D-D71B-E5D665A2974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65999B5E-FA09-07F3-657D-6285BD2DB1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F5DFA03A-0C24-95C6-15CC-9BF133B5835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接连接符 49">
                <a:extLst>
                  <a:ext uri="{FF2B5EF4-FFF2-40B4-BE49-F238E27FC236}">
                    <a16:creationId xmlns:a16="http://schemas.microsoft.com/office/drawing/2014/main" id="{5841C042-9D58-890A-9C28-56E523D2AD0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7A1584ED-6ADC-7461-A899-3C2BF919AF30}"/>
                </a:ext>
              </a:extLst>
            </p:cNvPr>
            <p:cNvGrpSpPr/>
            <p:nvPr/>
          </p:nvGrpSpPr>
          <p:grpSpPr>
            <a:xfrm rot="8104358" flipH="1">
              <a:off x="6971105" y="1515227"/>
              <a:ext cx="5271054" cy="2369946"/>
              <a:chOff x="5568856" y="6730766"/>
              <a:chExt cx="5271054" cy="2369946"/>
            </a:xfrm>
          </p:grpSpPr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F62DD969-6B13-34D0-F5C4-B499DAD7253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12188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直接连接符 66">
                <a:extLst>
                  <a:ext uri="{FF2B5EF4-FFF2-40B4-BE49-F238E27FC236}">
                    <a16:creationId xmlns:a16="http://schemas.microsoft.com/office/drawing/2014/main" id="{851DC3FA-CA73-B6A8-09AA-B4125D7D48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64107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直接连接符 70">
                <a:extLst>
                  <a:ext uri="{FF2B5EF4-FFF2-40B4-BE49-F238E27FC236}">
                    <a16:creationId xmlns:a16="http://schemas.microsoft.com/office/drawing/2014/main" id="{2F7898EA-965D-9AB4-C042-E934FABB86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05552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B44A736D-9B37-AD2E-BD18-A966227973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983300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直接连接符 85">
                <a:extLst>
                  <a:ext uri="{FF2B5EF4-FFF2-40B4-BE49-F238E27FC236}">
                    <a16:creationId xmlns:a16="http://schemas.microsoft.com/office/drawing/2014/main" id="{F3EC60FB-BC17-D51C-BA02-292310C186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8856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E9DC4CC4-92C9-1D96-EF1B-0EF235967D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46996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>
                <a:extLst>
                  <a:ext uri="{FF2B5EF4-FFF2-40B4-BE49-F238E27FC236}">
                    <a16:creationId xmlns:a16="http://schemas.microsoft.com/office/drawing/2014/main" id="{CDF2F01D-1613-EB4D-84C1-8D9278E8BC5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26632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接连接符 101">
                <a:extLst>
                  <a:ext uri="{FF2B5EF4-FFF2-40B4-BE49-F238E27FC236}">
                    <a16:creationId xmlns:a16="http://schemas.microsoft.com/office/drawing/2014/main" id="{BCEFC9CD-9E4B-B893-CEC2-90DC9D867DA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97744" y="6730766"/>
                <a:ext cx="2369946" cy="2369946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A6D339C3-129C-8EA7-2E22-D73660A99FCB}"/>
                </a:ext>
              </a:extLst>
            </p:cNvPr>
            <p:cNvCxnSpPr>
              <a:cxnSpLocks/>
            </p:cNvCxnSpPr>
            <p:nvPr/>
          </p:nvCxnSpPr>
          <p:spPr>
            <a:xfrm>
              <a:off x="7601494" y="2556645"/>
              <a:ext cx="4344344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F442FD78-949D-C1C8-94EF-AC68FAAB4F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8515" y="419711"/>
              <a:ext cx="0" cy="4284416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AEEC7C8-A4D3-41CA-48E7-0DC94A1595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58220" y="1222542"/>
              <a:ext cx="2900945" cy="2900947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图片 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2F2CF58E-3291-A123-5D35-DFA135AFFAE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25" y="3975101"/>
            <a:ext cx="245264" cy="164632"/>
          </a:xfrm>
          <a:prstGeom prst="rect">
            <a:avLst/>
          </a:prstGeom>
        </p:spPr>
      </p:pic>
      <p:grpSp>
        <p:nvGrpSpPr>
          <p:cNvPr id="318" name="组合 317">
            <a:extLst>
              <a:ext uri="{FF2B5EF4-FFF2-40B4-BE49-F238E27FC236}">
                <a16:creationId xmlns:a16="http://schemas.microsoft.com/office/drawing/2014/main" id="{FE12A74C-4796-A217-48CB-7935A9C323E4}"/>
              </a:ext>
            </a:extLst>
          </p:cNvPr>
          <p:cNvGrpSpPr/>
          <p:nvPr/>
        </p:nvGrpSpPr>
        <p:grpSpPr>
          <a:xfrm>
            <a:off x="1950720" y="1056640"/>
            <a:ext cx="3789680" cy="3931920"/>
            <a:chOff x="1950720" y="1056640"/>
            <a:chExt cx="3789680" cy="3931920"/>
          </a:xfrm>
        </p:grpSpPr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6B3E4A27-5C02-BB10-8436-CB51D89D485A}"/>
                </a:ext>
              </a:extLst>
            </p:cNvPr>
            <p:cNvGrpSpPr/>
            <p:nvPr/>
          </p:nvGrpSpPr>
          <p:grpSpPr>
            <a:xfrm>
              <a:off x="2653283" y="1463423"/>
              <a:ext cx="2380100" cy="3240704"/>
              <a:chOff x="1242643" y="610711"/>
              <a:chExt cx="1741854" cy="2503863"/>
            </a:xfrm>
          </p:grpSpPr>
          <p:cxnSp>
            <p:nvCxnSpPr>
              <p:cNvPr id="252" name="直接连接符 251">
                <a:extLst>
                  <a:ext uri="{FF2B5EF4-FFF2-40B4-BE49-F238E27FC236}">
                    <a16:creationId xmlns:a16="http://schemas.microsoft.com/office/drawing/2014/main" id="{93894D18-B411-ECBC-D0F3-39F7BE1FCAE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9289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直接连接符 252">
                <a:extLst>
                  <a:ext uri="{FF2B5EF4-FFF2-40B4-BE49-F238E27FC236}">
                    <a16:creationId xmlns:a16="http://schemas.microsoft.com/office/drawing/2014/main" id="{6E5A7543-76BD-6987-E52A-42666C34E31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732565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直接连接符 253">
                <a:extLst>
                  <a:ext uri="{FF2B5EF4-FFF2-40B4-BE49-F238E27FC236}">
                    <a16:creationId xmlns:a16="http://schemas.microsoft.com/office/drawing/2014/main" id="{5A63904E-39E0-00B5-7FA1-EC799CD999E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442256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直接连接符 254">
                <a:extLst>
                  <a:ext uri="{FF2B5EF4-FFF2-40B4-BE49-F238E27FC236}">
                    <a16:creationId xmlns:a16="http://schemas.microsoft.com/office/drawing/2014/main" id="{C850728B-D1F4-BA47-5AED-44317616BBF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51947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直接连接符 255">
                <a:extLst>
                  <a:ext uri="{FF2B5EF4-FFF2-40B4-BE49-F238E27FC236}">
                    <a16:creationId xmlns:a16="http://schemas.microsoft.com/office/drawing/2014/main" id="{2268AB56-F4D1-5CEA-0967-575DF8BCF02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61638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直接连接符 256">
                <a:extLst>
                  <a:ext uri="{FF2B5EF4-FFF2-40B4-BE49-F238E27FC236}">
                    <a16:creationId xmlns:a16="http://schemas.microsoft.com/office/drawing/2014/main" id="{29479150-F6E1-2DF9-986E-0595F45F1EC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71329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直接连接符 257">
                <a:extLst>
                  <a:ext uri="{FF2B5EF4-FFF2-40B4-BE49-F238E27FC236}">
                    <a16:creationId xmlns:a16="http://schemas.microsoft.com/office/drawing/2014/main" id="{8EE6FF35-9FD8-15A0-67C4-AFC48F98ECF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81020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AB614554-2498-1F62-DB05-802851E2FB3E}"/>
                </a:ext>
              </a:extLst>
            </p:cNvPr>
            <p:cNvGrpSpPr/>
            <p:nvPr/>
          </p:nvGrpSpPr>
          <p:grpSpPr>
            <a:xfrm>
              <a:off x="2248075" y="1892397"/>
              <a:ext cx="3086831" cy="2378201"/>
              <a:chOff x="500788" y="956914"/>
              <a:chExt cx="3182854" cy="1727585"/>
            </a:xfrm>
          </p:grpSpPr>
          <p:cxnSp>
            <p:nvCxnSpPr>
              <p:cNvPr id="262" name="直接连接符 261">
                <a:extLst>
                  <a:ext uri="{FF2B5EF4-FFF2-40B4-BE49-F238E27FC236}">
                    <a16:creationId xmlns:a16="http://schemas.microsoft.com/office/drawing/2014/main" id="{3144E3F0-0E12-A7CC-AFED-35B2E86172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2409518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直接连接符 262">
                <a:extLst>
                  <a:ext uri="{FF2B5EF4-FFF2-40B4-BE49-F238E27FC236}">
                    <a16:creationId xmlns:a16="http://schemas.microsoft.com/office/drawing/2014/main" id="{BD0401B2-F245-4852-F8AB-273B9E78E5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956914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直接连接符 263">
                <a:extLst>
                  <a:ext uri="{FF2B5EF4-FFF2-40B4-BE49-F238E27FC236}">
                    <a16:creationId xmlns:a16="http://schemas.microsoft.com/office/drawing/2014/main" id="{6FBBF3F3-DD19-E4CC-FCD3-420D546B57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1247435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直接连接符 264">
                <a:extLst>
                  <a:ext uri="{FF2B5EF4-FFF2-40B4-BE49-F238E27FC236}">
                    <a16:creationId xmlns:a16="http://schemas.microsoft.com/office/drawing/2014/main" id="{70F9FFBE-68CC-5E07-2832-51F0B074BE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1537956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直接连接符 265">
                <a:extLst>
                  <a:ext uri="{FF2B5EF4-FFF2-40B4-BE49-F238E27FC236}">
                    <a16:creationId xmlns:a16="http://schemas.microsoft.com/office/drawing/2014/main" id="{8F7DC25A-2CBD-F041-D2DE-191765EC6C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1828477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直接连接符 266">
                <a:extLst>
                  <a:ext uri="{FF2B5EF4-FFF2-40B4-BE49-F238E27FC236}">
                    <a16:creationId xmlns:a16="http://schemas.microsoft.com/office/drawing/2014/main" id="{53FDBC04-709C-2188-5596-1C918D0AA4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2118998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直接连接符 267">
                <a:extLst>
                  <a:ext uri="{FF2B5EF4-FFF2-40B4-BE49-F238E27FC236}">
                    <a16:creationId xmlns:a16="http://schemas.microsoft.com/office/drawing/2014/main" id="{9088B7A3-3EC1-F75E-E6D9-36A5EA11B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0788" y="2684499"/>
                <a:ext cx="3182854" cy="0"/>
              </a:xfrm>
              <a:prstGeom prst="line">
                <a:avLst/>
              </a:prstGeom>
              <a:ln w="158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9" name="直接箭头连接符 268">
              <a:extLst>
                <a:ext uri="{FF2B5EF4-FFF2-40B4-BE49-F238E27FC236}">
                  <a16:creationId xmlns:a16="http://schemas.microsoft.com/office/drawing/2014/main" id="{BF591881-5A0B-D0B4-8B40-BD1A89558FF4}"/>
                </a:ext>
              </a:extLst>
            </p:cNvPr>
            <p:cNvCxnSpPr>
              <a:cxnSpLocks/>
            </p:cNvCxnSpPr>
            <p:nvPr/>
          </p:nvCxnSpPr>
          <p:spPr>
            <a:xfrm>
              <a:off x="1950720" y="3097529"/>
              <a:ext cx="378968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>
              <a:extLst>
                <a:ext uri="{FF2B5EF4-FFF2-40B4-BE49-F238E27FC236}">
                  <a16:creationId xmlns:a16="http://schemas.microsoft.com/office/drawing/2014/main" id="{73E64154-6756-163D-4B60-37C060F5D3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7898" y="1056640"/>
              <a:ext cx="0" cy="393192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5" name="图片 284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C712966B-F4B4-2DEB-6313-DC604CE139C6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138" y="3231150"/>
            <a:ext cx="245264" cy="164632"/>
          </a:xfrm>
          <a:prstGeom prst="rect">
            <a:avLst/>
          </a:prstGeom>
        </p:spPr>
      </p:pic>
      <p:pic>
        <p:nvPicPr>
          <p:cNvPr id="286" name="图片 285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6A485B26-99A1-4B20-6A41-476B04018ECF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215" y="933237"/>
            <a:ext cx="251984" cy="164632"/>
          </a:xfrm>
          <a:prstGeom prst="rect">
            <a:avLst/>
          </a:prstGeom>
        </p:spPr>
      </p:pic>
      <p:pic>
        <p:nvPicPr>
          <p:cNvPr id="299" name="图片 298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0B83F153-C7DB-5AAC-25AE-93C206F8728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750" y="5976934"/>
            <a:ext cx="245264" cy="164632"/>
          </a:xfrm>
          <a:prstGeom prst="rect">
            <a:avLst/>
          </a:prstGeom>
        </p:spPr>
      </p:pic>
      <p:pic>
        <p:nvPicPr>
          <p:cNvPr id="302" name="图片 301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A1D9E174-C6CC-4F5D-0A0A-A02C02564F0D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934" y="3174097"/>
            <a:ext cx="193188" cy="203267"/>
          </a:xfrm>
          <a:prstGeom prst="rect">
            <a:avLst/>
          </a:prstGeom>
        </p:spPr>
      </p:pic>
      <p:pic>
        <p:nvPicPr>
          <p:cNvPr id="303" name="图片 302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0ED7692-2CDF-6916-5BE0-2D8AB0E63B0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654" y="5938299"/>
            <a:ext cx="193188" cy="203267"/>
          </a:xfrm>
          <a:prstGeom prst="rect">
            <a:avLst/>
          </a:prstGeom>
        </p:spPr>
      </p:pic>
      <p:grpSp>
        <p:nvGrpSpPr>
          <p:cNvPr id="305" name="组合 304">
            <a:extLst>
              <a:ext uri="{FF2B5EF4-FFF2-40B4-BE49-F238E27FC236}">
                <a16:creationId xmlns:a16="http://schemas.microsoft.com/office/drawing/2014/main" id="{1694CEF1-1BEA-1E21-359A-6DFC4127171E}"/>
              </a:ext>
            </a:extLst>
          </p:cNvPr>
          <p:cNvGrpSpPr/>
          <p:nvPr/>
        </p:nvGrpSpPr>
        <p:grpSpPr>
          <a:xfrm>
            <a:off x="1233332" y="5704316"/>
            <a:ext cx="3789680" cy="272618"/>
            <a:chOff x="1773299" y="6862208"/>
            <a:chExt cx="3789680" cy="272618"/>
          </a:xfrm>
        </p:grpSpPr>
        <p:grpSp>
          <p:nvGrpSpPr>
            <p:cNvPr id="290" name="组合 289">
              <a:extLst>
                <a:ext uri="{FF2B5EF4-FFF2-40B4-BE49-F238E27FC236}">
                  <a16:creationId xmlns:a16="http://schemas.microsoft.com/office/drawing/2014/main" id="{01D1D246-197F-6B11-B949-766FCBF9DB6E}"/>
                </a:ext>
              </a:extLst>
            </p:cNvPr>
            <p:cNvGrpSpPr/>
            <p:nvPr/>
          </p:nvGrpSpPr>
          <p:grpSpPr>
            <a:xfrm>
              <a:off x="2475862" y="6862208"/>
              <a:ext cx="2380100" cy="272618"/>
              <a:chOff x="1242643" y="610711"/>
              <a:chExt cx="1741854" cy="2503863"/>
            </a:xfrm>
          </p:grpSpPr>
          <p:cxnSp>
            <p:nvCxnSpPr>
              <p:cNvPr id="291" name="直接连接符 290">
                <a:extLst>
                  <a:ext uri="{FF2B5EF4-FFF2-40B4-BE49-F238E27FC236}">
                    <a16:creationId xmlns:a16="http://schemas.microsoft.com/office/drawing/2014/main" id="{E2138593-C706-D3A0-A94E-128C9F6A351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-9289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直接连接符 291">
                <a:extLst>
                  <a:ext uri="{FF2B5EF4-FFF2-40B4-BE49-F238E27FC236}">
                    <a16:creationId xmlns:a16="http://schemas.microsoft.com/office/drawing/2014/main" id="{5BF8EB7E-828D-1C3A-B623-64C82EE560A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732565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直接连接符 292">
                <a:extLst>
                  <a:ext uri="{FF2B5EF4-FFF2-40B4-BE49-F238E27FC236}">
                    <a16:creationId xmlns:a16="http://schemas.microsoft.com/office/drawing/2014/main" id="{CE5BAC20-4081-77E4-7FBC-A7E0478C1B0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442256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直接连接符 293">
                <a:extLst>
                  <a:ext uri="{FF2B5EF4-FFF2-40B4-BE49-F238E27FC236}">
                    <a16:creationId xmlns:a16="http://schemas.microsoft.com/office/drawing/2014/main" id="{B2E72AC6-B446-3CC8-A845-EC88956DF91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151947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直接连接符 294">
                <a:extLst>
                  <a:ext uri="{FF2B5EF4-FFF2-40B4-BE49-F238E27FC236}">
                    <a16:creationId xmlns:a16="http://schemas.microsoft.com/office/drawing/2014/main" id="{A8B1087E-6D58-0F9C-4E2D-BD09D15FA49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61638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直接连接符 295">
                <a:extLst>
                  <a:ext uri="{FF2B5EF4-FFF2-40B4-BE49-F238E27FC236}">
                    <a16:creationId xmlns:a16="http://schemas.microsoft.com/office/drawing/2014/main" id="{1AAB5482-EE2A-690F-931F-39A5A64A384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71329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直接连接符 296">
                <a:extLst>
                  <a:ext uri="{FF2B5EF4-FFF2-40B4-BE49-F238E27FC236}">
                    <a16:creationId xmlns:a16="http://schemas.microsoft.com/office/drawing/2014/main" id="{72512FAB-B977-B936-30B8-E6939924DE1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81020" y="1862643"/>
                <a:ext cx="2503863" cy="0"/>
              </a:xfrm>
              <a:prstGeom prst="line">
                <a:avLst/>
              </a:prstGeom>
              <a:ln w="15875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8" name="直接箭头连接符 297">
              <a:extLst>
                <a:ext uri="{FF2B5EF4-FFF2-40B4-BE49-F238E27FC236}">
                  <a16:creationId xmlns:a16="http://schemas.microsoft.com/office/drawing/2014/main" id="{5CF22D0D-0775-49BF-6BFC-73E12925EB42}"/>
                </a:ext>
              </a:extLst>
            </p:cNvPr>
            <p:cNvCxnSpPr>
              <a:cxnSpLocks/>
            </p:cNvCxnSpPr>
            <p:nvPr/>
          </p:nvCxnSpPr>
          <p:spPr>
            <a:xfrm>
              <a:off x="1773299" y="7001205"/>
              <a:ext cx="378968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椭圆 303">
              <a:extLst>
                <a:ext uri="{FF2B5EF4-FFF2-40B4-BE49-F238E27FC236}">
                  <a16:creationId xmlns:a16="http://schemas.microsoft.com/office/drawing/2014/main" id="{BDCBB8AA-8AEC-8CF1-939B-AA895F025E53}"/>
                </a:ext>
              </a:extLst>
            </p:cNvPr>
            <p:cNvSpPr/>
            <p:nvPr/>
          </p:nvSpPr>
          <p:spPr>
            <a:xfrm>
              <a:off x="3603409" y="6932478"/>
              <a:ext cx="137158" cy="13715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EF2E8FDF-2229-BFD7-053E-EB40A7DA1AF2}"/>
              </a:ext>
            </a:extLst>
          </p:cNvPr>
          <p:cNvCxnSpPr>
            <a:cxnSpLocks/>
          </p:cNvCxnSpPr>
          <p:nvPr/>
        </p:nvCxnSpPr>
        <p:spPr>
          <a:xfrm>
            <a:off x="8906965" y="7134096"/>
            <a:ext cx="3208846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50780708-D185-17D5-29D6-D825283A8322}"/>
              </a:ext>
            </a:extLst>
          </p:cNvPr>
          <p:cNvCxnSpPr>
            <a:cxnSpLocks/>
          </p:cNvCxnSpPr>
          <p:nvPr/>
        </p:nvCxnSpPr>
        <p:spPr>
          <a:xfrm flipV="1">
            <a:off x="9436436" y="4918749"/>
            <a:ext cx="0" cy="292886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2DB1679-F501-8123-5893-CF67BE475BE2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5664" y="7237503"/>
            <a:ext cx="193188" cy="20326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EAEE71-E7D6-33AE-2140-DF78C1BE9EB7}"/>
              </a:ext>
            </a:extLst>
          </p:cNvPr>
          <p:cNvSpPr/>
          <p:nvPr/>
        </p:nvSpPr>
        <p:spPr>
          <a:xfrm>
            <a:off x="9435694" y="539844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5CC4B91-13D1-8D52-9DEF-7F942E5BDA36}"/>
              </a:ext>
            </a:extLst>
          </p:cNvPr>
          <p:cNvCxnSpPr/>
          <p:nvPr/>
        </p:nvCxnSpPr>
        <p:spPr>
          <a:xfrm>
            <a:off x="9435692" y="713231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8A42471-158C-2715-712D-926D018ED26C}"/>
              </a:ext>
            </a:extLst>
          </p:cNvPr>
          <p:cNvCxnSpPr>
            <a:cxnSpLocks/>
          </p:cNvCxnSpPr>
          <p:nvPr/>
        </p:nvCxnSpPr>
        <p:spPr>
          <a:xfrm flipV="1">
            <a:off x="9440128" y="5371618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581C0F2-BBE3-0D6E-10B5-55AB9EAD23EA}"/>
              </a:ext>
            </a:extLst>
          </p:cNvPr>
          <p:cNvCxnSpPr>
            <a:cxnSpLocks/>
          </p:cNvCxnSpPr>
          <p:nvPr/>
        </p:nvCxnSpPr>
        <p:spPr>
          <a:xfrm>
            <a:off x="9420475" y="7132310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516AF1F-14D1-2215-D825-898228DD82E9}"/>
              </a:ext>
            </a:extLst>
          </p:cNvPr>
          <p:cNvCxnSpPr>
            <a:cxnSpLocks/>
          </p:cNvCxnSpPr>
          <p:nvPr/>
        </p:nvCxnSpPr>
        <p:spPr>
          <a:xfrm>
            <a:off x="9435691" y="541539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6F8097C-4E65-A683-5058-7DE48A226EDA}"/>
              </a:ext>
            </a:extLst>
          </p:cNvPr>
          <p:cNvCxnSpPr>
            <a:cxnSpLocks/>
          </p:cNvCxnSpPr>
          <p:nvPr/>
        </p:nvCxnSpPr>
        <p:spPr>
          <a:xfrm>
            <a:off x="9435691" y="688504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C8FEFDF-27AB-347D-8C20-4A9CA0545466}"/>
              </a:ext>
            </a:extLst>
          </p:cNvPr>
          <p:cNvCxnSpPr>
            <a:cxnSpLocks/>
          </p:cNvCxnSpPr>
          <p:nvPr/>
        </p:nvCxnSpPr>
        <p:spPr>
          <a:xfrm>
            <a:off x="9435691" y="664010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89F4728-778D-B205-6065-0D99D0EC2DBA}"/>
              </a:ext>
            </a:extLst>
          </p:cNvPr>
          <p:cNvCxnSpPr>
            <a:cxnSpLocks/>
          </p:cNvCxnSpPr>
          <p:nvPr/>
        </p:nvCxnSpPr>
        <p:spPr>
          <a:xfrm>
            <a:off x="9435691" y="639516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85102D2-54D6-DE11-80BE-CE5B7E3FB748}"/>
              </a:ext>
            </a:extLst>
          </p:cNvPr>
          <p:cNvCxnSpPr>
            <a:cxnSpLocks/>
          </p:cNvCxnSpPr>
          <p:nvPr/>
        </p:nvCxnSpPr>
        <p:spPr>
          <a:xfrm>
            <a:off x="9435691" y="615021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EB6E435-D76D-C14B-2C44-3DFD3895F89B}"/>
              </a:ext>
            </a:extLst>
          </p:cNvPr>
          <p:cNvCxnSpPr>
            <a:cxnSpLocks/>
          </p:cNvCxnSpPr>
          <p:nvPr/>
        </p:nvCxnSpPr>
        <p:spPr>
          <a:xfrm>
            <a:off x="9435691" y="590527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B0C70465-511D-4B0C-7394-C4B6FA63ED23}"/>
              </a:ext>
            </a:extLst>
          </p:cNvPr>
          <p:cNvCxnSpPr>
            <a:cxnSpLocks/>
          </p:cNvCxnSpPr>
          <p:nvPr/>
        </p:nvCxnSpPr>
        <p:spPr>
          <a:xfrm>
            <a:off x="9435691" y="566033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093324A-2A0E-92A2-C6B6-479C52EB4599}"/>
              </a:ext>
            </a:extLst>
          </p:cNvPr>
          <p:cNvCxnSpPr>
            <a:cxnSpLocks/>
          </p:cNvCxnSpPr>
          <p:nvPr/>
        </p:nvCxnSpPr>
        <p:spPr>
          <a:xfrm>
            <a:off x="9420450" y="7131235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FC4079F-C41C-C754-FBEF-43DCC60C1AF6}"/>
              </a:ext>
            </a:extLst>
          </p:cNvPr>
          <p:cNvCxnSpPr>
            <a:cxnSpLocks/>
          </p:cNvCxnSpPr>
          <p:nvPr/>
        </p:nvCxnSpPr>
        <p:spPr>
          <a:xfrm flipV="1">
            <a:off x="9437590" y="6990790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\documentclass{article}&#10;\usepackage{amsmath}&#10;\pagestyle{empty}&#10;\begin{document}&#10;&#10;$$&#10;(5)~&#10;\begin{cases}&#10;        y_1 = 1 \cdot x_1 + \cot \theta \cdot x_2\\&#10;        y_2 = 0 \cdot x_2 + ~~~~\,0 \cdot x_2&#10;    \end{cases}&#10;$$&#10;&#10;&#10;\end{document}" title="IguanaTex Bitmap Display">
            <a:extLst>
              <a:ext uri="{FF2B5EF4-FFF2-40B4-BE49-F238E27FC236}">
                <a16:creationId xmlns:a16="http://schemas.microsoft.com/office/drawing/2014/main" id="{948531D1-09C6-4228-8AAB-C0AE803A6F80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185" y="8082511"/>
            <a:ext cx="3311065" cy="836593"/>
          </a:xfrm>
          <a:prstGeom prst="rect">
            <a:avLst/>
          </a:prstGeom>
        </p:spPr>
      </p:pic>
      <p:sp>
        <p:nvSpPr>
          <p:cNvPr id="29" name="椭圆 28">
            <a:extLst>
              <a:ext uri="{FF2B5EF4-FFF2-40B4-BE49-F238E27FC236}">
                <a16:creationId xmlns:a16="http://schemas.microsoft.com/office/drawing/2014/main" id="{C1CA7BCE-D1F7-0409-EB07-43A02425FCE9}"/>
              </a:ext>
            </a:extLst>
          </p:cNvPr>
          <p:cNvSpPr/>
          <p:nvPr/>
        </p:nvSpPr>
        <p:spPr>
          <a:xfrm>
            <a:off x="10575862" y="5729271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6A322598-CA14-CC03-B923-5207A3DB571F}"/>
              </a:ext>
            </a:extLst>
          </p:cNvPr>
          <p:cNvSpPr/>
          <p:nvPr/>
        </p:nvSpPr>
        <p:spPr>
          <a:xfrm>
            <a:off x="11166085" y="7051609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549DBBD9-FC43-371C-78E1-3C36235B6802}"/>
              </a:ext>
            </a:extLst>
          </p:cNvPr>
          <p:cNvCxnSpPr>
            <a:cxnSpLocks/>
          </p:cNvCxnSpPr>
          <p:nvPr/>
        </p:nvCxnSpPr>
        <p:spPr>
          <a:xfrm>
            <a:off x="10275251" y="4946818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弧形 32">
            <a:extLst>
              <a:ext uri="{FF2B5EF4-FFF2-40B4-BE49-F238E27FC236}">
                <a16:creationId xmlns:a16="http://schemas.microsoft.com/office/drawing/2014/main" id="{29CB91EF-E8A5-9F2D-68D2-DB8670D7C1D8}"/>
              </a:ext>
            </a:extLst>
          </p:cNvPr>
          <p:cNvSpPr/>
          <p:nvPr/>
        </p:nvSpPr>
        <p:spPr>
          <a:xfrm rot="21192649" flipH="1">
            <a:off x="10206601" y="5105468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83AFFEB6-F257-B16C-BC10-AF81DE267CA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611" y="5064611"/>
            <a:ext cx="117594" cy="199907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B2077FD2-0256-CDEF-E7DF-CB48B55084C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404" y="5651597"/>
            <a:ext cx="855064" cy="280541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A443AD80-17EF-E6E6-8242-1B38A5E218EC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58" y="7192734"/>
            <a:ext cx="809709" cy="280541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B6314FF-1DAA-62F9-E518-BAB18B4302CA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4559" y="7266095"/>
            <a:ext cx="245264" cy="164632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F9A3EEA5-98EE-B727-0295-216FC349968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97" y="4835590"/>
            <a:ext cx="251987" cy="16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31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C2938-772D-7040-710B-117CE1DB8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87D0A8DB-0E53-361D-2E86-D5E08244C182}"/>
              </a:ext>
            </a:extLst>
          </p:cNvPr>
          <p:cNvCxnSpPr>
            <a:cxnSpLocks/>
          </p:cNvCxnSpPr>
          <p:nvPr/>
        </p:nvCxnSpPr>
        <p:spPr>
          <a:xfrm>
            <a:off x="704782" y="2897376"/>
            <a:ext cx="4845083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FE49C6D-8B42-9E5E-6E0C-8B5AF6BB91AF}"/>
              </a:ext>
            </a:extLst>
          </p:cNvPr>
          <p:cNvCxnSpPr>
            <a:cxnSpLocks/>
          </p:cNvCxnSpPr>
          <p:nvPr/>
        </p:nvCxnSpPr>
        <p:spPr>
          <a:xfrm flipV="1">
            <a:off x="2870490" y="682029"/>
            <a:ext cx="0" cy="382052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504CA129-1916-3FBA-358F-F767D0D0363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718" y="3000783"/>
            <a:ext cx="193188" cy="203267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2275F29-4BB5-5A7E-5853-F8A71BD81A88}"/>
              </a:ext>
            </a:extLst>
          </p:cNvPr>
          <p:cNvSpPr/>
          <p:nvPr/>
        </p:nvSpPr>
        <p:spPr>
          <a:xfrm>
            <a:off x="2869748" y="1161722"/>
            <a:ext cx="1622924" cy="1731550"/>
          </a:xfrm>
          <a:prstGeom prst="rect">
            <a:avLst/>
          </a:prstGeom>
          <a:solidFill>
            <a:srgbClr val="00B0F0">
              <a:alpha val="10000"/>
            </a:srgbClr>
          </a:solidFill>
          <a:ln w="44450">
            <a:solidFill>
              <a:srgbClr val="00B0F0">
                <a:alpha val="1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7535464-F17B-7C77-AA93-8E60D830DDC7}"/>
              </a:ext>
            </a:extLst>
          </p:cNvPr>
          <p:cNvCxnSpPr/>
          <p:nvPr/>
        </p:nvCxnSpPr>
        <p:spPr>
          <a:xfrm>
            <a:off x="2869746" y="2895596"/>
            <a:ext cx="162292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66B204B-A9C5-0547-87C4-90EE8E99ABDE}"/>
              </a:ext>
            </a:extLst>
          </p:cNvPr>
          <p:cNvCxnSpPr>
            <a:cxnSpLocks/>
          </p:cNvCxnSpPr>
          <p:nvPr/>
        </p:nvCxnSpPr>
        <p:spPr>
          <a:xfrm flipV="1">
            <a:off x="2874182" y="1134898"/>
            <a:ext cx="0" cy="1770885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561450C-63D6-4952-D5AD-056E8854033B}"/>
              </a:ext>
            </a:extLst>
          </p:cNvPr>
          <p:cNvCxnSpPr>
            <a:cxnSpLocks/>
          </p:cNvCxnSpPr>
          <p:nvPr/>
        </p:nvCxnSpPr>
        <p:spPr>
          <a:xfrm>
            <a:off x="2854529" y="2895590"/>
            <a:ext cx="1638165" cy="0"/>
          </a:xfrm>
          <a:prstGeom prst="straightConnector1">
            <a:avLst/>
          </a:prstGeom>
          <a:ln w="44450">
            <a:solidFill>
              <a:srgbClr val="00B0F0">
                <a:alpha val="5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62214F6-184A-D53D-F1C4-FFB1B874BD70}"/>
              </a:ext>
            </a:extLst>
          </p:cNvPr>
          <p:cNvCxnSpPr>
            <a:cxnSpLocks/>
          </p:cNvCxnSpPr>
          <p:nvPr/>
        </p:nvCxnSpPr>
        <p:spPr>
          <a:xfrm>
            <a:off x="2869745" y="1178671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6B7F375-C4A5-34FE-6330-B9068D2D50EF}"/>
              </a:ext>
            </a:extLst>
          </p:cNvPr>
          <p:cNvCxnSpPr>
            <a:cxnSpLocks/>
          </p:cNvCxnSpPr>
          <p:nvPr/>
        </p:nvCxnSpPr>
        <p:spPr>
          <a:xfrm>
            <a:off x="2869745" y="264832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3F9EB65-B7E5-02D6-6706-832A18260122}"/>
              </a:ext>
            </a:extLst>
          </p:cNvPr>
          <p:cNvCxnSpPr>
            <a:cxnSpLocks/>
          </p:cNvCxnSpPr>
          <p:nvPr/>
        </p:nvCxnSpPr>
        <p:spPr>
          <a:xfrm>
            <a:off x="2869745" y="240338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0207164-66AD-0F9E-45D8-C5AFE32D7374}"/>
              </a:ext>
            </a:extLst>
          </p:cNvPr>
          <p:cNvCxnSpPr>
            <a:cxnSpLocks/>
          </p:cNvCxnSpPr>
          <p:nvPr/>
        </p:nvCxnSpPr>
        <p:spPr>
          <a:xfrm>
            <a:off x="2869745" y="215844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EA661D7-B6D5-F32F-E976-586933001D69}"/>
              </a:ext>
            </a:extLst>
          </p:cNvPr>
          <p:cNvCxnSpPr>
            <a:cxnSpLocks/>
          </p:cNvCxnSpPr>
          <p:nvPr/>
        </p:nvCxnSpPr>
        <p:spPr>
          <a:xfrm>
            <a:off x="2869745" y="1913498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09BDBF1-A1E4-DF15-92E4-6399E2649129}"/>
              </a:ext>
            </a:extLst>
          </p:cNvPr>
          <p:cNvCxnSpPr>
            <a:cxnSpLocks/>
          </p:cNvCxnSpPr>
          <p:nvPr/>
        </p:nvCxnSpPr>
        <p:spPr>
          <a:xfrm>
            <a:off x="2869745" y="1668556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9F847DF-724C-A492-C56E-AF3C585AFB97}"/>
              </a:ext>
            </a:extLst>
          </p:cNvPr>
          <p:cNvCxnSpPr>
            <a:cxnSpLocks/>
          </p:cNvCxnSpPr>
          <p:nvPr/>
        </p:nvCxnSpPr>
        <p:spPr>
          <a:xfrm>
            <a:off x="2869745" y="1423613"/>
            <a:ext cx="1595194" cy="0"/>
          </a:xfrm>
          <a:prstGeom prst="line">
            <a:avLst/>
          </a:prstGeom>
          <a:ln w="25400">
            <a:solidFill>
              <a:srgbClr val="00B0F0">
                <a:alpha val="2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667A917-0431-02A4-F308-BC0121675F0C}"/>
              </a:ext>
            </a:extLst>
          </p:cNvPr>
          <p:cNvCxnSpPr>
            <a:cxnSpLocks/>
          </p:cNvCxnSpPr>
          <p:nvPr/>
        </p:nvCxnSpPr>
        <p:spPr>
          <a:xfrm>
            <a:off x="2854504" y="2894515"/>
            <a:ext cx="2411890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481A9AE3-8FBC-EB57-C8B7-A4F6176D0BAC}"/>
              </a:ext>
            </a:extLst>
          </p:cNvPr>
          <p:cNvCxnSpPr>
            <a:cxnSpLocks/>
          </p:cNvCxnSpPr>
          <p:nvPr/>
        </p:nvCxnSpPr>
        <p:spPr>
          <a:xfrm flipV="1">
            <a:off x="2871644" y="2754070"/>
            <a:ext cx="0" cy="167247"/>
          </a:xfrm>
          <a:prstGeom prst="straightConnector1">
            <a:avLst/>
          </a:prstGeom>
          <a:ln w="4508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>
            <a:extLst>
              <a:ext uri="{FF2B5EF4-FFF2-40B4-BE49-F238E27FC236}">
                <a16:creationId xmlns:a16="http://schemas.microsoft.com/office/drawing/2014/main" id="{08F1640B-C4E9-AE61-F9B3-F6641EE221EA}"/>
              </a:ext>
            </a:extLst>
          </p:cNvPr>
          <p:cNvSpPr/>
          <p:nvPr/>
        </p:nvSpPr>
        <p:spPr>
          <a:xfrm>
            <a:off x="4009916" y="1492551"/>
            <a:ext cx="156770" cy="15677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73757487-08D0-1186-FFCA-A86D2F196886}"/>
              </a:ext>
            </a:extLst>
          </p:cNvPr>
          <p:cNvSpPr/>
          <p:nvPr/>
        </p:nvSpPr>
        <p:spPr>
          <a:xfrm>
            <a:off x="4600139" y="2814889"/>
            <a:ext cx="156770" cy="15677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24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DD43D621-8E59-4DBC-8E61-AB64354230E3}"/>
              </a:ext>
            </a:extLst>
          </p:cNvPr>
          <p:cNvCxnSpPr>
            <a:cxnSpLocks/>
          </p:cNvCxnSpPr>
          <p:nvPr/>
        </p:nvCxnSpPr>
        <p:spPr>
          <a:xfrm>
            <a:off x="3709305" y="710098"/>
            <a:ext cx="969249" cy="2183651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弧形 32">
            <a:extLst>
              <a:ext uri="{FF2B5EF4-FFF2-40B4-BE49-F238E27FC236}">
                <a16:creationId xmlns:a16="http://schemas.microsoft.com/office/drawing/2014/main" id="{C92AF375-1A8B-B1C0-1D9B-A40C8EC8B620}"/>
              </a:ext>
            </a:extLst>
          </p:cNvPr>
          <p:cNvSpPr/>
          <p:nvPr/>
        </p:nvSpPr>
        <p:spPr>
          <a:xfrm rot="21192649" flipH="1">
            <a:off x="3640655" y="868748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4" name="图片 33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26478AAB-66A6-00AD-0226-2B932413366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665" y="827891"/>
            <a:ext cx="117594" cy="199907"/>
          </a:xfrm>
          <a:prstGeom prst="rect">
            <a:avLst/>
          </a:prstGeom>
        </p:spPr>
      </p:pic>
      <p:pic>
        <p:nvPicPr>
          <p:cNvPr id="36" name="图片 35" descr="\documentclass{article}&#10;\usepackage{amsmath}&#10;\pagestyle{empty}&#10;\begin{document}&#10;&#10;$(x_1,x_2)$&#10;&#10;&#10;\end{document}" title="IguanaTex Bitmap Display">
            <a:extLst>
              <a:ext uri="{FF2B5EF4-FFF2-40B4-BE49-F238E27FC236}">
                <a16:creationId xmlns:a16="http://schemas.microsoft.com/office/drawing/2014/main" id="{2A4E34D7-6C2E-973A-6BFC-F5168237491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2458" y="1414877"/>
            <a:ext cx="855064" cy="280541"/>
          </a:xfrm>
          <a:prstGeom prst="rect">
            <a:avLst/>
          </a:prstGeom>
        </p:spPr>
      </p:pic>
      <p:pic>
        <p:nvPicPr>
          <p:cNvPr id="37" name="图片 36" descr="\documentclass{article}&#10;\usepackage{amsmath}&#10;\pagestyle{empty}&#10;\begin{document}&#10;&#10;$(y_1,y_2)$&#10;&#10;&#10;\end{document}" title="IguanaTex Bitmap Display">
            <a:extLst>
              <a:ext uri="{FF2B5EF4-FFF2-40B4-BE49-F238E27FC236}">
                <a16:creationId xmlns:a16="http://schemas.microsoft.com/office/drawing/2014/main" id="{94D984A7-353D-3B0B-0041-4CD9E466D4D6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0712" y="2956014"/>
            <a:ext cx="809709" cy="280541"/>
          </a:xfrm>
          <a:prstGeom prst="rect">
            <a:avLst/>
          </a:prstGeom>
        </p:spPr>
      </p:pic>
      <p:pic>
        <p:nvPicPr>
          <p:cNvPr id="38" name="图片 37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1459E579-01A9-D902-C25D-7BCBF1ADB2A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613" y="3029375"/>
            <a:ext cx="245264" cy="164632"/>
          </a:xfrm>
          <a:prstGeom prst="rect">
            <a:avLst/>
          </a:prstGeom>
        </p:spPr>
      </p:pic>
      <p:pic>
        <p:nvPicPr>
          <p:cNvPr id="39" name="图片 38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EAB1163E-F651-0C86-ADDD-3BE2AEF9DF40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151" y="598870"/>
            <a:ext cx="251987" cy="164632"/>
          </a:xfrm>
          <a:prstGeom prst="rect">
            <a:avLst/>
          </a:prstGeom>
        </p:spPr>
      </p:pic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B7629ADF-19FF-2EEC-1A4B-542E9E92A72C}"/>
              </a:ext>
            </a:extLst>
          </p:cNvPr>
          <p:cNvCxnSpPr>
            <a:cxnSpLocks/>
          </p:cNvCxnSpPr>
          <p:nvPr/>
        </p:nvCxnSpPr>
        <p:spPr>
          <a:xfrm>
            <a:off x="6992350" y="2897376"/>
            <a:ext cx="4399911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CD7139E-949B-3CD9-2148-96F78E2103B4}"/>
              </a:ext>
            </a:extLst>
          </p:cNvPr>
          <p:cNvCxnSpPr>
            <a:cxnSpLocks/>
          </p:cNvCxnSpPr>
          <p:nvPr/>
        </p:nvCxnSpPr>
        <p:spPr>
          <a:xfrm flipV="1">
            <a:off x="9158058" y="682029"/>
            <a:ext cx="0" cy="3820523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C591F0D8-7DFF-2772-B232-27BD1EF7F46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286" y="3000783"/>
            <a:ext cx="193188" cy="203267"/>
          </a:xfrm>
          <a:prstGeom prst="rect">
            <a:avLst/>
          </a:prstGeom>
        </p:spPr>
      </p:pic>
      <p:pic>
        <p:nvPicPr>
          <p:cNvPr id="73" name="图片 72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8D1AE0E7-4C1F-7322-7359-79D6FF2C9346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629" y="3029375"/>
            <a:ext cx="245264" cy="164632"/>
          </a:xfrm>
          <a:prstGeom prst="rect">
            <a:avLst/>
          </a:prstGeom>
        </p:spPr>
      </p:pic>
      <p:pic>
        <p:nvPicPr>
          <p:cNvPr id="74" name="图片 73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2A3739E6-690B-946F-4EBA-676B59671F6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719" y="598870"/>
            <a:ext cx="251987" cy="164632"/>
          </a:xfrm>
          <a:prstGeom prst="rect">
            <a:avLst/>
          </a:prstGeom>
        </p:spPr>
      </p:pic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426D77C3-3A35-5D3C-6346-B66307A6B325}"/>
              </a:ext>
            </a:extLst>
          </p:cNvPr>
          <p:cNvCxnSpPr>
            <a:cxnSpLocks/>
          </p:cNvCxnSpPr>
          <p:nvPr/>
        </p:nvCxnSpPr>
        <p:spPr>
          <a:xfrm>
            <a:off x="8295501" y="941139"/>
            <a:ext cx="1580791" cy="3561413"/>
          </a:xfrm>
          <a:prstGeom prst="straightConnector1">
            <a:avLst/>
          </a:prstGeom>
          <a:ln w="4445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弧形 81">
            <a:extLst>
              <a:ext uri="{FF2B5EF4-FFF2-40B4-BE49-F238E27FC236}">
                <a16:creationId xmlns:a16="http://schemas.microsoft.com/office/drawing/2014/main" id="{28353D53-631D-4B35-C6DC-470ACC1A5C8F}"/>
              </a:ext>
            </a:extLst>
          </p:cNvPr>
          <p:cNvSpPr/>
          <p:nvPr/>
        </p:nvSpPr>
        <p:spPr>
          <a:xfrm rot="21192649" flipH="1">
            <a:off x="8909588" y="2627187"/>
            <a:ext cx="557192" cy="557192"/>
          </a:xfrm>
          <a:prstGeom prst="arc">
            <a:avLst>
              <a:gd name="adj1" fmla="val 17623997"/>
              <a:gd name="adj2" fmla="val 21144441"/>
            </a:avLst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3" name="图片 82" descr="\documentclass{article}&#10;\usepackage{amsmath}&#10;\pagestyle{empty}&#10;\begin{document}&#10;&#10;$\theta$&#10;&#10;&#10;\end{document}" title="IguanaTex Bitmap Display">
            <a:extLst>
              <a:ext uri="{FF2B5EF4-FFF2-40B4-BE49-F238E27FC236}">
                <a16:creationId xmlns:a16="http://schemas.microsoft.com/office/drawing/2014/main" id="{D84D2D21-AF34-EA21-3466-A95C118A2835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598" y="2586330"/>
            <a:ext cx="117594" cy="199907"/>
          </a:xfrm>
          <a:prstGeom prst="rect">
            <a:avLst/>
          </a:prstGeom>
        </p:spPr>
      </p:pic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75569E9-68C9-49A8-3282-1615A6D344D4}"/>
              </a:ext>
            </a:extLst>
          </p:cNvPr>
          <p:cNvCxnSpPr>
            <a:cxnSpLocks/>
          </p:cNvCxnSpPr>
          <p:nvPr/>
        </p:nvCxnSpPr>
        <p:spPr>
          <a:xfrm>
            <a:off x="12996913" y="7098189"/>
            <a:ext cx="1304012" cy="2937849"/>
          </a:xfrm>
          <a:prstGeom prst="straightConnector1">
            <a:avLst/>
          </a:prstGeom>
          <a:ln w="34925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图片 92" descr="\documentclass{article}&#10;\usepackage{amsmath}&#10;\usepackage{amsfonts}&#10;\usepackage{bm}&#10;\pagestyle{empty}&#10;\begin{document}&#10;&#10;\begin{align}&#10;\text{Im}P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87E4AFD2-ACA1-2BA9-9C85-B1A3960722E8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088" y="2559682"/>
            <a:ext cx="537567" cy="189827"/>
          </a:xfrm>
          <a:prstGeom prst="rect">
            <a:avLst/>
          </a:prstGeom>
        </p:spPr>
      </p:pic>
      <p:pic>
        <p:nvPicPr>
          <p:cNvPr id="96" name="图片 95" descr="\documentclass{article}&#10;\usepackage{amsmath}&#10;\usepackage{amsfonts}&#10;\usepackage{bm}&#10;\pagestyle{empty}&#10;\begin{document}&#10;&#10;\begin{align}&#10;\text{Ker}P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7537403F-714D-9A96-E7D3-A7A226D8319F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0450" y="4071540"/>
            <a:ext cx="653480" cy="193187"/>
          </a:xfrm>
          <a:prstGeom prst="rect">
            <a:avLst/>
          </a:prstGeom>
        </p:spPr>
      </p:pic>
      <p:pic>
        <p:nvPicPr>
          <p:cNvPr id="8" name="图片 7" descr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541F249-8F01-55E3-B425-95386F8D2D4C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56" y="3653243"/>
            <a:ext cx="1931876" cy="83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234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9.23882"/>
  <p:tag name="LATEXADDIN" val="\documentclass{article}&#10;\usepackage{amsmath}&#10;\pagestyle{empty}&#10;\begin{document}&#10;&#10;$C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95.98803"/>
  <p:tag name="LATEXADDIN" val="\documentclass{article}&#10;\usepackage{amsmath}&#10;\pagestyle{empty}&#10;\begin{document}&#10;&#10;$D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.73788"/>
  <p:tag name="ORIGINALWIDTH" val="118.4852"/>
  <p:tag name="LATEXADDIN" val="\documentclass{article}&#10;\usepackage{amsmath}&#10;\pagestyle{empty}&#10;\begin{document}&#10;&#10;$C'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.73827"/>
  <p:tag name="ORIGINALWIDTH" val="128.2339"/>
  <p:tag name="LATEXADDIN" val="\documentclass{article}&#10;\usepackage{amsmath}&#10;\pagestyle{empty}&#10;\begin{document}&#10;&#10;$D'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P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3.73827"/>
  <p:tag name="ORIGINALWIDTH" val="119.2351"/>
  <p:tag name="LATEXADDIN" val="\documentclass{article}&#10;\usepackage{amsmath}&#10;\pagestyle{empty}&#10;\begin{document}&#10;&#10;$P'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09.7113"/>
  <p:tag name="LATEXADDIN" val="\documentclass{article}&#10;\usepackage{amsmath}&#10;\pagestyle{empty}&#10;\begin{document}&#10;&#10;$P(P')$&#10;&#10;&#10;\end{document}"/>
  <p:tag name="IGUANATEXSIZE" val="3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7.73905"/>
  <p:tag name="ORIGINALWIDTH" val="136.4829"/>
  <p:tag name="LATEXADDIN" val="\documentclass{article}&#10;\usepackage{amsmath}&#10;\pagestyle{empty}&#10;\begin{document}&#10;&#10;$\mathrm{d} \sigma$&#10;&#10;&#10;\end{document}"/>
  <p:tag name="IGUANATEXSIZE" val="30"/>
  <p:tag name="IGUANATEXCURSOR" val="9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.23811"/>
  <p:tag name="ORIGINALWIDTH" val="167.2291"/>
  <p:tag name="LATEXADDIN" val="\documentclass{article}&#10;\usepackage{amsmath}&#10;\pagestyle{empty}&#10;\begin{document}&#10;&#10;$\mathrm{d} \sigma'$&#10;&#10;&#10;\end{document}"/>
  <p:tag name="IGUANATEXSIZE" val="30"/>
  <p:tag name="IGUANATEXCURSOR" val="10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672.291"/>
  <p:tag name="LATEXADDIN" val="\documentclass{article}&#10;\usepackage{amsmath}&#10;\pagestyle{empty}&#10;\begin{document}&#10;&#10;\begin{align}&#10;(1)~&#10;\begin{cases}&#10;        y_1 = \cos \theta \cdot x_1 - \sin \theta \, \cdot x_2\\&#10;        y_2 = \sin \theta \, \cdot x_1 + \cos \theta \cdot x_2&#10;    \end{cases}&#10;\nonumber&#10;\end{align}&#10;&#10;\end{document}"/>
  <p:tag name="IGUANATEXSIZE" val="30"/>
  <p:tag name="IGUANATEXCURSOR" val="24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394.826"/>
  <p:tag name="LATEXADDIN" val="\documentclass{article}&#10;\usepackage{amsmath}&#10;\pagestyle{empty}&#10;\begin{document}&#10;&#10;$$&#10;(2)~&#10;\begin{cases}&#10;       y_1 = -1 \cdot x_1 + 0 \cdot x_2\\&#10;       y_2 = ~~\, 0 \cdot x_1 + 1 \cdot x_2&#10;    \end{cases}&#10;$$&#10;&#10;&#10;\end{document}"/>
  <p:tag name="IGUANATEXSIZE" val="30"/>
  <p:tag name="IGUANATEXCURSOR" val="1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98.313"/>
  <p:tag name="LATEXADDIN" val="\documentclass{article}&#10;\usepackage{amsmath}&#10;\pagestyle{empty}&#10;\begin{document}&#10;&#10;$$&#10;(3)~&#10;\begin{cases}&#10;        y_1 = 1 \cdot x_1 + \tan \theta \cdot x_2\\&#10;        y_2 = 0 \cdot x_1 + ~~~~~1 \cdot x_2&#10;    \end{cases}&#10;$$&#10;&#10;&#10;\end{document}"/>
  <p:tag name="IGUANATEXSIZE" val="30"/>
  <p:tag name="IGUANATEXCURSOR" val="13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11.323"/>
  <p:tag name="LATEXADDIN" val="\documentclass{article}&#10;\usepackage{amsmath}&#10;\pagestyle{empty}&#10;\begin{document}&#10;&#10;$$&#10;(4)~&#10;\begin{cases}&#10;        y_1 = k_1 \cdot x_1 + ~ \, 0 \cdot x_2\\&#10;        y_2 = \, ~0 \cdot x_1 + k_2 \cdot x_2&#10;    \end{cases}&#10;$$&#10;&#10;&#10;\end{document}"/>
  <p:tag name="IGUANATEXSIZE" val="30"/>
  <p:tag name="IGUANATEXCURSOR" val="1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78.065"/>
  <p:tag name="LATEXADDIN" val="\documentclass{article}&#10;\usepackage{amsmath}&#10;\pagestyle{empty}&#10;\begin{document}&#10;&#10;$$&#10;(5)~&#10;\begin{cases}&#10;        y_1 = 1 \cdot x_1 + \cot \theta \cdot x_2\\&#10;        y_2 = 0 \cdot x_2 + ~~~~\,0 \cdot x_2&#10;    \end{cases}&#10;$$&#10;&#10;&#10;\end{document}"/>
  <p:tag name="IGUANATEXSIZE" val="30"/>
  <p:tag name="IGUANATEXCURSOR" val="1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98.313"/>
  <p:tag name="LATEXADDIN" val="\documentclass{article}&#10;\usepackage{amsmath}&#10;\pagestyle{empty}&#10;\begin{document}&#10;&#10;$$&#10;(3)~&#10;\begin{cases}&#10;        y_1 = 1 \cdot x_1 + \tan \theta \cdot x_2\\&#10;        y_2 = 0 \cdot x_1 + ~~~~~1 \cdot x_2&#10;    \end{cases}&#10;$$&#10;&#10;&#10;\end{document}"/>
  <p:tag name="IGUANATEXSIZE" val="30"/>
  <p:tag name="IGUANATEXCURSOR" val="13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11.323"/>
  <p:tag name="LATEXADDIN" val="\documentclass{article}&#10;\usepackage{amsmath}&#10;\pagestyle{empty}&#10;\begin{document}&#10;&#10;$$&#10;(4)~&#10;\begin{cases}&#10;        y_1 = k_1 \cdot x_1 + ~ \, 0 \cdot x_2\\&#10;        y_2 = \, ~0 \cdot x_1 + k_2 \cdot x_2&#10;    \end{cases}&#10;$$&#10;&#10;&#10;\end{document}"/>
  <p:tag name="IGUANATEXSIZE" val="30"/>
  <p:tag name="IGUANATEXCURSOR" val="1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789.276"/>
  <p:tag name="LATEXADDIN" val="\documentclass{article}&#10;\usepackage{amsmath}&#10;\pagestyle{empty}&#10;\begin{document}&#10;&#10;$$&#10;(5)~&#10;\begin{cases}&#10;        y_1 = (1 + \cot \theta) \cdot x_1 + 0 \cdot x_2\\&#10;        y_2 = ~~~~~~~~~~~~ 0 \cdot x_2 + 0 \cdot x_2&#10;    \end{cases}&#10;$$&#10;&#10;&#10;\end{document}"/>
  <p:tag name="IGUANATEXSIZE" val="30"/>
  <p:tag name="IGUANATEXCURSOR" val="21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89.98874"/>
  <p:tag name="LATEXADDIN" val="\documentclass{article}&#10;\usepackage{amsmath}&#10;\pagestyle{empty}&#10;\begin{document}&#10;&#10;$B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5.24181"/>
  <p:tag name="ORIGINALWIDTH" val="110.9861"/>
  <p:tag name="LATEXADDIN" val="\documentclass{article}&#10;\usepackage{amsmath}&#10;\pagestyle{empty}&#10;\begin{document}&#10;&#10;$\mapsto$&#10;&#10;&#10;\end{document}"/>
  <p:tag name="IGUANATEXSIZE" val="80"/>
  <p:tag name="IGUANATEXCURSOR" val="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86.23921"/>
  <p:tag name="LATEXADDIN" val="\documentclass{article}&#10;\usepackage{amsmath}&#10;\pagestyle{empty}&#10;\begin{document}&#10;&#10;$A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3821.522"/>
  <p:tag name="LATEXADDIN" val="\documentclass{article}&#10;\usepackage{amsmath}&#10;\usepackage{bm}&#10;\pagestyle{empty}&#10;\begin{document}&#10;&#10;\begin{align}&#10;\begin{cases}&#10;        y_1 = \cos \theta \cdot x_1 - \sin \theta \, \cdot x_2\\[4pt]&#10;        y_2 = \sin \theta \, \cdot x_1 + \cos \theta \cdot x_2&#10;    \end{cases}&#10;~&#10;\Longleftrightarrow&#10;~~~&#10;\begin{pmatrix}&#10;y_1 \\[4pt]&#10;y_2&#10;\end{pmatrix}&#10;=&#10;\begin{pmatrix}&#10;\cos \theta &amp; -\sin \theta \\[4pt]&#10;\sin \theta &amp; \cos \theta&#10;\end{pmatrix}&#10;\begin{pmatrix}&#10;x_1 \\[4pt]&#10;x_2&#10;\end{pmatrix}&#10;\nonumber&#10;\end{align}&#10;&#10;\end{document}"/>
  <p:tag name="IGUANATEXSIZE" val="30"/>
  <p:tag name="IGUANATEXCURSOR" val="27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$\bm{\beta}_1$&#10;&#10;&#10;\end{document}"/>
  <p:tag name="IGUANATEXSIZE" val="30"/>
  <p:tag name="IGUANATEXCURSOR" val="5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$\bm{\beta}_2$&#10;&#10;&#10;\end{document}"/>
  <p:tag name="IGUANATEXSIZE" val="30"/>
  <p:tag name="IGUANATEXCURSOR" val="11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538.808"/>
  <p:tag name="LATEXADDIN" val="\documentclass{article}&#10;\usepackage{amsmath}&#10;\usepackage{bm}&#10;\pagestyle{empty}&#10;\begin{document}&#10;&#10;\begin{align}&#10;\Longleftrightarrow~~~~~&#10;\bm{y} &amp;= A \bm{x} &#10;= (\bm{\beta}_1~ \bm{\beta}_2) \bm{x}&#10;\nonumber&#10;\end{align}&#10;&#10;\end{document}"/>
  <p:tag name="IGUANATEXSIZE" val="30"/>
  <p:tag name="IGUANATEXCURSOR" val="13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152.606"/>
  <p:tag name="LATEXADDIN" val="\documentclass{article}&#10;\usepackage{amsmath}&#10;\usepackage{bm}&#10;\pagestyle{empty}&#10;\begin{document}&#10;&#10;\begin{align}&#10;R = &#10;\begin{pmatrix}&#10;\cos \theta &amp; -\sin \theta \\[4pt]&#10;\sin \theta &amp; \cos \theta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773.1534"/>
  <p:tag name="LATEXADDIN" val="\documentclass{article}&#10;\usepackage{amsmath}&#10;\usepackage{bm}&#10;\pagestyle{empty}&#10;\begin{document}&#10;&#10;\begin{align}&#10;F = &#10;\begin{pmatrix}&#10;-1 &amp; 0 \\[4pt]&#10;0 &amp; 1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0.8923"/>
  <p:tag name="LATEXADDIN" val="\documentclass{article}&#10;\usepackage{amsmath}&#10;\usepackage{bm}&#10;\pagestyle{empty}&#10;\begin{document}&#10;&#10;\begin{align}&#10;S = &#10;\begin{pmatrix}&#10;1 &amp; \tan \theta \\[4pt]&#10;0 &amp; 1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01.6498"/>
  <p:tag name="LATEXADDIN" val="\documentclass{article}&#10;\usepackage{amsmath}&#10;\usepackage{bm}&#10;\pagestyle{empty}&#10;\begin{document}&#10;&#10;\begin{align}&#10;D = &#10;\begin{pmatrix}&#10;k_1 &amp; 0 \\[4pt]&#10;0 &amp; k_2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2.3922"/>
  <p:tag name="LATEXADDIN" val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/>
  <p:tag name="IGUANATEXSIZE" val="30"/>
  <p:tag name="IGUANATEXCURSOR" val="14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98.98764"/>
  <p:tag name="LATEXADDIN" val="\documentclass{article}&#10;\usepackage{amsmath}&#10;\pagestyle{empty}&#10;\begin{document}&#10;&#10;$y_1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101.9872"/>
  <p:tag name="LATEXADDIN" val="\documentclass{article}&#10;\usepackage{amsmath}&#10;\pagestyle{empty}&#10;\begin{document}&#10;&#10;$y_2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LATEXADDIN" val="\documentclass{article}&#10;\usepackage{amsmath}&#10;\pagestyle{empty}&#10;\begin{document}&#10;&#10;$x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8.99512"/>
  <p:tag name="LATEXADDIN" val="\documentclass{article}&#10;\usepackage{amsmath}&#10;\pagestyle{empty}&#10;\begin{document}&#10;&#10;$t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3.7195"/>
  <p:tag name="LATEXADDIN" val="\documentclass{article}&#10;\usepackage{amsmath}&#10;\pagestyle{empty}&#10;\begin{document}&#10;&#10;$(x,t)$&#10;&#10;&#10;\end{document}"/>
  <p:tag name="IGUANATEXSIZE" val="3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13.4608"/>
  <p:tag name="LATEXADDIN" val="\documentclass{article}&#10;\usepackage{amsmath}&#10;\pagestyle{empty}&#10;\begin{document}&#10;&#10;$(x',t'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6.24299"/>
  <p:tag name="ORIGINALWIDTH" val="62.99213"/>
  <p:tag name="LATEXADDIN" val="\documentclass{article}&#10;\usepackage{amsmath}&#10;\pagestyle{empty}&#10;\begin{document}&#10;&#10;$x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0.24"/>
  <p:tag name="ORIGINALWIDTH" val="38.99512"/>
  <p:tag name="LATEXADDIN" val="\documentclass{article}&#10;\usepackage{amsmath}&#10;\pagestyle{empty}&#10;\begin{document}&#10;&#10;$t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.23811"/>
  <p:tag name="ORIGINALWIDTH" val="68.99134"/>
  <p:tag name="LATEXADDIN" val="\documentclass{article}&#10;\usepackage{amsmath}&#10;\pagestyle{empty}&#10;\begin{document}&#10;&#10;$t'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5.23811"/>
  <p:tag name="ORIGINALWIDTH" val="94.48819"/>
  <p:tag name="LATEXADDIN" val="\documentclass{article}&#10;\usepackage{amsmath}&#10;\pagestyle{empty}&#10;\begin{document}&#10;&#10;$x'$&#10;&#10;&#10;\end{document}"/>
  <p:tag name="IGUANATEXSIZE" val="30"/>
  <p:tag name="IGUANATEXCURSOR" val="8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43.7195"/>
  <p:tag name="LATEXADDIN" val="\documentclass{article}&#10;\usepackage{amsmath}&#10;\pagestyle{empty}&#10;\begin{document}&#10;&#10;$(x,t)$&#10;&#10;&#10;\end{document}"/>
  <p:tag name="IGUANATEXSIZE" val="30"/>
  <p:tag name="IGUANATEXCURSOR" val="8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13.4608"/>
  <p:tag name="LATEXADDIN" val="\documentclass{article}&#10;\usepackage{amsmath}&#10;\pagestyle{empty}&#10;\begin{document}&#10;&#10;$(x',t')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303.712"/>
  <p:tag name="LATEXADDIN" val="\documentclass{article}&#10;\usepackage{amsmath}&#10;\pagestyle{empty}&#10;\usepackage{bm}&#10;\begin{document}&#10;&#10;$\bm{S}=1$&#10;&#10;&#10;\end{document}"/>
  <p:tag name="IGUANATEXSIZE" val="30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368.9539"/>
  <p:tag name="LATEXADDIN" val="\documentclass{article}&#10;\usepackage{amsmath}&#10;\usepackage{bm}&#10;\pagestyle{empty}&#10;\begin{document}&#10;&#10;\begin{align}&#10;\bm{\beta}_2 = \bm{0}&#10;\nonumber&#10;\end{align}&#10;&#10;\end{document}"/>
  <p:tag name="IGUANATEXSIZE" val="30"/>
  <p:tag name="IGUANATEXCURSOR" val="13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152.606"/>
  <p:tag name="LATEXADDIN" val="\documentclass{article}&#10;\usepackage{amsmath}&#10;\usepackage{bm}&#10;\pagestyle{empty}&#10;\begin{document}&#10;&#10;\begin{align}&#10;R = &#10;\begin{pmatrix}&#10;\cos \theta &amp; -\sin \theta \\[4pt]&#10;\sin \theta &amp; \cos \theta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773.1534"/>
  <p:tag name="LATEXADDIN" val="\documentclass{article}&#10;\usepackage{amsmath}&#10;\usepackage{bm}&#10;\pagestyle{empty}&#10;\begin{document}&#10;&#10;\begin{align}&#10;F = &#10;\begin{pmatrix}&#10;-1 &amp; 0 \\[4pt]&#10;0 &amp; 1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0.8923"/>
  <p:tag name="LATEXADDIN" val="\documentclass{article}&#10;\usepackage{amsmath}&#10;\usepackage{bm}&#10;\pagestyle{empty}&#10;\begin{document}&#10;&#10;\begin{align}&#10;S = &#10;\begin{pmatrix}&#10;1 &amp; \tan \theta \\[4pt]&#10;0 &amp; 1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01.6498"/>
  <p:tag name="LATEXADDIN" val="\documentclass{article}&#10;\usepackage{amsmath}&#10;\usepackage{bm}&#10;\pagestyle{empty}&#10;\begin{document}&#10;&#10;\begin{align}&#10;D = &#10;\begin{pmatrix}&#10;k_1 &amp; 0 \\[4pt]&#10;0 &amp; k_2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2.3922"/>
  <p:tag name="LATEXADDIN" val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303.712"/>
  <p:tag name="LATEXADDIN" val="\documentclass{article}&#10;\usepackage{amsmath}&#10;\pagestyle{empty}&#10;\usepackage{bm}&#10;\begin{document}&#10;&#10;$\bm{S}=1$&#10;&#10;&#10;\end{document}"/>
  <p:tag name="IGUANATEXSIZE" val="30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303.712"/>
  <p:tag name="LATEXADDIN" val="\documentclass{article}&#10;\usepackage{amsmath}&#10;\pagestyle{empty}&#10;\usepackage{bm}&#10;\begin{document}&#10;&#10;$\bm{S}=1$&#10;&#10;&#10;\end{document}"/>
  <p:tag name="IGUANATEXSIZE" val="30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6.4867"/>
  <p:tag name="ORIGINALWIDTH" val="480.6899"/>
  <p:tag name="LATEXADDIN" val="\documentclass{article}&#10;\usepackage{amsmath}&#10;\pagestyle{empty}&#10;\usepackage{bm}&#10;\begin{document}&#10;&#10;$\bm{S}=k_1 k_2$&#10;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308.9613"/>
  <p:tag name="LATEXADDIN" val="\documentclass{article}&#10;\usepackage{amsmath}&#10;\pagestyle{empty}&#10;\usepackage{bm}&#10;\begin{document}&#10;&#10;$\bm{S}=0$&#10;&#10;&#10;\end{document}"/>
  <p:tag name="IGUANATEXSIZE" val="30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98874"/>
  <p:tag name="ORIGINALWIDTH" val="400.4499"/>
  <p:tag name="LATEXADDIN" val="\documentclass{article}&#10;\usepackage{amsmath}&#10;\pagestyle{empty}&#10;\usepackage{bm}&#10;\begin{document}&#10;&#10;$\bm{S}=-1$&#10;&#10;&#10;\end{document}"/>
  <p:tag name="IGUANATEXSIZE" val="30"/>
  <p:tag name="IGUANATEXCURSOR" val="10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21.4473"/>
  <p:tag name="LATEXADDIN" val="\documentclass{article}&#10;\usepackage{amsmath}&#10;\pagestyle{empty}&#10;\begin{document}&#10;&#10;$|E_2| = 1$&#10;&#10;&#10;\end{document}"/>
  <p:tag name="IGUANATEXSIZE" val="30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3.4833"/>
  <p:tag name="LATEXADDIN" val="\documentclass{article}&#10;\usepackage{amsmath}&#10;\usepackage{bm}&#10;\pagestyle{empty}&#10;\begin{document}&#10;&#10;\begin{align}&#10;\bm{\alpha}_2&#10;\nonumber&#10;\end{align}&#10;&#10;\end{document}"/>
  <p:tag name="IGUANATEXSIZE" val="30"/>
  <p:tag name="IGUANATEXCURSOR" val="13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30.4837"/>
  <p:tag name="LATEXADDIN" val="\documentclass{article}&#10;\usepackage{amsmath}&#10;\usepackage{bm}&#10;\pagestyle{empty}&#10;\begin{document}&#10;&#10;\begin{align}&#10;\bm{\alph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33.4833"/>
  <p:tag name="LATEXADDIN" val="\documentclass{article}&#10;\usepackage{amsmath}&#10;\usepackage{bm}&#10;\pagestyle{empty}&#10;\begin{document}&#10;&#10;$|A|$&#10;&#10;&#10;\end{document}"/>
  <p:tag name="IGUANATEXSIZE" val="30"/>
  <p:tag name="IGUANATEXCURSOR" val="10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48969"/>
  <p:tag name="ORIGINALWIDTH" val="76.49047"/>
  <p:tag name="LATEXADDIN" val="\documentclass{article}&#10;\usepackage{amsmath}&#10;\usepackage{bm}&#10;\pagestyle{empty}&#10;\begin{document}&#10;&#10;\begin{align}&#10;\bm{\gamma}&#10;\nonumber&#10;\end{align}&#10;&#10;\end{document}"/>
  <p:tag name="IGUANATEXSIZE" val="3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34.7206"/>
  <p:tag name="LATEXADDIN" val="\documentclass{article}&#10;\usepackage{amsmath}&#10;\usepackage{bm}&#10;\pagestyle{empty}&#10;\begin{document}&#10;&#10;$-|A|$&#10;&#10;&#10;\end{document}"/>
  <p:tag name="IGUANATEXSIZE" val="30"/>
  <p:tag name="IGUANATEXCURSOR" val="10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203.9745"/>
  <p:tag name="LATEXADDIN" val="\documentclass{article}&#10;\usepackage{amsmath}&#10;\usepackage{bm}&#10;\pagestyle{empty}&#10;\begin{document}&#10;&#10;$2|A|$&#10;&#10;&#10;\end{document}"/>
  <p:tag name="IGUANATEXSIZE" val="30"/>
  <p:tag name="IGUANATEXCURSOR" val="101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82.9771"/>
  <p:tag name="LATEXADDIN" val="\documentclass{article}&#10;\usepackage{amsmath}&#10;\usepackage{bm}&#10;\pagestyle{empty}&#10;\begin{document}&#10;&#10;\begin{align}&#10;2\bm{\beta}_2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2.48969"/>
  <p:tag name="ORIGINALWIDTH" val="76.49047"/>
  <p:tag name="LATEXADDIN" val="\documentclass{article}&#10;\usepackage{amsmath}&#10;\usepackage{bm}&#10;\pagestyle{empty}&#10;\begin{document}&#10;&#10;\begin{align}&#10;\bm{\gamma}&#10;\nonumber&#10;\end{align}&#10;&#10;\end{document}"/>
  <p:tag name="IGUANATEXSIZE" val="30"/>
  <p:tag name="IGUANATEXCURSOR" val="12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365.9543"/>
  <p:tag name="LATEXADDIN" val="\documentclass{article}&#10;\usepackage{amsmath}&#10;\usepackage{bm}&#10;\pagestyle{empty}&#10;\begin{document}&#10;&#10;\begin{align}&#10;\bm{\beta}_1 + \bm{\gamma}&#10;\nonumber&#10;\end{align}&#10;&#10;\end{document}"/>
  <p:tag name="IGUANATEXSIZE" val="30"/>
  <p:tag name="IGUANATEXCURSOR" val="13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41.7323"/>
  <p:tag name="LATEXADDIN" val="\documentclass{article}&#10;\usepackage{amsmath}&#10;\usepackage{bm}&#10;\pagestyle{empty}&#10;\begin{document}&#10;&#10;$|B|$&#10;&#10;&#10;\end{document}"/>
  <p:tag name="IGUANATEXSIZE" val="30"/>
  <p:tag name="IGUANATEXCURSOR" val="10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455.943"/>
  <p:tag name="LATEXADDIN" val="\documentclass{article}&#10;\usepackage{amsmath}&#10;\usepackage{bm}&#10;\pagestyle{empty}&#10;\begin{document}&#10;&#10;$|A|+|B|$&#10;&#10;&#10;\end{document}"/>
  <p:tag name="IGUANATEXSIZE" val="30"/>
  <p:tag name="IGUANATEXCURSOR" val="10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50.4687"/>
  <p:tag name="LATEXADDIN" val="\documentclass{article}&#10;\usepackage{amsmath}&#10;\usepackage{bm}&#10;\pagestyle{empty}&#10;\begin{document}&#10;&#10;\begin{align}&#10;x_2 \bm{\beta}_2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{bm}&#10;\pagestyle{empty}&#10;\begin{document}&#10;&#10;\begin{align}&#10;\bm{y}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436.82"/>
  <p:tag name="LATEXADDIN" val="\documentclass{article}&#10;\usepackage{amsmath}&#10;\usepackage{bm}&#10;\pagestyle{empty}&#10;\begin{document}&#10;&#10;\begin{align}&#10;x_2 = \dfrac{|x_2 \bm{\beta}_2|}{|\bm{\beta}_2|}&#10;= \dfrac{\mathrm{det}(\bm{\beta}_1, \bm{y})}{\mathrm{det}(\bm{\beta}_1, \bm{\beta}_2)}&#10;\nonumber&#10;\end{align}&#10;&#10;\end{document}"/>
  <p:tag name="IGUANATEXSIZE" val="30"/>
  <p:tag name="IGUANATEXCURSOR" val="20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47.4691"/>
  <p:tag name="LATEXADDIN" val="\documentclass{article}&#10;\usepackage{amsmath}&#10;\usepackage{bm}&#10;\pagestyle{empty}&#10;\begin{document}&#10;&#10;\begin{align}&#10;x_1 \bm{\beta}_1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{bm}&#10;\pagestyle{empty}&#10;\begin{document}&#10;&#10;\begin{align}&#10;\bm{y}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4.7131"/>
  <p:tag name="ORIGINALWIDTH" val="1436.82"/>
  <p:tag name="LATEXADDIN" val="\documentclass{article}&#10;\usepackage{amsmath}&#10;\usepackage{bm}&#10;\pagestyle{empty}&#10;\begin{document}&#10;&#10;\begin{align}&#10;x_1 = \dfrac{|x_1 \bm{\beta}_1|}{|\bm{\beta}_1|}&#10;= \dfrac{\mathrm{det}(\bm{y}, \bm{\beta}_2)}{\mathrm{det}(\bm{\beta}_1, \bm{\beta}_2)}&#10;\nonumber&#10;\end{align}&#10;&#10;\end{document}"/>
  <p:tag name="IGUANATEXSIZE" val="30"/>
  <p:tag name="IGUANATEXCURSOR" val="1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47.4691"/>
  <p:tag name="LATEXADDIN" val="\documentclass{article}&#10;\usepackage{amsmath}&#10;\usepackage{bm}&#10;\pagestyle{empty}&#10;\begin{document}&#10;&#10;\begin{align}&#10;x_1 \bm{\beta}_1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250.4687"/>
  <p:tag name="LATEXADDIN" val="\documentclass{article}&#10;\usepackage{amsmath}&#10;\usepackage{bm}&#10;\pagestyle{empty}&#10;\begin{document}&#10;&#10;\begin{align}&#10;x_2 \bm{\beta}_2&#10;\nonumber&#10;\end{align}&#10;&#10;\end{document}"/>
  <p:tag name="IGUANATEXSIZE" val="30"/>
  <p:tag name="IGUANATEXCURSOR" val="1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.4859"/>
  <p:tag name="ORIGINALWIDTH" val="911.136"/>
  <p:tag name="LATEXADDIN" val="\documentclass{article}&#10;\usepackage{amsmath}&#10;\usepackage{bm}&#10;\pagestyle{empty}&#10;\begin{document}&#10;&#10;\begin{align}&#10;\bm{y} = x_1 \bm{\beta}_1 + x_2 \bm{\beta}_2&#10;\nonumber&#10;\end{align}&#10;&#10;\end{document}"/>
  <p:tag name="IGUANATEXSIZE" val="30"/>
  <p:tag name="IGUANATEXCURSOR" val="15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1.73976"/>
  <p:tag name="ORIGINALWIDTH" val="68.99134"/>
  <p:tag name="LATEXADDIN" val="\documentclass{article}&#10;\usepackage{amsmath}&#10;\usepackage{bm}&#10;\pagestyle{empty}&#10;\begin{document}&#10;&#10;\begin{align}&#10;\bm{y}&#10;\nonumber&#10;\end{align}&#10;&#10;\end{document}"/>
  <p:tag name="IGUANATEXSIZE" val="30"/>
  <p:tag name="IGUANATEXCURSOR" val="11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5.48929"/>
  <p:tag name="ORIGINALWIDTH" val="86.23921"/>
  <p:tag name="LATEXADDIN" val="\documentclass{article}&#10;\usepackage{amsmath}&#10;\usepackage{amsfonts}&#10;\pagestyle{empty}&#10;\begin{document}&#10;&#10;$\mathbb{R}$&#10;&#10;&#10;\end{document}"/>
  <p:tag name="IGUANATEXSIZE" val="35"/>
  <p:tag name="IGUANATEXCURSOR" val="11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132.7334"/>
  <p:tag name="LATEXADDIN" val="\documentclass{article}&#10;\usepackage{amsmath}&#10;\usepackage{amsfonts}&#10;\pagestyle{empty}&#10;\begin{document}&#10;&#10;$\mathbb{R}^2$&#10;&#10;&#10;\end{document}"/>
  <p:tag name="IGUANATEXSIZE" val="35"/>
  <p:tag name="IGUANATEXCURSOR" val="11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2.7372"/>
  <p:tag name="ORIGINALWIDTH" val="133.4833"/>
  <p:tag name="LATEXADDIN" val="\documentclass{article}&#10;\usepackage{amsmath}&#10;\usepackage{amsfonts}&#10;\pagestyle{empty}&#10;\begin{document}&#10;&#10;$\mathbb{R}^3$&#10;&#10;&#10;\end{document}"/>
  <p:tag name="IGUANATEXSIZE" val="35"/>
  <p:tag name="IGUANATEXCURSOR" val="11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10.2362"/>
  <p:tag name="LATEXADDIN" val="\documentclass{article}&#10;\usepackage{amsmath}&#10;\usepackage{bm}&#10;\pagestyle{empty}&#10;\begin{document}&#10;&#10;\begin{align}&#10;\bm{k}_1&#10;\nonumber&#10;\end{align}&#10;&#10;\end{document}"/>
  <p:tag name="IGUANATEXSIZE" val="30"/>
  <p:tag name="IGUANATEXCURSOR" val="11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110.2362"/>
  <p:tag name="LATEXADDIN" val="\documentclass{article}&#10;\usepackage{amsmath}&#10;\usepackage{bm}&#10;\pagestyle{empty}&#10;\begin{document}&#10;&#10;\begin{align}&#10;\bm{k}_1&#10;\nonumber&#10;\end{align}&#10;&#10;\end{document}"/>
  <p:tag name="IGUANATEXSIZE" val="30"/>
  <p:tag name="IGUANATEXCURSOR" val="11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.98914"/>
  <p:tag name="ORIGINALWIDTH" val="65.24181"/>
  <p:tag name="LATEXADDIN" val="\documentclass{article}&#10;\usepackage{amsmath}&#10;\usepackage{bm}&#10;\pagestyle{empty}&#10;\begin{document}&#10;&#10;\begin{align}&#10;\bm{k}&#10;\nonumber&#10;\end{align}&#10;&#10;\end{document}"/>
  <p:tag name="IGUANATEXSIZE" val="30"/>
  <p:tag name="IGUANATEXCURSOR" val="11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422.9472"/>
  <p:tag name="LATEXADDIN" val="\documentclass{article}&#10;\usepackage{amsmath}&#10;\usepackage{amsfonts}&#10;\usepackage{bm}&#10;\pagestyle{empty}&#10;\begin{document}&#10;&#10;\begin{align}&#10;V_1 \subset \mathbb{R}^3&#10;\nonumber&#10;\end{align}&#10;&#10;\end{document}"/>
  <p:tag name="IGUANATEXSIZE" val="30"/>
  <p:tag name="IGUANATEXCURSOR" val="6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.2339"/>
  <p:tag name="ORIGINALWIDTH" val="422.9472"/>
  <p:tag name="LATEXADDIN" val="\documentclass{article}&#10;\usepackage{amsmath}&#10;\usepackage{amsfonts}&#10;\usepackage{bm}&#10;\pagestyle{empty}&#10;\begin{document}&#10;&#10;\begin{align}&#10;V_2 \subset \mathbb{R}^3&#10;\nonumber&#10;\end{align}&#10;&#10;\end{document}"/>
  <p:tag name="IGUANATEXSIZE" val="30"/>
  <p:tag name="IGUANATEXCURSOR" val="13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550.4312"/>
  <p:tag name="LATEXADDIN" val="\documentclass{article}&#10;\usepackage{amsmath}&#10;\usepackage{amsfonts}&#10;\usepackage{bm}&#10;\pagestyle{empty}&#10;\begin{document}&#10;&#10;\begin{align}&#10;\text{dim}V_1 = 1&#10;\nonumber&#10;\end{align}&#10;&#10;\end{document}"/>
  <p:tag name="IGUANATEXSIZE" val="30"/>
  <p:tag name="IGUANATEXCURSOR" val="15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4.9868"/>
  <p:tag name="ORIGINALWIDTH" val="554.1807"/>
  <p:tag name="LATEXADDIN" val="\documentclass{article}&#10;\usepackage{amsmath}&#10;\usepackage{amsfonts}&#10;\usepackage{bm}&#10;\pagestyle{empty}&#10;\begin{document}&#10;&#10;\begin{align}&#10;\text{dim}V_2 = 2&#10;\nonumber&#10;\end{align}&#10;&#10;\end{document}"/>
  <p:tag name="IGUANATEXSIZE" val="30"/>
  <p:tag name="IGUANATEXCURSOR" val="15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1478.065"/>
  <p:tag name="LATEXADDIN" val="\documentclass{article}&#10;\usepackage{amsmath}&#10;\pagestyle{empty}&#10;\begin{document}&#10;&#10;$$&#10;(5)~&#10;\begin{cases}&#10;        y_1 = 1 \cdot x_1 + \cot \theta \cdot x_2\\&#10;        y_2 = 0 \cdot x_2 + ~~~~\,0 \cdot x_2&#10;    \end{cases}&#10;$$&#10;&#10;&#10;\end{document}"/>
  <p:tag name="IGUANATEXSIZE" val="30"/>
  <p:tag name="IGUANATEXCURSOR" val="18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81.7023"/>
  <p:tag name="LATEXADDIN" val="\documentclass{article}&#10;\usepackage{amsmath}&#10;\pagestyle{empty}&#10;\begin{document}&#10;&#10;$(x_1,x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61.4548"/>
  <p:tag name="LATEXADDIN" val="\documentclass{article}&#10;\usepackage{amsmath}&#10;\pagestyle{empty}&#10;\begin{document}&#10;&#10;$(y_1,y_2)$&#10;&#10;&#10;\end{document}"/>
  <p:tag name="IGUANATEXSIZE" val="30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9.23882"/>
  <p:tag name="ORIGINALWIDTH" val="52.49347"/>
  <p:tag name="LATEXADDIN" val="\documentclass{article}&#10;\usepackage{amsmath}&#10;\pagestyle{empty}&#10;\begin{document}&#10;&#10;$\theta$&#10;&#10;&#10;\end{document}"/>
  <p:tag name="IGUANATEXSIZE" val="30"/>
  <p:tag name="IGUANATEXCURSOR" val="88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4.73937"/>
  <p:tag name="ORIGINALWIDTH" val="239.97"/>
  <p:tag name="LATEXADDIN" val="\documentclass{article}&#10;\usepackage{amsmath}&#10;\usepackage{amsfonts}&#10;\usepackage{bm}&#10;\pagestyle{empty}&#10;\begin{document}&#10;&#10;\begin{align}&#10;\text{Im}P&#10;\nonumber&#10;\end{align}&#10;&#10;\end{document}"/>
  <p:tag name="IGUANATEXSIZE" val="30"/>
  <p:tag name="IGUANATEXCURSOR" val="14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.23921"/>
  <p:tag name="ORIGINALWIDTH" val="291.7135"/>
  <p:tag name="LATEXADDIN" val="\documentclass{article}&#10;\usepackage{amsmath}&#10;\usepackage{amsfonts}&#10;\usepackage{bm}&#10;\pagestyle{empty}&#10;\begin{document}&#10;&#10;\begin{align}&#10;\text{Ker}P&#10;\nonumber&#10;\end{align}&#10;&#10;\end{document}"/>
  <p:tag name="IGUANATEXSIZE" val="30"/>
  <p:tag name="IGUANATEXCURSOR" val="14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73.4533"/>
  <p:tag name="ORIGINALWIDTH" val="862.3922"/>
  <p:tag name="LATEXADDIN" val="\documentclass{article}&#10;\usepackage{amsmath}&#10;\usepackage{bm}&#10;\pagestyle{empty}&#10;\begin{document}&#10;&#10;\begin{align}&#10;P = &#10;\begin{pmatrix}&#10;1 &amp; \cot \theta \\[4pt]&#10;0 &amp; 0&#10;\end{pmatrix}&#10;\nonumber&#10;\end{align}&#10;&#10;\end{document}"/>
  <p:tag name="IGUANATEXSIZE" val="30"/>
  <p:tag name="IGUANATEXCURSOR" val="11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8912</TotalTime>
  <Words>15</Words>
  <Application>Microsoft Office PowerPoint</Application>
  <PresentationFormat>自定义</PresentationFormat>
  <Paragraphs>15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1" baseType="lpstr">
      <vt:lpstr>等线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72</cp:revision>
  <dcterms:created xsi:type="dcterms:W3CDTF">2025-10-17T15:42:20Z</dcterms:created>
  <dcterms:modified xsi:type="dcterms:W3CDTF">2025-11-08T18:10:12Z</dcterms:modified>
</cp:coreProperties>
</file>