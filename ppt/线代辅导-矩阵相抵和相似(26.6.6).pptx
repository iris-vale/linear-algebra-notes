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592" autoAdjust="0"/>
  </p:normalViewPr>
  <p:slideViewPr>
    <p:cSldViewPr snapToGrid="0">
      <p:cViewPr varScale="1">
        <p:scale>
          <a:sx n="60" d="100"/>
          <a:sy n="60" d="100"/>
        </p:scale>
        <p:origin x="2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301310" y="955095"/>
            <a:ext cx="5227052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春线性代数学业辅导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908732" y="1690489"/>
            <a:ext cx="201220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2026.6.6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D3747F-A28D-5132-74CA-6D7BEA725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651" y="2922879"/>
            <a:ext cx="2638054" cy="30794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0C6450-BCCD-403F-EA5B-1E8E8C12FEA6}"/>
              </a:ext>
            </a:extLst>
          </p:cNvPr>
          <p:cNvSpPr/>
          <p:nvPr/>
        </p:nvSpPr>
        <p:spPr>
          <a:xfrm>
            <a:off x="387724" y="799995"/>
            <a:ext cx="5054224" cy="15816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734869-F4FA-2957-B57B-F68F0A483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33223"/>
            <a:ext cx="5492463" cy="476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6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16</cp:revision>
  <dcterms:created xsi:type="dcterms:W3CDTF">2025-10-26T00:13:23Z</dcterms:created>
  <dcterms:modified xsi:type="dcterms:W3CDTF">2026-06-06T09:47:23Z</dcterms:modified>
</cp:coreProperties>
</file>